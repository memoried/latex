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C275"/>
    <a:srgbClr val="FFE7CB"/>
    <a:srgbClr val="FFFFFF"/>
    <a:srgbClr val="AABFA9"/>
    <a:srgbClr val="D4E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6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EFED97-C086-4C56-8F45-BD12BAB5A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C06DF-43AC-4676-A963-D771469AA7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D2B2C-EE76-48ED-9165-497957A6F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2D14D1-8A84-4071-B78C-E6AA9EA90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63C532-95D2-4888-82CB-E681D2960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9526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8A414-9D73-45C3-8D1D-31EF905F7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6FB2B5-FC42-4053-9BA0-B417BA05D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F1E5B7-83A2-470F-B062-26E83670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6A78EA-F235-4195-9000-B0EF341D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7B03AE-C02A-434F-9862-BEED1C8A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59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D6153-A729-4F2A-968B-396206AF7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65E69C-3ECF-400A-A2AF-151043223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55FA26-CE39-4BF7-B397-14CF6A750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C39761-9E43-4C0E-B0DA-3E9DF2069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F7C3AD-268E-490B-A8D0-1A0EAA739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471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E5BB44-211E-47E7-9032-AE80A3BB7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1D4E91-D601-471F-8FBD-946772B62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2165C8-5315-4DC4-8B25-B803E16B47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01DB3DF-30B1-42A2-978E-69DEF116A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BE4965-159F-4C4F-BC19-FF8A6EC02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19EB5DD-2485-442D-B922-857C5B79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777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9EB49A-27F2-49B2-8C24-301C86469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147291-C50C-485F-9870-CBF141DBD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1B2FCF-DB07-4E9D-BCD6-29258A76E6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D8ADF63-4C52-4D00-8774-4DC63A06E9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785FD62-91CA-490D-BB4C-8F843EF07A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858CAD-24DD-458F-9AE1-631A1F060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8CD4BE6-56E0-4D5D-AA1D-30F3CA23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61C0180-F664-42FD-BD6E-522717ED1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587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799D16-B932-4CCB-A151-A078ED57F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A890CE9-F507-4F88-BEE6-3C9A9818D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BC98423-60F5-4F0B-971D-3F3C3ED09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0B26AAC-C788-4645-8FE7-D54E5F7EA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1428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46759CA-EE96-4DD1-9139-6B4D4F65D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599A5FC-D584-439D-82DF-AAE0D99CB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C347EB2-B72C-4CEB-85BB-38DAE18E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9372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BBD1CC-EF6B-424A-995D-EB3A4A992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FABCAB-8939-4CBE-B3E9-F7DB5CA0E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C56C69-435E-4686-BC31-611AC16FA0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FE154EE-C7DC-4C7A-AD78-F07703ACA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A7672B-3501-4736-B720-EA6DC6055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F43A7D-450A-4C12-B48D-4B4B838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7793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2402F-3547-4FE4-8777-88A71A43C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3ED19A3-B303-4B50-BDC4-B7BD4A306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1A63AA-5F84-4985-9A30-D4477E88F4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D1DFF9F-A177-4F5E-8A4A-E9CDBDA7C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0973869-5FF2-4F6B-B728-AA943EAC8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FB0EF26-81E9-4F47-8E19-E8112F90E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1758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8D70BD-928D-4AC9-8072-D8B767B0F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5C6E49-0BE9-49FA-960B-7CE2DE300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C24C40-5A65-4111-8435-1A55D645A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C0D390-52D1-4A05-9883-E27E8724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EA8EE6-DFF5-4BD8-AF13-5805B2BAE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4497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5D66652-99AC-4D4F-B515-25D9305EB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65665EC-2E22-4AD4-A86F-4C89F3C47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916EB2-4B64-49BF-B92D-65E6411E3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A321FB-7721-417C-B1EC-60BED01C1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F067EC-BF53-4FC9-8269-C2B4ADF9D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2866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BC70FAE-844A-4032-B386-62B81AA1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223E2-36D6-4161-966E-799B3BF9F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0AD783-020C-4857-986C-B2F284A6B7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CF388C-B51F-41E4-A743-B6B536218E4C}" type="datetimeFigureOut">
              <a:rPr lang="zh-CN" altLang="en-US" smtClean="0"/>
              <a:t>2026/3/16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BAA60E-3ED9-4E05-B94B-D428BDC40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A14238-F7A4-4F61-A431-CB9BDAC56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68461E-7662-42E9-A845-0714C03D7BA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7474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AA7F8D7-1165-450B-B23D-46013D710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0413" y="856456"/>
            <a:ext cx="5000625" cy="5362575"/>
          </a:xfrm>
          <a:prstGeom prst="rect">
            <a:avLst/>
          </a:prstGeom>
        </p:spPr>
      </p:pic>
      <p:sp>
        <p:nvSpPr>
          <p:cNvPr id="4" name="矩形: 圆角 3">
            <a:extLst>
              <a:ext uri="{FF2B5EF4-FFF2-40B4-BE49-F238E27FC236}">
                <a16:creationId xmlns:a16="http://schemas.microsoft.com/office/drawing/2014/main" id="{08089F2E-D711-4F76-A553-A10FDDECF9A3}"/>
              </a:ext>
            </a:extLst>
          </p:cNvPr>
          <p:cNvSpPr/>
          <p:nvPr/>
        </p:nvSpPr>
        <p:spPr>
          <a:xfrm>
            <a:off x="4927600" y="404813"/>
            <a:ext cx="6578600" cy="903287"/>
          </a:xfrm>
          <a:prstGeom prst="roundRect">
            <a:avLst>
              <a:gd name="adj" fmla="val 12449"/>
            </a:avLst>
          </a:prstGeom>
          <a:solidFill>
            <a:srgbClr val="D4EAD5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第一、二章：基于无监督的网络流量数据异常检测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研究背景、研究现状以及相关技术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EF8FCD1-A74D-41E9-9784-9FB4185B96CE}"/>
              </a:ext>
            </a:extLst>
          </p:cNvPr>
          <p:cNvSpPr/>
          <p:nvPr/>
        </p:nvSpPr>
        <p:spPr>
          <a:xfrm>
            <a:off x="4927600" y="1898650"/>
            <a:ext cx="3124200" cy="903287"/>
          </a:xfrm>
          <a:prstGeom prst="roundRect">
            <a:avLst/>
          </a:prstGeom>
          <a:solidFill>
            <a:srgbClr val="FFE7CB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第三章：基于多样性加权的无监督超球体网络流量异常检测方法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0DB5FD0-6B46-4874-9065-25D69CC70E73}"/>
              </a:ext>
            </a:extLst>
          </p:cNvPr>
          <p:cNvSpPr/>
          <p:nvPr/>
        </p:nvSpPr>
        <p:spPr>
          <a:xfrm>
            <a:off x="8667750" y="1651000"/>
            <a:ext cx="3124200" cy="1320800"/>
          </a:xfrm>
          <a:prstGeom prst="roundRect">
            <a:avLst/>
          </a:prstGeom>
          <a:solidFill>
            <a:srgbClr val="FFE7CB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第三章：基于多样性加权的无监督超球体网络流量异常检测方法</a:t>
            </a:r>
          </a:p>
        </p:txBody>
      </p:sp>
    </p:spTree>
    <p:extLst>
      <p:ext uri="{BB962C8B-B14F-4D97-AF65-F5344CB8AC3E}">
        <p14:creationId xmlns:p14="http://schemas.microsoft.com/office/powerpoint/2010/main" val="3434124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54</Words>
  <Application>Microsoft Office PowerPoint</Application>
  <PresentationFormat>宽屏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宋体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2</cp:revision>
  <dcterms:created xsi:type="dcterms:W3CDTF">2026-03-16T13:12:49Z</dcterms:created>
  <dcterms:modified xsi:type="dcterms:W3CDTF">2026-03-16T14:55:06Z</dcterms:modified>
</cp:coreProperties>
</file>