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339975" cy="3060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53" autoAdjust="0"/>
    <p:restoredTop sz="94660"/>
  </p:normalViewPr>
  <p:slideViewPr>
    <p:cSldViewPr snapToGrid="0">
      <p:cViewPr varScale="1">
        <p:scale>
          <a:sx n="260" d="100"/>
          <a:sy n="260" d="100"/>
        </p:scale>
        <p:origin x="286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498" y="500906"/>
            <a:ext cx="1988979" cy="1065577"/>
          </a:xfrm>
        </p:spPr>
        <p:txBody>
          <a:bodyPr anchor="b"/>
          <a:lstStyle>
            <a:lvl1pPr algn="ctr">
              <a:defRPr sz="15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97" y="1607576"/>
            <a:ext cx="1754981" cy="738960"/>
          </a:xfrm>
        </p:spPr>
        <p:txBody>
          <a:bodyPr/>
          <a:lstStyle>
            <a:lvl1pPr marL="0" indent="0" algn="ctr">
              <a:buNone/>
              <a:defRPr sz="614"/>
            </a:lvl1pPr>
            <a:lvl2pPr marL="116997" indent="0" algn="ctr">
              <a:buNone/>
              <a:defRPr sz="512"/>
            </a:lvl2pPr>
            <a:lvl3pPr marL="233995" indent="0" algn="ctr">
              <a:buNone/>
              <a:defRPr sz="461"/>
            </a:lvl3pPr>
            <a:lvl4pPr marL="350992" indent="0" algn="ctr">
              <a:buNone/>
              <a:defRPr sz="409"/>
            </a:lvl4pPr>
            <a:lvl5pPr marL="467990" indent="0" algn="ctr">
              <a:buNone/>
              <a:defRPr sz="409"/>
            </a:lvl5pPr>
            <a:lvl6pPr marL="584987" indent="0" algn="ctr">
              <a:buNone/>
              <a:defRPr sz="409"/>
            </a:lvl6pPr>
            <a:lvl7pPr marL="701985" indent="0" algn="ctr">
              <a:buNone/>
              <a:defRPr sz="409"/>
            </a:lvl7pPr>
            <a:lvl8pPr marL="818982" indent="0" algn="ctr">
              <a:buNone/>
              <a:defRPr sz="409"/>
            </a:lvl8pPr>
            <a:lvl9pPr marL="935980" indent="0" algn="ctr">
              <a:buNone/>
              <a:defRPr sz="40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914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867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655" y="763050"/>
            <a:ext cx="2018228" cy="1273166"/>
          </a:xfrm>
        </p:spPr>
        <p:txBody>
          <a:bodyPr anchor="b"/>
          <a:lstStyle>
            <a:lvl1pPr>
              <a:defRPr sz="15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655" y="2048261"/>
            <a:ext cx="2018228" cy="669528"/>
          </a:xfrm>
        </p:spPr>
        <p:txBody>
          <a:bodyPr/>
          <a:lstStyle>
            <a:lvl1pPr marL="0" indent="0">
              <a:buNone/>
              <a:defRPr sz="614">
                <a:solidFill>
                  <a:schemeClr val="tx1"/>
                </a:solidFill>
              </a:defRPr>
            </a:lvl1pPr>
            <a:lvl2pPr marL="116997" indent="0">
              <a:buNone/>
              <a:defRPr sz="512">
                <a:solidFill>
                  <a:schemeClr val="tx1">
                    <a:tint val="75000"/>
                  </a:schemeClr>
                </a:solidFill>
              </a:defRPr>
            </a:lvl2pPr>
            <a:lvl3pPr marL="233995" indent="0">
              <a:buNone/>
              <a:defRPr sz="461">
                <a:solidFill>
                  <a:schemeClr val="tx1">
                    <a:tint val="75000"/>
                  </a:schemeClr>
                </a:solidFill>
              </a:defRPr>
            </a:lvl3pPr>
            <a:lvl4pPr marL="350992" indent="0">
              <a:buNone/>
              <a:defRPr sz="409">
                <a:solidFill>
                  <a:schemeClr val="tx1">
                    <a:tint val="75000"/>
                  </a:schemeClr>
                </a:solidFill>
              </a:defRPr>
            </a:lvl4pPr>
            <a:lvl5pPr marL="467990" indent="0">
              <a:buNone/>
              <a:defRPr sz="409">
                <a:solidFill>
                  <a:schemeClr val="tx1">
                    <a:tint val="75000"/>
                  </a:schemeClr>
                </a:solidFill>
              </a:defRPr>
            </a:lvl5pPr>
            <a:lvl6pPr marL="584987" indent="0">
              <a:buNone/>
              <a:defRPr sz="409">
                <a:solidFill>
                  <a:schemeClr val="tx1">
                    <a:tint val="75000"/>
                  </a:schemeClr>
                </a:solidFill>
              </a:defRPr>
            </a:lvl6pPr>
            <a:lvl7pPr marL="701985" indent="0">
              <a:buNone/>
              <a:defRPr sz="409">
                <a:solidFill>
                  <a:schemeClr val="tx1">
                    <a:tint val="75000"/>
                  </a:schemeClr>
                </a:solidFill>
              </a:defRPr>
            </a:lvl7pPr>
            <a:lvl8pPr marL="818982" indent="0">
              <a:buNone/>
              <a:defRPr sz="409">
                <a:solidFill>
                  <a:schemeClr val="tx1">
                    <a:tint val="75000"/>
                  </a:schemeClr>
                </a:solidFill>
              </a:defRPr>
            </a:lvl8pPr>
            <a:lvl9pPr marL="935980" indent="0">
              <a:buNone/>
              <a:defRPr sz="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21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873" y="814770"/>
            <a:ext cx="994489" cy="19419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4613" y="814770"/>
            <a:ext cx="994489" cy="19419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25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" y="162955"/>
            <a:ext cx="2018228" cy="59159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178" y="750297"/>
            <a:ext cx="989919" cy="367709"/>
          </a:xfrm>
        </p:spPr>
        <p:txBody>
          <a:bodyPr anchor="b"/>
          <a:lstStyle>
            <a:lvl1pPr marL="0" indent="0">
              <a:buNone/>
              <a:defRPr sz="614" b="1"/>
            </a:lvl1pPr>
            <a:lvl2pPr marL="116997" indent="0">
              <a:buNone/>
              <a:defRPr sz="512" b="1"/>
            </a:lvl2pPr>
            <a:lvl3pPr marL="233995" indent="0">
              <a:buNone/>
              <a:defRPr sz="461" b="1"/>
            </a:lvl3pPr>
            <a:lvl4pPr marL="350992" indent="0">
              <a:buNone/>
              <a:defRPr sz="409" b="1"/>
            </a:lvl4pPr>
            <a:lvl5pPr marL="467990" indent="0">
              <a:buNone/>
              <a:defRPr sz="409" b="1"/>
            </a:lvl5pPr>
            <a:lvl6pPr marL="584987" indent="0">
              <a:buNone/>
              <a:defRPr sz="409" b="1"/>
            </a:lvl6pPr>
            <a:lvl7pPr marL="701985" indent="0">
              <a:buNone/>
              <a:defRPr sz="409" b="1"/>
            </a:lvl7pPr>
            <a:lvl8pPr marL="818982" indent="0">
              <a:buNone/>
              <a:defRPr sz="409" b="1"/>
            </a:lvl8pPr>
            <a:lvl9pPr marL="935980" indent="0">
              <a:buNone/>
              <a:defRPr sz="4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178" y="1118006"/>
            <a:ext cx="989919" cy="16444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84613" y="750297"/>
            <a:ext cx="994794" cy="367709"/>
          </a:xfrm>
        </p:spPr>
        <p:txBody>
          <a:bodyPr anchor="b"/>
          <a:lstStyle>
            <a:lvl1pPr marL="0" indent="0">
              <a:buNone/>
              <a:defRPr sz="614" b="1"/>
            </a:lvl1pPr>
            <a:lvl2pPr marL="116997" indent="0">
              <a:buNone/>
              <a:defRPr sz="512" b="1"/>
            </a:lvl2pPr>
            <a:lvl3pPr marL="233995" indent="0">
              <a:buNone/>
              <a:defRPr sz="461" b="1"/>
            </a:lvl3pPr>
            <a:lvl4pPr marL="350992" indent="0">
              <a:buNone/>
              <a:defRPr sz="409" b="1"/>
            </a:lvl4pPr>
            <a:lvl5pPr marL="467990" indent="0">
              <a:buNone/>
              <a:defRPr sz="409" b="1"/>
            </a:lvl5pPr>
            <a:lvl6pPr marL="584987" indent="0">
              <a:buNone/>
              <a:defRPr sz="409" b="1"/>
            </a:lvl6pPr>
            <a:lvl7pPr marL="701985" indent="0">
              <a:buNone/>
              <a:defRPr sz="409" b="1"/>
            </a:lvl7pPr>
            <a:lvl8pPr marL="818982" indent="0">
              <a:buNone/>
              <a:defRPr sz="409" b="1"/>
            </a:lvl8pPr>
            <a:lvl9pPr marL="935980" indent="0">
              <a:buNone/>
              <a:defRPr sz="4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4613" y="1118006"/>
            <a:ext cx="994794" cy="16444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72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093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" y="204047"/>
            <a:ext cx="754703" cy="714163"/>
          </a:xfrm>
        </p:spPr>
        <p:txBody>
          <a:bodyPr anchor="b"/>
          <a:lstStyle>
            <a:lvl1pPr>
              <a:defRPr sz="8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794" y="440685"/>
            <a:ext cx="1184612" cy="2175081"/>
          </a:xfrm>
        </p:spPr>
        <p:txBody>
          <a:bodyPr/>
          <a:lstStyle>
            <a:lvl1pPr>
              <a:defRPr sz="819"/>
            </a:lvl1pPr>
            <a:lvl2pPr>
              <a:defRPr sz="717"/>
            </a:lvl2pPr>
            <a:lvl3pPr>
              <a:defRPr sz="614"/>
            </a:lvl3pPr>
            <a:lvl4pPr>
              <a:defRPr sz="512"/>
            </a:lvl4pPr>
            <a:lvl5pPr>
              <a:defRPr sz="512"/>
            </a:lvl5pPr>
            <a:lvl6pPr>
              <a:defRPr sz="512"/>
            </a:lvl6pPr>
            <a:lvl7pPr>
              <a:defRPr sz="512"/>
            </a:lvl7pPr>
            <a:lvl8pPr>
              <a:defRPr sz="512"/>
            </a:lvl8pPr>
            <a:lvl9pPr>
              <a:defRPr sz="51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" y="918210"/>
            <a:ext cx="754703" cy="1701098"/>
          </a:xfrm>
        </p:spPr>
        <p:txBody>
          <a:bodyPr/>
          <a:lstStyle>
            <a:lvl1pPr marL="0" indent="0">
              <a:buNone/>
              <a:defRPr sz="409"/>
            </a:lvl1pPr>
            <a:lvl2pPr marL="116997" indent="0">
              <a:buNone/>
              <a:defRPr sz="358"/>
            </a:lvl2pPr>
            <a:lvl3pPr marL="233995" indent="0">
              <a:buNone/>
              <a:defRPr sz="307"/>
            </a:lvl3pPr>
            <a:lvl4pPr marL="350992" indent="0">
              <a:buNone/>
              <a:defRPr sz="256"/>
            </a:lvl4pPr>
            <a:lvl5pPr marL="467990" indent="0">
              <a:buNone/>
              <a:defRPr sz="256"/>
            </a:lvl5pPr>
            <a:lvl6pPr marL="584987" indent="0">
              <a:buNone/>
              <a:defRPr sz="256"/>
            </a:lvl6pPr>
            <a:lvl7pPr marL="701985" indent="0">
              <a:buNone/>
              <a:defRPr sz="256"/>
            </a:lvl7pPr>
            <a:lvl8pPr marL="818982" indent="0">
              <a:buNone/>
              <a:defRPr sz="256"/>
            </a:lvl8pPr>
            <a:lvl9pPr marL="935980" indent="0">
              <a:buNone/>
              <a:defRPr sz="2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70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78" y="204047"/>
            <a:ext cx="754703" cy="714163"/>
          </a:xfrm>
        </p:spPr>
        <p:txBody>
          <a:bodyPr anchor="b"/>
          <a:lstStyle>
            <a:lvl1pPr>
              <a:defRPr sz="8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94794" y="440685"/>
            <a:ext cx="1184612" cy="2175081"/>
          </a:xfrm>
        </p:spPr>
        <p:txBody>
          <a:bodyPr anchor="t"/>
          <a:lstStyle>
            <a:lvl1pPr marL="0" indent="0">
              <a:buNone/>
              <a:defRPr sz="819"/>
            </a:lvl1pPr>
            <a:lvl2pPr marL="116997" indent="0">
              <a:buNone/>
              <a:defRPr sz="717"/>
            </a:lvl2pPr>
            <a:lvl3pPr marL="233995" indent="0">
              <a:buNone/>
              <a:defRPr sz="614"/>
            </a:lvl3pPr>
            <a:lvl4pPr marL="350992" indent="0">
              <a:buNone/>
              <a:defRPr sz="512"/>
            </a:lvl4pPr>
            <a:lvl5pPr marL="467990" indent="0">
              <a:buNone/>
              <a:defRPr sz="512"/>
            </a:lvl5pPr>
            <a:lvl6pPr marL="584987" indent="0">
              <a:buNone/>
              <a:defRPr sz="512"/>
            </a:lvl6pPr>
            <a:lvl7pPr marL="701985" indent="0">
              <a:buNone/>
              <a:defRPr sz="512"/>
            </a:lvl7pPr>
            <a:lvl8pPr marL="818982" indent="0">
              <a:buNone/>
              <a:defRPr sz="512"/>
            </a:lvl8pPr>
            <a:lvl9pPr marL="935980" indent="0">
              <a:buNone/>
              <a:defRPr sz="51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1178" y="918210"/>
            <a:ext cx="754703" cy="1701098"/>
          </a:xfrm>
        </p:spPr>
        <p:txBody>
          <a:bodyPr/>
          <a:lstStyle>
            <a:lvl1pPr marL="0" indent="0">
              <a:buNone/>
              <a:defRPr sz="409"/>
            </a:lvl1pPr>
            <a:lvl2pPr marL="116997" indent="0">
              <a:buNone/>
              <a:defRPr sz="358"/>
            </a:lvl2pPr>
            <a:lvl3pPr marL="233995" indent="0">
              <a:buNone/>
              <a:defRPr sz="307"/>
            </a:lvl3pPr>
            <a:lvl4pPr marL="350992" indent="0">
              <a:buNone/>
              <a:defRPr sz="256"/>
            </a:lvl4pPr>
            <a:lvl5pPr marL="467990" indent="0">
              <a:buNone/>
              <a:defRPr sz="256"/>
            </a:lvl5pPr>
            <a:lvl6pPr marL="584987" indent="0">
              <a:buNone/>
              <a:defRPr sz="256"/>
            </a:lvl6pPr>
            <a:lvl7pPr marL="701985" indent="0">
              <a:buNone/>
              <a:defRPr sz="256"/>
            </a:lvl7pPr>
            <a:lvl8pPr marL="818982" indent="0">
              <a:buNone/>
              <a:defRPr sz="256"/>
            </a:lvl8pPr>
            <a:lvl9pPr marL="935980" indent="0">
              <a:buNone/>
              <a:defRPr sz="2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52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707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74545" y="162954"/>
            <a:ext cx="504557" cy="259380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873" y="162954"/>
            <a:ext cx="1484422" cy="259380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90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874" y="162955"/>
            <a:ext cx="2018228" cy="5915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874" y="814770"/>
            <a:ext cx="2018228" cy="19419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0873" y="2836816"/>
            <a:ext cx="526494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A5FB8-99DA-4019-ADC3-27D5665826A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5117" y="2836816"/>
            <a:ext cx="789742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52608" y="2836816"/>
            <a:ext cx="526494" cy="16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2F7E7-5046-4A17-BE18-EF1719A00E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39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33995" rtl="0" eaLnBrk="1" latinLnBrk="0" hangingPunct="1">
        <a:lnSpc>
          <a:spcPct val="90000"/>
        </a:lnSpc>
        <a:spcBef>
          <a:spcPct val="0"/>
        </a:spcBef>
        <a:buNone/>
        <a:defRPr sz="1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499" indent="-58499" algn="l" defTabSz="233995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717" kern="1200">
          <a:solidFill>
            <a:schemeClr val="tx1"/>
          </a:solidFill>
          <a:latin typeface="+mn-lt"/>
          <a:ea typeface="+mn-ea"/>
          <a:cs typeface="+mn-cs"/>
        </a:defRPr>
      </a:lvl1pPr>
      <a:lvl2pPr marL="175496" indent="-58499" algn="l" defTabSz="233995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614" kern="1200">
          <a:solidFill>
            <a:schemeClr val="tx1"/>
          </a:solidFill>
          <a:latin typeface="+mn-lt"/>
          <a:ea typeface="+mn-ea"/>
          <a:cs typeface="+mn-cs"/>
        </a:defRPr>
      </a:lvl2pPr>
      <a:lvl3pPr marL="292494" indent="-58499" algn="l" defTabSz="233995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512" kern="1200">
          <a:solidFill>
            <a:schemeClr val="tx1"/>
          </a:solidFill>
          <a:latin typeface="+mn-lt"/>
          <a:ea typeface="+mn-ea"/>
          <a:cs typeface="+mn-cs"/>
        </a:defRPr>
      </a:lvl3pPr>
      <a:lvl4pPr marL="409491" indent="-58499" algn="l" defTabSz="233995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4pPr>
      <a:lvl5pPr marL="526489" indent="-58499" algn="l" defTabSz="233995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5pPr>
      <a:lvl6pPr marL="643486" indent="-58499" algn="l" defTabSz="233995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6pPr>
      <a:lvl7pPr marL="760484" indent="-58499" algn="l" defTabSz="233995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7pPr>
      <a:lvl8pPr marL="877481" indent="-58499" algn="l" defTabSz="233995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8pPr>
      <a:lvl9pPr marL="994479" indent="-58499" algn="l" defTabSz="233995" rtl="0" eaLnBrk="1" latinLnBrk="0" hangingPunct="1">
        <a:lnSpc>
          <a:spcPct val="90000"/>
        </a:lnSpc>
        <a:spcBef>
          <a:spcPts val="128"/>
        </a:spcBef>
        <a:buFont typeface="Arial" panose="020B0604020202020204" pitchFamily="34" charset="0"/>
        <a:buChar char="•"/>
        <a:defRPr sz="4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3995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1pPr>
      <a:lvl2pPr marL="116997" algn="l" defTabSz="233995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" algn="l" defTabSz="233995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3pPr>
      <a:lvl4pPr marL="350992" algn="l" defTabSz="233995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4pPr>
      <a:lvl5pPr marL="467990" algn="l" defTabSz="233995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5pPr>
      <a:lvl6pPr marL="584987" algn="l" defTabSz="233995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6pPr>
      <a:lvl7pPr marL="701985" algn="l" defTabSz="233995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7pPr>
      <a:lvl8pPr marL="818982" algn="l" defTabSz="233995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8pPr>
      <a:lvl9pPr marL="935980" algn="l" defTabSz="233995" rtl="0" eaLnBrk="1" latinLnBrk="0" hangingPunct="1">
        <a:defRPr sz="4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E41A4796-89DD-4CD6-883C-85DFBC8FF625}"/>
              </a:ext>
            </a:extLst>
          </p:cNvPr>
          <p:cNvGrpSpPr/>
          <p:nvPr/>
        </p:nvGrpSpPr>
        <p:grpSpPr>
          <a:xfrm>
            <a:off x="99278" y="67153"/>
            <a:ext cx="2141417" cy="2845052"/>
            <a:chOff x="8774309" y="1820241"/>
            <a:chExt cx="2141417" cy="2845052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7589BF1-1F79-4637-9956-158A7EF32B80}"/>
                </a:ext>
              </a:extLst>
            </p:cNvPr>
            <p:cNvSpPr/>
            <p:nvPr/>
          </p:nvSpPr>
          <p:spPr>
            <a:xfrm>
              <a:off x="8811040" y="1828278"/>
              <a:ext cx="2104686" cy="2837015"/>
            </a:xfrm>
            <a:prstGeom prst="rect">
              <a:avLst/>
            </a:prstGeom>
            <a:solidFill>
              <a:srgbClr val="E1EDD7"/>
            </a:solidFill>
            <a:ln>
              <a:solidFill>
                <a:srgbClr val="6B8B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 dirty="0"/>
            </a:p>
          </p:txBody>
        </p:sp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D0FA98C3-94D7-498F-A5FC-E49C0B0F1683}"/>
                </a:ext>
              </a:extLst>
            </p:cNvPr>
            <p:cNvSpPr/>
            <p:nvPr/>
          </p:nvSpPr>
          <p:spPr>
            <a:xfrm>
              <a:off x="8907095" y="2250268"/>
              <a:ext cx="1917064" cy="873680"/>
            </a:xfrm>
            <a:prstGeom prst="roundRect">
              <a:avLst/>
            </a:prstGeom>
            <a:solidFill>
              <a:srgbClr val="C9DEB3"/>
            </a:solidFill>
            <a:ln>
              <a:solidFill>
                <a:srgbClr val="6B8B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 dirty="0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BD8B03DB-1FC0-4DDA-AB9B-C8F1BA632E1A}"/>
                </a:ext>
              </a:extLst>
            </p:cNvPr>
            <p:cNvSpPr txBox="1"/>
            <p:nvPr/>
          </p:nvSpPr>
          <p:spPr>
            <a:xfrm>
              <a:off x="9210397" y="2250268"/>
              <a:ext cx="1340424" cy="324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79" dirty="0">
                  <a:latin typeface="宋体" panose="02010600030101010101" pitchFamily="2" charset="-122"/>
                  <a:ea typeface="宋体" panose="02010600030101010101" pitchFamily="2" charset="-122"/>
                </a:rPr>
                <a:t>加权损失函数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6497BB0C-09C4-4424-8297-1851CEEBAFC8}"/>
                    </a:ext>
                  </a:extLst>
                </p:cNvPr>
                <p:cNvSpPr txBox="1"/>
                <p:nvPr/>
              </p:nvSpPr>
              <p:spPr>
                <a:xfrm>
                  <a:off x="8815529" y="2513527"/>
                  <a:ext cx="2048959" cy="6436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7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  <m:r>
                          <a:rPr lang="en-US" altLang="zh-CN" sz="147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zh-CN" sz="147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zh-CN" sz="147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7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sz="147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1479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en-US" altLang="zh-CN" sz="147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||</m:t>
                            </m:r>
                            <m:sSub>
                              <m:sSubPr>
                                <m:ctrlPr>
                                  <a:rPr lang="en-US" altLang="zh-CN" sz="147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7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CN" sz="1479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||</m:t>
                            </m:r>
                          </m:e>
                          <m:sup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sz="1479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6497BB0C-09C4-4424-8297-1851CEEBAF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15529" y="2513527"/>
                  <a:ext cx="2048959" cy="64363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矩形: 圆角 79">
              <a:extLst>
                <a:ext uri="{FF2B5EF4-FFF2-40B4-BE49-F238E27FC236}">
                  <a16:creationId xmlns:a16="http://schemas.microsoft.com/office/drawing/2014/main" id="{A506E7E6-1C26-4881-9BB6-F1D0BD7322AF}"/>
                </a:ext>
              </a:extLst>
            </p:cNvPr>
            <p:cNvSpPr/>
            <p:nvPr/>
          </p:nvSpPr>
          <p:spPr>
            <a:xfrm>
              <a:off x="8907095" y="3654451"/>
              <a:ext cx="1917064" cy="873680"/>
            </a:xfrm>
            <a:prstGeom prst="roundRect">
              <a:avLst/>
            </a:prstGeom>
            <a:solidFill>
              <a:srgbClr val="C9DEB3"/>
            </a:solidFill>
            <a:ln>
              <a:solidFill>
                <a:srgbClr val="6B8B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1B6309C4-FA2B-4DC3-95ED-B832ABC9A014}"/>
                </a:ext>
              </a:extLst>
            </p:cNvPr>
            <p:cNvSpPr txBox="1"/>
            <p:nvPr/>
          </p:nvSpPr>
          <p:spPr>
            <a:xfrm>
              <a:off x="9396844" y="3639872"/>
              <a:ext cx="957541" cy="324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79" dirty="0">
                  <a:latin typeface="宋体" panose="02010600030101010101" pitchFamily="2" charset="-122"/>
                  <a:ea typeface="宋体" panose="02010600030101010101" pitchFamily="2" charset="-122"/>
                </a:rPr>
                <a:t>权重生成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8E57E834-5B37-4CC7-88DB-3EC52EFB7A3F}"/>
                    </a:ext>
                  </a:extLst>
                </p:cNvPr>
                <p:cNvSpPr txBox="1"/>
                <p:nvPr/>
              </p:nvSpPr>
              <p:spPr>
                <a:xfrm>
                  <a:off x="8774309" y="4051777"/>
                  <a:ext cx="2118041" cy="3202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79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479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=</m:t>
                        </m:r>
                        <m:r>
                          <a:rPr lang="en-US" altLang="zh-CN" sz="1479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𝑒𝑥𝑝</m:t>
                        </m:r>
                        <m:r>
                          <a:rPr lang="en-US" altLang="zh-CN" sz="1479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r>
                          <a:rPr lang="zh-CN" altLang="en-US" sz="1479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𝛽</m:t>
                        </m:r>
                        <m:r>
                          <a:rPr lang="zh-CN" altLang="en-US" sz="1479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1479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𝐼𝐸𝐷</m:t>
                            </m:r>
                          </m:sub>
                        </m:sSub>
                        <m:r>
                          <a:rPr lang="en-US" altLang="zh-CN" sz="1479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479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1479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479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))</m:t>
                        </m:r>
                      </m:oMath>
                    </m:oMathPara>
                  </a14:m>
                  <a:endParaRPr lang="zh-CN" altLang="en-US" sz="1479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8E57E834-5B37-4CC7-88DB-3EC52EFB7A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4309" y="4051777"/>
                  <a:ext cx="2118041" cy="320200"/>
                </a:xfrm>
                <a:prstGeom prst="rect">
                  <a:avLst/>
                </a:prstGeom>
                <a:blipFill>
                  <a:blip r:embed="rId3"/>
                  <a:stretch>
                    <a:fillRect b="-132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ACE6F3B8-DBED-4531-A0E2-82B346EC8A2F}"/>
                </a:ext>
              </a:extLst>
            </p:cNvPr>
            <p:cNvSpPr txBox="1"/>
            <p:nvPr/>
          </p:nvSpPr>
          <p:spPr>
            <a:xfrm>
              <a:off x="9210395" y="1820241"/>
              <a:ext cx="1345417" cy="2914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68" dirty="0">
                  <a:latin typeface="宋体" panose="02010600030101010101" pitchFamily="2" charset="-122"/>
                  <a:ea typeface="宋体" panose="02010600030101010101" pitchFamily="2" charset="-122"/>
                </a:rPr>
                <a:t>损失与权重模块</a:t>
              </a:r>
            </a:p>
          </p:txBody>
        </p:sp>
        <p:sp>
          <p:nvSpPr>
            <p:cNvPr id="84" name="箭头: 右 83">
              <a:extLst>
                <a:ext uri="{FF2B5EF4-FFF2-40B4-BE49-F238E27FC236}">
                  <a16:creationId xmlns:a16="http://schemas.microsoft.com/office/drawing/2014/main" id="{8D11B299-4D8C-4D03-A65D-55B203214F36}"/>
                </a:ext>
              </a:extLst>
            </p:cNvPr>
            <p:cNvSpPr/>
            <p:nvPr/>
          </p:nvSpPr>
          <p:spPr>
            <a:xfrm rot="16200000">
              <a:off x="9586298" y="3302441"/>
              <a:ext cx="508635" cy="163090"/>
            </a:xfrm>
            <a:prstGeom prst="rightArrow">
              <a:avLst/>
            </a:prstGeom>
            <a:solidFill>
              <a:srgbClr val="8FB2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02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8FD79DE1-A042-4A4D-A725-0AA01C1F1757}"/>
                    </a:ext>
                  </a:extLst>
                </p:cNvPr>
                <p:cNvSpPr txBox="1"/>
                <p:nvPr/>
              </p:nvSpPr>
              <p:spPr>
                <a:xfrm>
                  <a:off x="9823009" y="3225537"/>
                  <a:ext cx="633443" cy="2874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68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权重</a:t>
                  </a:r>
                  <a14:m>
                    <m:oMath xmlns:m="http://schemas.openxmlformats.org/officeDocument/2006/math">
                      <m:r>
                        <a:rPr lang="en-US" altLang="zh-CN" sz="1268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</m:oMath>
                  </a14:m>
                  <a:endParaRPr lang="zh-CN" altLang="en-US" sz="1268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8FD79DE1-A042-4A4D-A725-0AA01C1F1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3009" y="3225537"/>
                  <a:ext cx="633443" cy="287451"/>
                </a:xfrm>
                <a:prstGeom prst="rect">
                  <a:avLst/>
                </a:prstGeom>
                <a:blipFill>
                  <a:blip r:embed="rId4"/>
                  <a:stretch>
                    <a:fillRect l="-962" t="-2128" b="-148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37472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350</TotalTime>
  <Words>28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羲 王</dc:creator>
  <cp:lastModifiedBy>羲 王</cp:lastModifiedBy>
  <cp:revision>1</cp:revision>
  <dcterms:created xsi:type="dcterms:W3CDTF">2026-03-09T08:11:09Z</dcterms:created>
  <dcterms:modified xsi:type="dcterms:W3CDTF">2026-03-09T14:01:41Z</dcterms:modified>
</cp:coreProperties>
</file>