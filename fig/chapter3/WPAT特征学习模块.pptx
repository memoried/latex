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3"/>
  </p:notesMasterIdLst>
  <p:sldIdLst>
    <p:sldId id="256" r:id="rId2"/>
  </p:sldIdLst>
  <p:sldSz cx="11807825" cy="57959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18296"/>
    <a:srgbClr val="93BAD8"/>
    <a:srgbClr val="CAE0B0"/>
    <a:srgbClr val="FFFFFF"/>
    <a:srgbClr val="C1A9C6"/>
    <a:srgbClr val="6C8DBD"/>
    <a:srgbClr val="F8D09E"/>
    <a:srgbClr val="BBD4EC"/>
    <a:srgbClr val="C7AECF"/>
    <a:srgbClr val="5151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4" autoAdjust="0"/>
    <p:restoredTop sz="93862" autoAdjust="0"/>
  </p:normalViewPr>
  <p:slideViewPr>
    <p:cSldViewPr snapToGrid="0">
      <p:cViewPr varScale="1">
        <p:scale>
          <a:sx n="135" d="100"/>
          <a:sy n="135" d="100"/>
        </p:scale>
        <p:origin x="77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B18FC-D10D-4773-AA85-C7CEEE2E732B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" y="1143000"/>
            <a:ext cx="6286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D20B7F-42B0-4493-9FCA-9DFC8A7D40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820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1027" rtl="0" eaLnBrk="1" latinLnBrk="0" hangingPunct="1">
      <a:defRPr sz="1117" kern="1200">
        <a:solidFill>
          <a:schemeClr val="tx1"/>
        </a:solidFill>
        <a:latin typeface="+mn-lt"/>
        <a:ea typeface="+mn-ea"/>
        <a:cs typeface="+mn-cs"/>
      </a:defRPr>
    </a:lvl1pPr>
    <a:lvl2pPr marL="425513" algn="l" defTabSz="851027" rtl="0" eaLnBrk="1" latinLnBrk="0" hangingPunct="1">
      <a:defRPr sz="1117" kern="1200">
        <a:solidFill>
          <a:schemeClr val="tx1"/>
        </a:solidFill>
        <a:latin typeface="+mn-lt"/>
        <a:ea typeface="+mn-ea"/>
        <a:cs typeface="+mn-cs"/>
      </a:defRPr>
    </a:lvl2pPr>
    <a:lvl3pPr marL="851027" algn="l" defTabSz="851027" rtl="0" eaLnBrk="1" latinLnBrk="0" hangingPunct="1">
      <a:defRPr sz="1117" kern="1200">
        <a:solidFill>
          <a:schemeClr val="tx1"/>
        </a:solidFill>
        <a:latin typeface="+mn-lt"/>
        <a:ea typeface="+mn-ea"/>
        <a:cs typeface="+mn-cs"/>
      </a:defRPr>
    </a:lvl3pPr>
    <a:lvl4pPr marL="1276540" algn="l" defTabSz="851027" rtl="0" eaLnBrk="1" latinLnBrk="0" hangingPunct="1">
      <a:defRPr sz="1117" kern="1200">
        <a:solidFill>
          <a:schemeClr val="tx1"/>
        </a:solidFill>
        <a:latin typeface="+mn-lt"/>
        <a:ea typeface="+mn-ea"/>
        <a:cs typeface="+mn-cs"/>
      </a:defRPr>
    </a:lvl4pPr>
    <a:lvl5pPr marL="1702054" algn="l" defTabSz="851027" rtl="0" eaLnBrk="1" latinLnBrk="0" hangingPunct="1">
      <a:defRPr sz="1117" kern="1200">
        <a:solidFill>
          <a:schemeClr val="tx1"/>
        </a:solidFill>
        <a:latin typeface="+mn-lt"/>
        <a:ea typeface="+mn-ea"/>
        <a:cs typeface="+mn-cs"/>
      </a:defRPr>
    </a:lvl5pPr>
    <a:lvl6pPr marL="2127567" algn="l" defTabSz="851027" rtl="0" eaLnBrk="1" latinLnBrk="0" hangingPunct="1">
      <a:defRPr sz="1117" kern="1200">
        <a:solidFill>
          <a:schemeClr val="tx1"/>
        </a:solidFill>
        <a:latin typeface="+mn-lt"/>
        <a:ea typeface="+mn-ea"/>
        <a:cs typeface="+mn-cs"/>
      </a:defRPr>
    </a:lvl6pPr>
    <a:lvl7pPr marL="2553081" algn="l" defTabSz="851027" rtl="0" eaLnBrk="1" latinLnBrk="0" hangingPunct="1">
      <a:defRPr sz="1117" kern="1200">
        <a:solidFill>
          <a:schemeClr val="tx1"/>
        </a:solidFill>
        <a:latin typeface="+mn-lt"/>
        <a:ea typeface="+mn-ea"/>
        <a:cs typeface="+mn-cs"/>
      </a:defRPr>
    </a:lvl7pPr>
    <a:lvl8pPr marL="2978594" algn="l" defTabSz="851027" rtl="0" eaLnBrk="1" latinLnBrk="0" hangingPunct="1">
      <a:defRPr sz="1117" kern="1200">
        <a:solidFill>
          <a:schemeClr val="tx1"/>
        </a:solidFill>
        <a:latin typeface="+mn-lt"/>
        <a:ea typeface="+mn-ea"/>
        <a:cs typeface="+mn-cs"/>
      </a:defRPr>
    </a:lvl8pPr>
    <a:lvl9pPr marL="3404108" algn="l" defTabSz="851027" rtl="0" eaLnBrk="1" latinLnBrk="0" hangingPunct="1">
      <a:defRPr sz="111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85750" y="1143000"/>
            <a:ext cx="62865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20B7F-42B0-4493-9FCA-9DFC8A7D408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7059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75978" y="948553"/>
            <a:ext cx="8855869" cy="2017854"/>
          </a:xfrm>
        </p:spPr>
        <p:txBody>
          <a:bodyPr anchor="b"/>
          <a:lstStyle>
            <a:lvl1pPr algn="ctr">
              <a:defRPr sz="507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5978" y="3044223"/>
            <a:ext cx="8855869" cy="1399349"/>
          </a:xfrm>
        </p:spPr>
        <p:txBody>
          <a:bodyPr/>
          <a:lstStyle>
            <a:lvl1pPr marL="0" indent="0" algn="ctr">
              <a:buNone/>
              <a:defRPr sz="2028"/>
            </a:lvl1pPr>
            <a:lvl2pPr marL="386380" indent="0" algn="ctr">
              <a:buNone/>
              <a:defRPr sz="1690"/>
            </a:lvl2pPr>
            <a:lvl3pPr marL="772759" indent="0" algn="ctr">
              <a:buNone/>
              <a:defRPr sz="1521"/>
            </a:lvl3pPr>
            <a:lvl4pPr marL="1159139" indent="0" algn="ctr">
              <a:buNone/>
              <a:defRPr sz="1352"/>
            </a:lvl4pPr>
            <a:lvl5pPr marL="1545519" indent="0" algn="ctr">
              <a:buNone/>
              <a:defRPr sz="1352"/>
            </a:lvl5pPr>
            <a:lvl6pPr marL="1931899" indent="0" algn="ctr">
              <a:buNone/>
              <a:defRPr sz="1352"/>
            </a:lvl6pPr>
            <a:lvl7pPr marL="2318278" indent="0" algn="ctr">
              <a:buNone/>
              <a:defRPr sz="1352"/>
            </a:lvl7pPr>
            <a:lvl8pPr marL="2704658" indent="0" algn="ctr">
              <a:buNone/>
              <a:defRPr sz="1352"/>
            </a:lvl8pPr>
            <a:lvl9pPr marL="3091038" indent="0" algn="ctr">
              <a:buNone/>
              <a:defRPr sz="135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3147F-8724-418E-AD29-6EDD2EA32218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C895C-4C8B-438A-982A-32735D41F2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4328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3147F-8724-418E-AD29-6EDD2EA32218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C895C-4C8B-438A-982A-32735D41F2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3815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5638" y="1444967"/>
            <a:ext cx="10184249" cy="2410959"/>
          </a:xfrm>
        </p:spPr>
        <p:txBody>
          <a:bodyPr anchor="b"/>
          <a:lstStyle>
            <a:lvl1pPr>
              <a:defRPr sz="507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5638" y="3878735"/>
            <a:ext cx="10184249" cy="1267866"/>
          </a:xfrm>
        </p:spPr>
        <p:txBody>
          <a:bodyPr/>
          <a:lstStyle>
            <a:lvl1pPr marL="0" indent="0">
              <a:buNone/>
              <a:defRPr sz="2028">
                <a:solidFill>
                  <a:schemeClr val="tx1">
                    <a:tint val="75000"/>
                  </a:schemeClr>
                </a:solidFill>
              </a:defRPr>
            </a:lvl1pPr>
            <a:lvl2pPr marL="386380" indent="0">
              <a:buNone/>
              <a:defRPr sz="1690">
                <a:solidFill>
                  <a:schemeClr val="tx1">
                    <a:tint val="75000"/>
                  </a:schemeClr>
                </a:solidFill>
              </a:defRPr>
            </a:lvl2pPr>
            <a:lvl3pPr marL="772759" indent="0">
              <a:buNone/>
              <a:defRPr sz="1521">
                <a:solidFill>
                  <a:schemeClr val="tx1">
                    <a:tint val="75000"/>
                  </a:schemeClr>
                </a:solidFill>
              </a:defRPr>
            </a:lvl3pPr>
            <a:lvl4pPr marL="1159139" indent="0">
              <a:buNone/>
              <a:defRPr sz="1352">
                <a:solidFill>
                  <a:schemeClr val="tx1">
                    <a:tint val="75000"/>
                  </a:schemeClr>
                </a:solidFill>
              </a:defRPr>
            </a:lvl4pPr>
            <a:lvl5pPr marL="1545519" indent="0">
              <a:buNone/>
              <a:defRPr sz="1352">
                <a:solidFill>
                  <a:schemeClr val="tx1">
                    <a:tint val="75000"/>
                  </a:schemeClr>
                </a:solidFill>
              </a:defRPr>
            </a:lvl5pPr>
            <a:lvl6pPr marL="1931899" indent="0">
              <a:buNone/>
              <a:defRPr sz="1352">
                <a:solidFill>
                  <a:schemeClr val="tx1">
                    <a:tint val="75000"/>
                  </a:schemeClr>
                </a:solidFill>
              </a:defRPr>
            </a:lvl6pPr>
            <a:lvl7pPr marL="2318278" indent="0">
              <a:buNone/>
              <a:defRPr sz="1352">
                <a:solidFill>
                  <a:schemeClr val="tx1">
                    <a:tint val="75000"/>
                  </a:schemeClr>
                </a:solidFill>
              </a:defRPr>
            </a:lvl7pPr>
            <a:lvl8pPr marL="2704658" indent="0">
              <a:buNone/>
              <a:defRPr sz="1352">
                <a:solidFill>
                  <a:schemeClr val="tx1">
                    <a:tint val="75000"/>
                  </a:schemeClr>
                </a:solidFill>
              </a:defRPr>
            </a:lvl8pPr>
            <a:lvl9pPr marL="3091038" indent="0">
              <a:buNone/>
              <a:defRPr sz="135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3147F-8724-418E-AD29-6EDD2EA32218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C895C-4C8B-438A-982A-32735D41F2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327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1788" y="1542907"/>
            <a:ext cx="5018326" cy="367748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77711" y="1542907"/>
            <a:ext cx="5018326" cy="367748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3147F-8724-418E-AD29-6EDD2EA32218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C895C-4C8B-438A-982A-32735D41F2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8356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326" y="308582"/>
            <a:ext cx="10184249" cy="112028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3326" y="1420816"/>
            <a:ext cx="4995263" cy="696320"/>
          </a:xfrm>
        </p:spPr>
        <p:txBody>
          <a:bodyPr anchor="b"/>
          <a:lstStyle>
            <a:lvl1pPr marL="0" indent="0">
              <a:buNone/>
              <a:defRPr sz="2028" b="1"/>
            </a:lvl1pPr>
            <a:lvl2pPr marL="386380" indent="0">
              <a:buNone/>
              <a:defRPr sz="1690" b="1"/>
            </a:lvl2pPr>
            <a:lvl3pPr marL="772759" indent="0">
              <a:buNone/>
              <a:defRPr sz="1521" b="1"/>
            </a:lvl3pPr>
            <a:lvl4pPr marL="1159139" indent="0">
              <a:buNone/>
              <a:defRPr sz="1352" b="1"/>
            </a:lvl4pPr>
            <a:lvl5pPr marL="1545519" indent="0">
              <a:buNone/>
              <a:defRPr sz="1352" b="1"/>
            </a:lvl5pPr>
            <a:lvl6pPr marL="1931899" indent="0">
              <a:buNone/>
              <a:defRPr sz="1352" b="1"/>
            </a:lvl6pPr>
            <a:lvl7pPr marL="2318278" indent="0">
              <a:buNone/>
              <a:defRPr sz="1352" b="1"/>
            </a:lvl7pPr>
            <a:lvl8pPr marL="2704658" indent="0">
              <a:buNone/>
              <a:defRPr sz="1352" b="1"/>
            </a:lvl8pPr>
            <a:lvl9pPr marL="3091038" indent="0">
              <a:buNone/>
              <a:defRPr sz="135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3326" y="2117136"/>
            <a:ext cx="4995263" cy="311398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77711" y="1420816"/>
            <a:ext cx="5019864" cy="696320"/>
          </a:xfrm>
        </p:spPr>
        <p:txBody>
          <a:bodyPr anchor="b"/>
          <a:lstStyle>
            <a:lvl1pPr marL="0" indent="0">
              <a:buNone/>
              <a:defRPr sz="2028" b="1"/>
            </a:lvl1pPr>
            <a:lvl2pPr marL="386380" indent="0">
              <a:buNone/>
              <a:defRPr sz="1690" b="1"/>
            </a:lvl2pPr>
            <a:lvl3pPr marL="772759" indent="0">
              <a:buNone/>
              <a:defRPr sz="1521" b="1"/>
            </a:lvl3pPr>
            <a:lvl4pPr marL="1159139" indent="0">
              <a:buNone/>
              <a:defRPr sz="1352" b="1"/>
            </a:lvl4pPr>
            <a:lvl5pPr marL="1545519" indent="0">
              <a:buNone/>
              <a:defRPr sz="1352" b="1"/>
            </a:lvl5pPr>
            <a:lvl6pPr marL="1931899" indent="0">
              <a:buNone/>
              <a:defRPr sz="1352" b="1"/>
            </a:lvl6pPr>
            <a:lvl7pPr marL="2318278" indent="0">
              <a:buNone/>
              <a:defRPr sz="1352" b="1"/>
            </a:lvl7pPr>
            <a:lvl8pPr marL="2704658" indent="0">
              <a:buNone/>
              <a:defRPr sz="1352" b="1"/>
            </a:lvl8pPr>
            <a:lvl9pPr marL="3091038" indent="0">
              <a:buNone/>
              <a:defRPr sz="135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77711" y="2117136"/>
            <a:ext cx="5019864" cy="311398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3147F-8724-418E-AD29-6EDD2EA32218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C895C-4C8B-438A-982A-32735D41F2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714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3147F-8724-418E-AD29-6EDD2EA32218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C895C-4C8B-438A-982A-32735D41F2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9755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3147F-8724-418E-AD29-6EDD2EA32218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C895C-4C8B-438A-982A-32735D41F2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497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326" y="386398"/>
            <a:ext cx="3808331" cy="1352391"/>
          </a:xfrm>
        </p:spPr>
        <p:txBody>
          <a:bodyPr anchor="b"/>
          <a:lstStyle>
            <a:lvl1pPr>
              <a:defRPr sz="270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19864" y="834512"/>
            <a:ext cx="5977711" cy="4118890"/>
          </a:xfrm>
        </p:spPr>
        <p:txBody>
          <a:bodyPr/>
          <a:lstStyle>
            <a:lvl1pPr>
              <a:defRPr sz="2704"/>
            </a:lvl1pPr>
            <a:lvl2pPr>
              <a:defRPr sz="2366"/>
            </a:lvl2pPr>
            <a:lvl3pPr>
              <a:defRPr sz="2028"/>
            </a:lvl3pPr>
            <a:lvl4pPr>
              <a:defRPr sz="1690"/>
            </a:lvl4pPr>
            <a:lvl5pPr>
              <a:defRPr sz="1690"/>
            </a:lvl5pPr>
            <a:lvl6pPr>
              <a:defRPr sz="1690"/>
            </a:lvl6pPr>
            <a:lvl7pPr>
              <a:defRPr sz="1690"/>
            </a:lvl7pPr>
            <a:lvl8pPr>
              <a:defRPr sz="1690"/>
            </a:lvl8pPr>
            <a:lvl9pPr>
              <a:defRPr sz="169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3326" y="1738789"/>
            <a:ext cx="3808331" cy="3221322"/>
          </a:xfrm>
        </p:spPr>
        <p:txBody>
          <a:bodyPr/>
          <a:lstStyle>
            <a:lvl1pPr marL="0" indent="0">
              <a:buNone/>
              <a:defRPr sz="1352"/>
            </a:lvl1pPr>
            <a:lvl2pPr marL="386380" indent="0">
              <a:buNone/>
              <a:defRPr sz="1183"/>
            </a:lvl2pPr>
            <a:lvl3pPr marL="772759" indent="0">
              <a:buNone/>
              <a:defRPr sz="1014"/>
            </a:lvl3pPr>
            <a:lvl4pPr marL="1159139" indent="0">
              <a:buNone/>
              <a:defRPr sz="845"/>
            </a:lvl4pPr>
            <a:lvl5pPr marL="1545519" indent="0">
              <a:buNone/>
              <a:defRPr sz="845"/>
            </a:lvl5pPr>
            <a:lvl6pPr marL="1931899" indent="0">
              <a:buNone/>
              <a:defRPr sz="845"/>
            </a:lvl6pPr>
            <a:lvl7pPr marL="2318278" indent="0">
              <a:buNone/>
              <a:defRPr sz="845"/>
            </a:lvl7pPr>
            <a:lvl8pPr marL="2704658" indent="0">
              <a:buNone/>
              <a:defRPr sz="845"/>
            </a:lvl8pPr>
            <a:lvl9pPr marL="3091038" indent="0">
              <a:buNone/>
              <a:defRPr sz="84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3147F-8724-418E-AD29-6EDD2EA32218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C895C-4C8B-438A-982A-32735D41F2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689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326" y="386398"/>
            <a:ext cx="3808331" cy="1352391"/>
          </a:xfrm>
        </p:spPr>
        <p:txBody>
          <a:bodyPr anchor="b"/>
          <a:lstStyle>
            <a:lvl1pPr>
              <a:defRPr sz="270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19864" y="834512"/>
            <a:ext cx="5977711" cy="4118890"/>
          </a:xfrm>
        </p:spPr>
        <p:txBody>
          <a:bodyPr anchor="t"/>
          <a:lstStyle>
            <a:lvl1pPr marL="0" indent="0">
              <a:buNone/>
              <a:defRPr sz="2704"/>
            </a:lvl1pPr>
            <a:lvl2pPr marL="386380" indent="0">
              <a:buNone/>
              <a:defRPr sz="2366"/>
            </a:lvl2pPr>
            <a:lvl3pPr marL="772759" indent="0">
              <a:buNone/>
              <a:defRPr sz="2028"/>
            </a:lvl3pPr>
            <a:lvl4pPr marL="1159139" indent="0">
              <a:buNone/>
              <a:defRPr sz="1690"/>
            </a:lvl4pPr>
            <a:lvl5pPr marL="1545519" indent="0">
              <a:buNone/>
              <a:defRPr sz="1690"/>
            </a:lvl5pPr>
            <a:lvl6pPr marL="1931899" indent="0">
              <a:buNone/>
              <a:defRPr sz="1690"/>
            </a:lvl6pPr>
            <a:lvl7pPr marL="2318278" indent="0">
              <a:buNone/>
              <a:defRPr sz="1690"/>
            </a:lvl7pPr>
            <a:lvl8pPr marL="2704658" indent="0">
              <a:buNone/>
              <a:defRPr sz="1690"/>
            </a:lvl8pPr>
            <a:lvl9pPr marL="3091038" indent="0">
              <a:buNone/>
              <a:defRPr sz="169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3326" y="1738789"/>
            <a:ext cx="3808331" cy="3221322"/>
          </a:xfrm>
        </p:spPr>
        <p:txBody>
          <a:bodyPr/>
          <a:lstStyle>
            <a:lvl1pPr marL="0" indent="0">
              <a:buNone/>
              <a:defRPr sz="1352"/>
            </a:lvl1pPr>
            <a:lvl2pPr marL="386380" indent="0">
              <a:buNone/>
              <a:defRPr sz="1183"/>
            </a:lvl2pPr>
            <a:lvl3pPr marL="772759" indent="0">
              <a:buNone/>
              <a:defRPr sz="1014"/>
            </a:lvl3pPr>
            <a:lvl4pPr marL="1159139" indent="0">
              <a:buNone/>
              <a:defRPr sz="845"/>
            </a:lvl4pPr>
            <a:lvl5pPr marL="1545519" indent="0">
              <a:buNone/>
              <a:defRPr sz="845"/>
            </a:lvl5pPr>
            <a:lvl6pPr marL="1931899" indent="0">
              <a:buNone/>
              <a:defRPr sz="845"/>
            </a:lvl6pPr>
            <a:lvl7pPr marL="2318278" indent="0">
              <a:buNone/>
              <a:defRPr sz="845"/>
            </a:lvl7pPr>
            <a:lvl8pPr marL="2704658" indent="0">
              <a:buNone/>
              <a:defRPr sz="845"/>
            </a:lvl8pPr>
            <a:lvl9pPr marL="3091038" indent="0">
              <a:buNone/>
              <a:defRPr sz="84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3147F-8724-418E-AD29-6EDD2EA32218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C895C-4C8B-438A-982A-32735D41F2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0962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3147F-8724-418E-AD29-6EDD2EA32218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C895C-4C8B-438A-982A-32735D41F2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071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49975" y="308581"/>
            <a:ext cx="2546062" cy="491181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1788" y="308581"/>
            <a:ext cx="7490589" cy="491181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3147F-8724-418E-AD29-6EDD2EA32218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C895C-4C8B-438A-982A-32735D41F2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025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1788" y="308582"/>
            <a:ext cx="10184249" cy="1120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1788" y="1542907"/>
            <a:ext cx="10184249" cy="3677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1788" y="5372000"/>
            <a:ext cx="2656761" cy="308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1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63147F-8724-418E-AD29-6EDD2EA32218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11342" y="5372000"/>
            <a:ext cx="3985141" cy="308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1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9276" y="5372000"/>
            <a:ext cx="2656761" cy="308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1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2C895C-4C8B-438A-982A-32735D41F2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657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772759" rtl="0" eaLnBrk="1" latinLnBrk="0" hangingPunct="1">
        <a:lnSpc>
          <a:spcPct val="90000"/>
        </a:lnSpc>
        <a:spcBef>
          <a:spcPct val="0"/>
        </a:spcBef>
        <a:buNone/>
        <a:defRPr sz="371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3190" indent="-193190" algn="l" defTabSz="772759" rtl="0" eaLnBrk="1" latinLnBrk="0" hangingPunct="1">
        <a:lnSpc>
          <a:spcPct val="90000"/>
        </a:lnSpc>
        <a:spcBef>
          <a:spcPts val="845"/>
        </a:spcBef>
        <a:buFont typeface="Arial" panose="020B0604020202020204" pitchFamily="34" charset="0"/>
        <a:buChar char="•"/>
        <a:defRPr sz="2366" kern="1200">
          <a:solidFill>
            <a:schemeClr val="tx1"/>
          </a:solidFill>
          <a:latin typeface="+mn-lt"/>
          <a:ea typeface="+mn-ea"/>
          <a:cs typeface="+mn-cs"/>
        </a:defRPr>
      </a:lvl1pPr>
      <a:lvl2pPr marL="579570" indent="-193190" algn="l" defTabSz="772759" rtl="0" eaLnBrk="1" latinLnBrk="0" hangingPunct="1">
        <a:lnSpc>
          <a:spcPct val="90000"/>
        </a:lnSpc>
        <a:spcBef>
          <a:spcPts val="423"/>
        </a:spcBef>
        <a:buFont typeface="Arial" panose="020B0604020202020204" pitchFamily="34" charset="0"/>
        <a:buChar char="•"/>
        <a:defRPr sz="2028" kern="1200">
          <a:solidFill>
            <a:schemeClr val="tx1"/>
          </a:solidFill>
          <a:latin typeface="+mn-lt"/>
          <a:ea typeface="+mn-ea"/>
          <a:cs typeface="+mn-cs"/>
        </a:defRPr>
      </a:lvl2pPr>
      <a:lvl3pPr marL="965949" indent="-193190" algn="l" defTabSz="772759" rtl="0" eaLnBrk="1" latinLnBrk="0" hangingPunct="1">
        <a:lnSpc>
          <a:spcPct val="90000"/>
        </a:lnSpc>
        <a:spcBef>
          <a:spcPts val="423"/>
        </a:spcBef>
        <a:buFont typeface="Arial" panose="020B0604020202020204" pitchFamily="34" charset="0"/>
        <a:buChar char="•"/>
        <a:defRPr sz="1690" kern="1200">
          <a:solidFill>
            <a:schemeClr val="tx1"/>
          </a:solidFill>
          <a:latin typeface="+mn-lt"/>
          <a:ea typeface="+mn-ea"/>
          <a:cs typeface="+mn-cs"/>
        </a:defRPr>
      </a:lvl3pPr>
      <a:lvl4pPr marL="1352329" indent="-193190" algn="l" defTabSz="772759" rtl="0" eaLnBrk="1" latinLnBrk="0" hangingPunct="1">
        <a:lnSpc>
          <a:spcPct val="90000"/>
        </a:lnSpc>
        <a:spcBef>
          <a:spcPts val="423"/>
        </a:spcBef>
        <a:buFont typeface="Arial" panose="020B0604020202020204" pitchFamily="34" charset="0"/>
        <a:buChar char="•"/>
        <a:defRPr sz="1521" kern="1200">
          <a:solidFill>
            <a:schemeClr val="tx1"/>
          </a:solidFill>
          <a:latin typeface="+mn-lt"/>
          <a:ea typeface="+mn-ea"/>
          <a:cs typeface="+mn-cs"/>
        </a:defRPr>
      </a:lvl4pPr>
      <a:lvl5pPr marL="1738709" indent="-193190" algn="l" defTabSz="772759" rtl="0" eaLnBrk="1" latinLnBrk="0" hangingPunct="1">
        <a:lnSpc>
          <a:spcPct val="90000"/>
        </a:lnSpc>
        <a:spcBef>
          <a:spcPts val="423"/>
        </a:spcBef>
        <a:buFont typeface="Arial" panose="020B0604020202020204" pitchFamily="34" charset="0"/>
        <a:buChar char="•"/>
        <a:defRPr sz="1521" kern="1200">
          <a:solidFill>
            <a:schemeClr val="tx1"/>
          </a:solidFill>
          <a:latin typeface="+mn-lt"/>
          <a:ea typeface="+mn-ea"/>
          <a:cs typeface="+mn-cs"/>
        </a:defRPr>
      </a:lvl5pPr>
      <a:lvl6pPr marL="2125088" indent="-193190" algn="l" defTabSz="772759" rtl="0" eaLnBrk="1" latinLnBrk="0" hangingPunct="1">
        <a:lnSpc>
          <a:spcPct val="90000"/>
        </a:lnSpc>
        <a:spcBef>
          <a:spcPts val="423"/>
        </a:spcBef>
        <a:buFont typeface="Arial" panose="020B0604020202020204" pitchFamily="34" charset="0"/>
        <a:buChar char="•"/>
        <a:defRPr sz="1521" kern="1200">
          <a:solidFill>
            <a:schemeClr val="tx1"/>
          </a:solidFill>
          <a:latin typeface="+mn-lt"/>
          <a:ea typeface="+mn-ea"/>
          <a:cs typeface="+mn-cs"/>
        </a:defRPr>
      </a:lvl6pPr>
      <a:lvl7pPr marL="2511468" indent="-193190" algn="l" defTabSz="772759" rtl="0" eaLnBrk="1" latinLnBrk="0" hangingPunct="1">
        <a:lnSpc>
          <a:spcPct val="90000"/>
        </a:lnSpc>
        <a:spcBef>
          <a:spcPts val="423"/>
        </a:spcBef>
        <a:buFont typeface="Arial" panose="020B0604020202020204" pitchFamily="34" charset="0"/>
        <a:buChar char="•"/>
        <a:defRPr sz="1521" kern="1200">
          <a:solidFill>
            <a:schemeClr val="tx1"/>
          </a:solidFill>
          <a:latin typeface="+mn-lt"/>
          <a:ea typeface="+mn-ea"/>
          <a:cs typeface="+mn-cs"/>
        </a:defRPr>
      </a:lvl7pPr>
      <a:lvl8pPr marL="2897848" indent="-193190" algn="l" defTabSz="772759" rtl="0" eaLnBrk="1" latinLnBrk="0" hangingPunct="1">
        <a:lnSpc>
          <a:spcPct val="90000"/>
        </a:lnSpc>
        <a:spcBef>
          <a:spcPts val="423"/>
        </a:spcBef>
        <a:buFont typeface="Arial" panose="020B0604020202020204" pitchFamily="34" charset="0"/>
        <a:buChar char="•"/>
        <a:defRPr sz="1521" kern="1200">
          <a:solidFill>
            <a:schemeClr val="tx1"/>
          </a:solidFill>
          <a:latin typeface="+mn-lt"/>
          <a:ea typeface="+mn-ea"/>
          <a:cs typeface="+mn-cs"/>
        </a:defRPr>
      </a:lvl8pPr>
      <a:lvl9pPr marL="3284228" indent="-193190" algn="l" defTabSz="772759" rtl="0" eaLnBrk="1" latinLnBrk="0" hangingPunct="1">
        <a:lnSpc>
          <a:spcPct val="90000"/>
        </a:lnSpc>
        <a:spcBef>
          <a:spcPts val="423"/>
        </a:spcBef>
        <a:buFont typeface="Arial" panose="020B0604020202020204" pitchFamily="34" charset="0"/>
        <a:buChar char="•"/>
        <a:defRPr sz="152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2759" rtl="0" eaLnBrk="1" latinLnBrk="0" hangingPunct="1">
        <a:defRPr sz="1521" kern="1200">
          <a:solidFill>
            <a:schemeClr val="tx1"/>
          </a:solidFill>
          <a:latin typeface="+mn-lt"/>
          <a:ea typeface="+mn-ea"/>
          <a:cs typeface="+mn-cs"/>
        </a:defRPr>
      </a:lvl1pPr>
      <a:lvl2pPr marL="386380" algn="l" defTabSz="772759" rtl="0" eaLnBrk="1" latinLnBrk="0" hangingPunct="1">
        <a:defRPr sz="1521" kern="1200">
          <a:solidFill>
            <a:schemeClr val="tx1"/>
          </a:solidFill>
          <a:latin typeface="+mn-lt"/>
          <a:ea typeface="+mn-ea"/>
          <a:cs typeface="+mn-cs"/>
        </a:defRPr>
      </a:lvl2pPr>
      <a:lvl3pPr marL="772759" algn="l" defTabSz="772759" rtl="0" eaLnBrk="1" latinLnBrk="0" hangingPunct="1">
        <a:defRPr sz="1521" kern="1200">
          <a:solidFill>
            <a:schemeClr val="tx1"/>
          </a:solidFill>
          <a:latin typeface="+mn-lt"/>
          <a:ea typeface="+mn-ea"/>
          <a:cs typeface="+mn-cs"/>
        </a:defRPr>
      </a:lvl3pPr>
      <a:lvl4pPr marL="1159139" algn="l" defTabSz="772759" rtl="0" eaLnBrk="1" latinLnBrk="0" hangingPunct="1">
        <a:defRPr sz="1521" kern="1200">
          <a:solidFill>
            <a:schemeClr val="tx1"/>
          </a:solidFill>
          <a:latin typeface="+mn-lt"/>
          <a:ea typeface="+mn-ea"/>
          <a:cs typeface="+mn-cs"/>
        </a:defRPr>
      </a:lvl4pPr>
      <a:lvl5pPr marL="1545519" algn="l" defTabSz="772759" rtl="0" eaLnBrk="1" latinLnBrk="0" hangingPunct="1">
        <a:defRPr sz="1521" kern="1200">
          <a:solidFill>
            <a:schemeClr val="tx1"/>
          </a:solidFill>
          <a:latin typeface="+mn-lt"/>
          <a:ea typeface="+mn-ea"/>
          <a:cs typeface="+mn-cs"/>
        </a:defRPr>
      </a:lvl5pPr>
      <a:lvl6pPr marL="1931899" algn="l" defTabSz="772759" rtl="0" eaLnBrk="1" latinLnBrk="0" hangingPunct="1">
        <a:defRPr sz="1521" kern="1200">
          <a:solidFill>
            <a:schemeClr val="tx1"/>
          </a:solidFill>
          <a:latin typeface="+mn-lt"/>
          <a:ea typeface="+mn-ea"/>
          <a:cs typeface="+mn-cs"/>
        </a:defRPr>
      </a:lvl6pPr>
      <a:lvl7pPr marL="2318278" algn="l" defTabSz="772759" rtl="0" eaLnBrk="1" latinLnBrk="0" hangingPunct="1">
        <a:defRPr sz="1521" kern="1200">
          <a:solidFill>
            <a:schemeClr val="tx1"/>
          </a:solidFill>
          <a:latin typeface="+mn-lt"/>
          <a:ea typeface="+mn-ea"/>
          <a:cs typeface="+mn-cs"/>
        </a:defRPr>
      </a:lvl7pPr>
      <a:lvl8pPr marL="2704658" algn="l" defTabSz="772759" rtl="0" eaLnBrk="1" latinLnBrk="0" hangingPunct="1">
        <a:defRPr sz="1521" kern="1200">
          <a:solidFill>
            <a:schemeClr val="tx1"/>
          </a:solidFill>
          <a:latin typeface="+mn-lt"/>
          <a:ea typeface="+mn-ea"/>
          <a:cs typeface="+mn-cs"/>
        </a:defRPr>
      </a:lvl8pPr>
      <a:lvl9pPr marL="3091038" algn="l" defTabSz="772759" rtl="0" eaLnBrk="1" latinLnBrk="0" hangingPunct="1">
        <a:defRPr sz="152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BE98FE5-603A-4F33-A800-2C28418BA930}"/>
              </a:ext>
            </a:extLst>
          </p:cNvPr>
          <p:cNvGrpSpPr/>
          <p:nvPr/>
        </p:nvGrpSpPr>
        <p:grpSpPr>
          <a:xfrm>
            <a:off x="26431" y="52574"/>
            <a:ext cx="11800681" cy="5690051"/>
            <a:chOff x="26431" y="52574"/>
            <a:chExt cx="11800681" cy="5690051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97B4583B-0BAA-413A-8432-70B0416396D7}"/>
                </a:ext>
              </a:extLst>
            </p:cNvPr>
            <p:cNvSpPr/>
            <p:nvPr/>
          </p:nvSpPr>
          <p:spPr>
            <a:xfrm>
              <a:off x="3298828" y="52574"/>
              <a:ext cx="2711065" cy="5268933"/>
            </a:xfrm>
            <a:prstGeom prst="round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19"/>
            </a:p>
          </p:txBody>
        </p:sp>
        <p:pic>
          <p:nvPicPr>
            <p:cNvPr id="13" name="图形 12">
              <a:extLst>
                <a:ext uri="{FF2B5EF4-FFF2-40B4-BE49-F238E27FC236}">
                  <a16:creationId xmlns:a16="http://schemas.microsoft.com/office/drawing/2014/main" id="{AA1C301D-9FBF-46BC-BEAC-8C0B44A0D4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463033" y="3606075"/>
              <a:ext cx="2447686" cy="1361115"/>
            </a:xfrm>
            <a:prstGeom prst="rect">
              <a:avLst/>
            </a:prstGeom>
          </p:spPr>
        </p:pic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447E7CBD-1B8F-47CA-92A2-5B3D14942FCD}"/>
                </a:ext>
              </a:extLst>
            </p:cNvPr>
            <p:cNvGrpSpPr/>
            <p:nvPr/>
          </p:nvGrpSpPr>
          <p:grpSpPr>
            <a:xfrm>
              <a:off x="3652038" y="943568"/>
              <a:ext cx="1982935" cy="2304042"/>
              <a:chOff x="4965700" y="1549400"/>
              <a:chExt cx="2031998" cy="2597150"/>
            </a:xfrm>
          </p:grpSpPr>
          <p:sp>
            <p:nvSpPr>
              <p:cNvPr id="14" name="矩形: 圆角 13">
                <a:extLst>
                  <a:ext uri="{FF2B5EF4-FFF2-40B4-BE49-F238E27FC236}">
                    <a16:creationId xmlns:a16="http://schemas.microsoft.com/office/drawing/2014/main" id="{0678065A-D1B3-47ED-BF36-B3B1220C54C4}"/>
                  </a:ext>
                </a:extLst>
              </p:cNvPr>
              <p:cNvSpPr/>
              <p:nvPr/>
            </p:nvSpPr>
            <p:spPr>
              <a:xfrm>
                <a:off x="4965700" y="1549400"/>
                <a:ext cx="1943100" cy="2482850"/>
              </a:xfrm>
              <a:prstGeom prst="roundRect">
                <a:avLst/>
              </a:prstGeom>
              <a:solidFill>
                <a:srgbClr val="EEEEEE"/>
              </a:solidFill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19"/>
              </a:p>
            </p:txBody>
          </p:sp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id="{593AA81A-7F90-4652-AFF6-053D19DD4F64}"/>
                  </a:ext>
                </a:extLst>
              </p:cNvPr>
              <p:cNvSpPr/>
              <p:nvPr/>
            </p:nvSpPr>
            <p:spPr>
              <a:xfrm>
                <a:off x="5010149" y="1606550"/>
                <a:ext cx="1943100" cy="2482850"/>
              </a:xfrm>
              <a:prstGeom prst="roundRect">
                <a:avLst/>
              </a:prstGeom>
              <a:solidFill>
                <a:srgbClr val="EEEEEE"/>
              </a:solidFill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19"/>
              </a:p>
            </p:txBody>
          </p:sp>
          <p:sp>
            <p:nvSpPr>
              <p:cNvPr id="19" name="矩形: 圆角 18">
                <a:extLst>
                  <a:ext uri="{FF2B5EF4-FFF2-40B4-BE49-F238E27FC236}">
                    <a16:creationId xmlns:a16="http://schemas.microsoft.com/office/drawing/2014/main" id="{C2323128-3B0F-4649-A7E3-BD3CE4ECB6A4}"/>
                  </a:ext>
                </a:extLst>
              </p:cNvPr>
              <p:cNvSpPr/>
              <p:nvPr/>
            </p:nvSpPr>
            <p:spPr>
              <a:xfrm>
                <a:off x="5054598" y="1663700"/>
                <a:ext cx="1943100" cy="2482850"/>
              </a:xfrm>
              <a:prstGeom prst="roundRect">
                <a:avLst/>
              </a:prstGeom>
              <a:solidFill>
                <a:srgbClr val="EEEEEE"/>
              </a:solidFill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19"/>
              </a:p>
            </p:txBody>
          </p:sp>
        </p:grp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53607AF3-9241-4AB9-8445-8CB6C6252958}"/>
                </a:ext>
              </a:extLst>
            </p:cNvPr>
            <p:cNvCxnSpPr>
              <a:cxnSpLocks/>
              <a:stCxn id="13" idx="0"/>
              <a:endCxn id="19" idx="2"/>
            </p:cNvCxnSpPr>
            <p:nvPr/>
          </p:nvCxnSpPr>
          <p:spPr>
            <a:xfrm flipV="1">
              <a:off x="4686877" y="3247614"/>
              <a:ext cx="0" cy="35846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536A9703-BB5D-4423-B94D-207E413CCCA3}"/>
                </a:ext>
              </a:extLst>
            </p:cNvPr>
            <p:cNvSpPr/>
            <p:nvPr/>
          </p:nvSpPr>
          <p:spPr>
            <a:xfrm>
              <a:off x="4064254" y="2187242"/>
              <a:ext cx="1245253" cy="574381"/>
            </a:xfrm>
            <a:prstGeom prst="roundRect">
              <a:avLst/>
            </a:prstGeom>
            <a:solidFill>
              <a:srgbClr val="B1DDF0"/>
            </a:solidFill>
            <a:ln>
              <a:solidFill>
                <a:srgbClr val="72AFC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46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小波</a:t>
              </a:r>
              <a:r>
                <a:rPr lang="en-US" altLang="zh-CN" sz="1346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lang="zh-CN" altLang="en-US" sz="1346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分块</a:t>
              </a:r>
            </a:p>
          </p:txBody>
        </p: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523B9659-497F-444A-B791-BB96455729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6877" y="374941"/>
              <a:ext cx="0" cy="552014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C05F7B67-8156-4EC8-A076-9A910D019B5C}"/>
                </a:ext>
              </a:extLst>
            </p:cNvPr>
            <p:cNvSpPr txBox="1"/>
            <p:nvPr/>
          </p:nvSpPr>
          <p:spPr>
            <a:xfrm>
              <a:off x="4446603" y="77822"/>
              <a:ext cx="530915" cy="29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346" dirty="0">
                  <a:latin typeface="宋体" panose="02010600030101010101" pitchFamily="2" charset="-122"/>
                  <a:ea typeface="宋体" panose="02010600030101010101" pitchFamily="2" charset="-122"/>
                </a:rPr>
                <a:t>输出</a:t>
              </a:r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D5965F97-78EE-4781-B6BC-DD383C8FB394}"/>
                </a:ext>
              </a:extLst>
            </p:cNvPr>
            <p:cNvSpPr/>
            <p:nvPr/>
          </p:nvSpPr>
          <p:spPr>
            <a:xfrm>
              <a:off x="4039647" y="1386450"/>
              <a:ext cx="1245253" cy="574381"/>
            </a:xfrm>
            <a:prstGeom prst="roundRect">
              <a:avLst/>
            </a:prstGeom>
            <a:solidFill>
              <a:srgbClr val="FAD7AC"/>
            </a:solidFill>
            <a:ln>
              <a:solidFill>
                <a:srgbClr val="E1C4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46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Anomaly</a:t>
              </a:r>
              <a:br>
                <a:rPr lang="en-US" altLang="zh-CN" sz="1346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</a:br>
              <a:r>
                <a:rPr lang="en-US" altLang="zh-CN" sz="1346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Attention</a:t>
              </a:r>
              <a:endParaRPr lang="zh-CN" altLang="en-US" sz="1346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23A65FDE-C76E-48A8-8602-E17BA2F18B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7316" y="1302125"/>
              <a:ext cx="975392" cy="8108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B741F6ED-3ED1-41DE-8254-3DD68674D628}"/>
                </a:ext>
              </a:extLst>
            </p:cNvPr>
            <p:cNvCxnSpPr>
              <a:cxnSpLocks/>
            </p:cNvCxnSpPr>
            <p:nvPr/>
          </p:nvCxnSpPr>
          <p:spPr>
            <a:xfrm>
              <a:off x="5125058" y="1935927"/>
              <a:ext cx="1111450" cy="135657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7" name="直接箭头连接符 246">
              <a:extLst>
                <a:ext uri="{FF2B5EF4-FFF2-40B4-BE49-F238E27FC236}">
                  <a16:creationId xmlns:a16="http://schemas.microsoft.com/office/drawing/2014/main" id="{DDDF4E6B-2F03-4651-AD3A-61EFF64872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15895" y="629554"/>
              <a:ext cx="848358" cy="1586674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8" name="直接箭头连接符 247">
              <a:extLst>
                <a:ext uri="{FF2B5EF4-FFF2-40B4-BE49-F238E27FC236}">
                  <a16:creationId xmlns:a16="http://schemas.microsoft.com/office/drawing/2014/main" id="{802DDF08-8D9F-4FAF-A8FA-24DB5CB180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99432" y="2696986"/>
              <a:ext cx="868151" cy="1261319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6" name="文本框 255">
                  <a:extLst>
                    <a:ext uri="{FF2B5EF4-FFF2-40B4-BE49-F238E27FC236}">
                      <a16:creationId xmlns:a16="http://schemas.microsoft.com/office/drawing/2014/main" id="{ECAA61EC-4FF9-40D4-B9F9-F057486D8094}"/>
                    </a:ext>
                  </a:extLst>
                </p:cNvPr>
                <p:cNvSpPr txBox="1"/>
                <p:nvPr/>
              </p:nvSpPr>
              <p:spPr>
                <a:xfrm>
                  <a:off x="3991291" y="4937742"/>
                  <a:ext cx="1222835" cy="2994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346" i="1">
                            <a:latin typeface="Cambria Math" panose="02040503050406030204" pitchFamily="18" charset="0"/>
                          </a:rPr>
                          <m:t>时间序列</m:t>
                        </m:r>
                        <m:r>
                          <a:rPr lang="en-US" altLang="zh-CN" sz="1346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346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1346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346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>
            <p:sp>
              <p:nvSpPr>
                <p:cNvPr id="256" name="文本框 255">
                  <a:extLst>
                    <a:ext uri="{FF2B5EF4-FFF2-40B4-BE49-F238E27FC236}">
                      <a16:creationId xmlns:a16="http://schemas.microsoft.com/office/drawing/2014/main" id="{ECAA61EC-4FF9-40D4-B9F9-F057486D80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1291" y="4937742"/>
                  <a:ext cx="1222835" cy="299441"/>
                </a:xfrm>
                <a:prstGeom prst="rect">
                  <a:avLst/>
                </a:prstGeom>
                <a:blipFill>
                  <a:blip r:embed="rId5"/>
                  <a:stretch>
                    <a:fillRect b="-1224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7" name="文本框 256">
              <a:extLst>
                <a:ext uri="{FF2B5EF4-FFF2-40B4-BE49-F238E27FC236}">
                  <a16:creationId xmlns:a16="http://schemas.microsoft.com/office/drawing/2014/main" id="{A45EBF7F-79D9-43DD-B755-BE11E006180B}"/>
                </a:ext>
              </a:extLst>
            </p:cNvPr>
            <p:cNvSpPr txBox="1"/>
            <p:nvPr/>
          </p:nvSpPr>
          <p:spPr>
            <a:xfrm>
              <a:off x="4166813" y="5353052"/>
              <a:ext cx="790601" cy="29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346" dirty="0">
                  <a:latin typeface="宋体" panose="02010600030101010101" pitchFamily="2" charset="-122"/>
                  <a:ea typeface="宋体" panose="02010600030101010101" pitchFamily="2" charset="-122"/>
                </a:rPr>
                <a:t>(a)WPAT</a:t>
              </a:r>
              <a:endParaRPr lang="zh-CN" altLang="en-US" sz="1346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303" name="组合 302">
              <a:extLst>
                <a:ext uri="{FF2B5EF4-FFF2-40B4-BE49-F238E27FC236}">
                  <a16:creationId xmlns:a16="http://schemas.microsoft.com/office/drawing/2014/main" id="{7664BF6A-65EA-4BB6-B489-360F40CEA9F5}"/>
                </a:ext>
              </a:extLst>
            </p:cNvPr>
            <p:cNvGrpSpPr/>
            <p:nvPr/>
          </p:nvGrpSpPr>
          <p:grpSpPr>
            <a:xfrm>
              <a:off x="5993458" y="1076393"/>
              <a:ext cx="5833654" cy="3032296"/>
              <a:chOff x="6382887" y="1064292"/>
              <a:chExt cx="5833654" cy="3032296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A39DC109-C05C-41BA-8095-87F01261CE58}"/>
                  </a:ext>
                </a:extLst>
              </p:cNvPr>
              <p:cNvSpPr/>
              <p:nvPr/>
            </p:nvSpPr>
            <p:spPr>
              <a:xfrm>
                <a:off x="6462666" y="1064292"/>
                <a:ext cx="5696108" cy="2693984"/>
              </a:xfrm>
              <a:prstGeom prst="roundRect">
                <a:avLst/>
              </a:prstGeom>
              <a:noFill/>
              <a:ln>
                <a:solidFill>
                  <a:srgbClr val="7F7F7F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19"/>
              </a:p>
            </p:txBody>
          </p: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0A195017-3FC9-4898-8B14-F8559D0FAFA4}"/>
                  </a:ext>
                </a:extLst>
              </p:cNvPr>
              <p:cNvSpPr txBox="1"/>
              <p:nvPr/>
            </p:nvSpPr>
            <p:spPr>
              <a:xfrm>
                <a:off x="6382887" y="3175748"/>
                <a:ext cx="271228" cy="29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346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x</a:t>
                </a:r>
                <a:endParaRPr lang="zh-CN" altLang="en-US" sz="1346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cxnSp>
            <p:nvCxnSpPr>
              <p:cNvPr id="49" name="直接箭头连接符 48">
                <a:extLst>
                  <a:ext uri="{FF2B5EF4-FFF2-40B4-BE49-F238E27FC236}">
                    <a16:creationId xmlns:a16="http://schemas.microsoft.com/office/drawing/2014/main" id="{1FF2D918-7419-4764-977A-2FC5CAEAE1B7}"/>
                  </a:ext>
                </a:extLst>
              </p:cNvPr>
              <p:cNvCxnSpPr>
                <a:cxnSpLocks/>
                <a:stCxn id="44" idx="3"/>
                <a:endCxn id="47" idx="1"/>
              </p:cNvCxnSpPr>
              <p:nvPr/>
            </p:nvCxnSpPr>
            <p:spPr>
              <a:xfrm>
                <a:off x="6654115" y="3325469"/>
                <a:ext cx="124669" cy="6064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8" name="矩形: 圆角 37">
                <a:extLst>
                  <a:ext uri="{FF2B5EF4-FFF2-40B4-BE49-F238E27FC236}">
                    <a16:creationId xmlns:a16="http://schemas.microsoft.com/office/drawing/2014/main" id="{4A9E894A-7101-4A7B-A752-B7C5507090FB}"/>
                  </a:ext>
                </a:extLst>
              </p:cNvPr>
              <p:cNvSpPr/>
              <p:nvPr/>
            </p:nvSpPr>
            <p:spPr>
              <a:xfrm>
                <a:off x="6833285" y="1145710"/>
                <a:ext cx="4922492" cy="2204145"/>
              </a:xfrm>
              <a:prstGeom prst="roundRect">
                <a:avLst/>
              </a:prstGeom>
              <a:solidFill>
                <a:srgbClr val="E6E6E6"/>
              </a:solidFill>
              <a:ln>
                <a:solidFill>
                  <a:srgbClr val="787A7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19"/>
              </a:p>
            </p:txBody>
          </p:sp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2232AD07-8CB8-4EFD-833B-91572DFC2AD0}"/>
                  </a:ext>
                </a:extLst>
              </p:cNvPr>
              <p:cNvSpPr/>
              <p:nvPr/>
            </p:nvSpPr>
            <p:spPr>
              <a:xfrm>
                <a:off x="6743599" y="1260956"/>
                <a:ext cx="4922492" cy="2204145"/>
              </a:xfrm>
              <a:prstGeom prst="roundRect">
                <a:avLst/>
              </a:prstGeom>
              <a:solidFill>
                <a:srgbClr val="E6E6E6"/>
              </a:solidFill>
              <a:ln>
                <a:solidFill>
                  <a:srgbClr val="787A7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19"/>
              </a:p>
            </p:txBody>
          </p:sp>
          <p:sp>
            <p:nvSpPr>
              <p:cNvPr id="40" name="矩形: 圆角 39">
                <a:extLst>
                  <a:ext uri="{FF2B5EF4-FFF2-40B4-BE49-F238E27FC236}">
                    <a16:creationId xmlns:a16="http://schemas.microsoft.com/office/drawing/2014/main" id="{00C22531-D63B-44AA-BF94-1C2807C8EF56}"/>
                  </a:ext>
                </a:extLst>
              </p:cNvPr>
              <p:cNvSpPr/>
              <p:nvPr/>
            </p:nvSpPr>
            <p:spPr>
              <a:xfrm>
                <a:off x="6627182" y="1407084"/>
                <a:ext cx="4922492" cy="2204145"/>
              </a:xfrm>
              <a:prstGeom prst="roundRect">
                <a:avLst/>
              </a:prstGeom>
              <a:solidFill>
                <a:srgbClr val="E6E6E6"/>
              </a:solidFill>
              <a:ln>
                <a:solidFill>
                  <a:srgbClr val="787A7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19" dirty="0"/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46A5A17E-59B5-4AF9-AF18-377E3E56D191}"/>
                  </a:ext>
                </a:extLst>
              </p:cNvPr>
              <p:cNvSpPr/>
              <p:nvPr/>
            </p:nvSpPr>
            <p:spPr>
              <a:xfrm>
                <a:off x="6778784" y="3150373"/>
                <a:ext cx="735584" cy="3623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346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Linear</a:t>
                </a:r>
                <a:endParaRPr lang="zh-CN" altLang="en-US" sz="1346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6F500114-770B-44FA-AFD9-C5647288D911}"/>
                  </a:ext>
                </a:extLst>
              </p:cNvPr>
              <p:cNvSpPr/>
              <p:nvPr/>
            </p:nvSpPr>
            <p:spPr>
              <a:xfrm>
                <a:off x="7658475" y="2301202"/>
                <a:ext cx="245915" cy="285421"/>
              </a:xfrm>
              <a:prstGeom prst="rect">
                <a:avLst/>
              </a:prstGeom>
              <a:solidFill>
                <a:srgbClr val="CDEB8B"/>
              </a:solidFill>
              <a:ln>
                <a:solidFill>
                  <a:srgbClr val="696A6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346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Q</a:t>
                </a:r>
                <a:endParaRPr lang="zh-CN" altLang="en-US" sz="1346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161DCD0B-A9FE-4234-831B-B674DA1B2287}"/>
                  </a:ext>
                </a:extLst>
              </p:cNvPr>
              <p:cNvSpPr/>
              <p:nvPr/>
            </p:nvSpPr>
            <p:spPr>
              <a:xfrm>
                <a:off x="7658475" y="2782556"/>
                <a:ext cx="245915" cy="285421"/>
              </a:xfrm>
              <a:prstGeom prst="rect">
                <a:avLst/>
              </a:prstGeom>
              <a:solidFill>
                <a:srgbClr val="CDEB8B"/>
              </a:solidFill>
              <a:ln>
                <a:solidFill>
                  <a:srgbClr val="696A6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346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K</a:t>
                </a:r>
                <a:endParaRPr lang="zh-CN" altLang="en-US" sz="1346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353B08B5-77A6-4C33-A952-DA90E1AEE964}"/>
                  </a:ext>
                </a:extLst>
              </p:cNvPr>
              <p:cNvSpPr/>
              <p:nvPr/>
            </p:nvSpPr>
            <p:spPr>
              <a:xfrm>
                <a:off x="8059485" y="3187026"/>
                <a:ext cx="245915" cy="285421"/>
              </a:xfrm>
              <a:prstGeom prst="rect">
                <a:avLst/>
              </a:prstGeom>
              <a:solidFill>
                <a:srgbClr val="CDEB8B"/>
              </a:solidFill>
              <a:ln>
                <a:solidFill>
                  <a:srgbClr val="696A6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346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V</a:t>
                </a:r>
                <a:endParaRPr lang="zh-CN" altLang="en-US" sz="1346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B108B99F-4036-4A19-B721-77AF3FCE8ED3}"/>
                  </a:ext>
                </a:extLst>
              </p:cNvPr>
              <p:cNvSpPr/>
              <p:nvPr/>
            </p:nvSpPr>
            <p:spPr>
              <a:xfrm>
                <a:off x="7648322" y="1714530"/>
                <a:ext cx="245915" cy="285421"/>
              </a:xfrm>
              <a:prstGeom prst="rect">
                <a:avLst/>
              </a:prstGeom>
              <a:solidFill>
                <a:srgbClr val="FFCCCC"/>
              </a:solidFill>
              <a:ln>
                <a:solidFill>
                  <a:srgbClr val="696A6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l-GR" altLang="zh-CN" sz="1346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σ</a:t>
                </a:r>
                <a:endParaRPr lang="zh-CN" altLang="en-US" sz="1346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cxnSp>
            <p:nvCxnSpPr>
              <p:cNvPr id="56" name="直接箭头连接符 55">
                <a:extLst>
                  <a:ext uri="{FF2B5EF4-FFF2-40B4-BE49-F238E27FC236}">
                    <a16:creationId xmlns:a16="http://schemas.microsoft.com/office/drawing/2014/main" id="{ECAFC462-45B8-4EEE-849B-90AB0BEB13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21380" y="3324604"/>
                <a:ext cx="534303" cy="1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连接符: 肘形 57">
                <a:extLst>
                  <a:ext uri="{FF2B5EF4-FFF2-40B4-BE49-F238E27FC236}">
                    <a16:creationId xmlns:a16="http://schemas.microsoft.com/office/drawing/2014/main" id="{6C113867-CFF6-4634-9740-5659EB57F279}"/>
                  </a:ext>
                </a:extLst>
              </p:cNvPr>
              <p:cNvCxnSpPr>
                <a:cxnSpLocks/>
                <a:stCxn id="47" idx="0"/>
                <a:endCxn id="55" idx="1"/>
              </p:cNvCxnSpPr>
              <p:nvPr/>
            </p:nvCxnSpPr>
            <p:spPr>
              <a:xfrm rot="5400000" flipH="1" flipV="1">
                <a:off x="6750879" y="2252934"/>
                <a:ext cx="1293136" cy="501742"/>
              </a:xfrm>
              <a:prstGeom prst="bentConnector2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连接符: 肘形 59">
                <a:extLst>
                  <a:ext uri="{FF2B5EF4-FFF2-40B4-BE49-F238E27FC236}">
                    <a16:creationId xmlns:a16="http://schemas.microsoft.com/office/drawing/2014/main" id="{6919FD25-64B8-4027-9A9F-D84A8EC89EE4}"/>
                  </a:ext>
                </a:extLst>
              </p:cNvPr>
              <p:cNvCxnSpPr>
                <a:cxnSpLocks/>
                <a:stCxn id="47" idx="0"/>
                <a:endCxn id="52" idx="1"/>
              </p:cNvCxnSpPr>
              <p:nvPr/>
            </p:nvCxnSpPr>
            <p:spPr>
              <a:xfrm rot="5400000" flipH="1" flipV="1">
                <a:off x="7049291" y="2541193"/>
                <a:ext cx="706464" cy="511896"/>
              </a:xfrm>
              <a:prstGeom prst="bentConnector2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连接符: 肘形 61">
                <a:extLst>
                  <a:ext uri="{FF2B5EF4-FFF2-40B4-BE49-F238E27FC236}">
                    <a16:creationId xmlns:a16="http://schemas.microsoft.com/office/drawing/2014/main" id="{930086E1-4484-4A28-8B8B-32848ED3632C}"/>
                  </a:ext>
                </a:extLst>
              </p:cNvPr>
              <p:cNvCxnSpPr>
                <a:cxnSpLocks/>
                <a:stCxn id="47" idx="0"/>
                <a:endCxn id="53" idx="1"/>
              </p:cNvCxnSpPr>
              <p:nvPr/>
            </p:nvCxnSpPr>
            <p:spPr>
              <a:xfrm rot="5400000" flipH="1" flipV="1">
                <a:off x="7289969" y="2781871"/>
                <a:ext cx="225110" cy="511896"/>
              </a:xfrm>
              <a:prstGeom prst="bentConnector2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直接箭头连接符 62">
                <a:extLst>
                  <a:ext uri="{FF2B5EF4-FFF2-40B4-BE49-F238E27FC236}">
                    <a16:creationId xmlns:a16="http://schemas.microsoft.com/office/drawing/2014/main" id="{EB7060DB-F7E8-44D1-B835-AB93B7A3807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96080" y="2919319"/>
                <a:ext cx="367113" cy="10925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直接箭头连接符 63">
                <a:extLst>
                  <a:ext uri="{FF2B5EF4-FFF2-40B4-BE49-F238E27FC236}">
                    <a16:creationId xmlns:a16="http://schemas.microsoft.com/office/drawing/2014/main" id="{6499BFD9-4EAB-498A-8DC8-F8752E785C0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96080" y="2429356"/>
                <a:ext cx="367113" cy="10925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77" name="组合 76">
                <a:extLst>
                  <a:ext uri="{FF2B5EF4-FFF2-40B4-BE49-F238E27FC236}">
                    <a16:creationId xmlns:a16="http://schemas.microsoft.com/office/drawing/2014/main" id="{6F2136EB-E502-4854-886E-8C12FDF857F6}"/>
                  </a:ext>
                </a:extLst>
              </p:cNvPr>
              <p:cNvGrpSpPr/>
              <p:nvPr/>
            </p:nvGrpSpPr>
            <p:grpSpPr>
              <a:xfrm>
                <a:off x="8174580" y="2324197"/>
                <a:ext cx="4041961" cy="1124148"/>
                <a:chOff x="10445800" y="3108130"/>
                <a:chExt cx="4141971" cy="992515"/>
              </a:xfrm>
            </p:grpSpPr>
            <p:sp>
              <p:nvSpPr>
                <p:cNvPr id="71" name="矩形 70">
                  <a:extLst>
                    <a:ext uri="{FF2B5EF4-FFF2-40B4-BE49-F238E27FC236}">
                      <a16:creationId xmlns:a16="http://schemas.microsoft.com/office/drawing/2014/main" id="{1FD23761-3EB5-4922-AEE9-3AEC3A381F3B}"/>
                    </a:ext>
                  </a:extLst>
                </p:cNvPr>
                <p:cNvSpPr/>
                <p:nvPr/>
              </p:nvSpPr>
              <p:spPr>
                <a:xfrm>
                  <a:off x="10536602" y="3108130"/>
                  <a:ext cx="252000" cy="623741"/>
                </a:xfrm>
                <a:prstGeom prst="rect">
                  <a:avLst/>
                </a:prstGeom>
                <a:solidFill>
                  <a:srgbClr val="DAE8FC"/>
                </a:solidFill>
                <a:ln>
                  <a:solidFill>
                    <a:srgbClr val="696A6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46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3335AA1F-69F0-441A-B4D1-B900036A0227}"/>
                    </a:ext>
                  </a:extLst>
                </p:cNvPr>
                <p:cNvSpPr txBox="1"/>
                <p:nvPr/>
              </p:nvSpPr>
              <p:spPr>
                <a:xfrm>
                  <a:off x="10445800" y="3143001"/>
                  <a:ext cx="401468" cy="540078"/>
                </a:xfrm>
                <a:prstGeom prst="rect">
                  <a:avLst/>
                </a:prstGeom>
                <a:noFill/>
              </p:spPr>
              <p:txBody>
                <a:bodyPr vert="eaVert" wrap="none" rtlCol="0">
                  <a:spAutoFit/>
                </a:bodyPr>
                <a:lstStyle/>
                <a:p>
                  <a:r>
                    <a:rPr lang="en-US" altLang="zh-CN" sz="1346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MatMul</a:t>
                  </a:r>
                  <a:endParaRPr lang="zh-CN" altLang="en-US" sz="1346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A1CD4595-70F4-476C-90BE-CA72EB96A790}"/>
                    </a:ext>
                  </a:extLst>
                </p:cNvPr>
                <p:cNvSpPr txBox="1"/>
                <p:nvPr/>
              </p:nvSpPr>
              <p:spPr>
                <a:xfrm>
                  <a:off x="14186303" y="3560567"/>
                  <a:ext cx="401468" cy="540078"/>
                </a:xfrm>
                <a:prstGeom prst="rect">
                  <a:avLst/>
                </a:prstGeom>
                <a:noFill/>
              </p:spPr>
              <p:txBody>
                <a:bodyPr vert="eaVert" wrap="none" rtlCol="0">
                  <a:spAutoFit/>
                </a:bodyPr>
                <a:lstStyle/>
                <a:p>
                  <a:r>
                    <a:rPr lang="en-US" altLang="zh-CN" sz="1346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Linear</a:t>
                  </a:r>
                  <a:endParaRPr lang="zh-CN" altLang="en-US" sz="1346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cxnSp>
            <p:nvCxnSpPr>
              <p:cNvPr id="75" name="直接箭头连接符 74">
                <a:extLst>
                  <a:ext uri="{FF2B5EF4-FFF2-40B4-BE49-F238E27FC236}">
                    <a16:creationId xmlns:a16="http://schemas.microsoft.com/office/drawing/2014/main" id="{E3513E37-6A75-48A7-B1BF-1A07758858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12355" y="2677427"/>
                <a:ext cx="324414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78" name="组合 77">
                <a:extLst>
                  <a:ext uri="{FF2B5EF4-FFF2-40B4-BE49-F238E27FC236}">
                    <a16:creationId xmlns:a16="http://schemas.microsoft.com/office/drawing/2014/main" id="{9E50048C-E207-492D-87B1-1D572B33A360}"/>
                  </a:ext>
                </a:extLst>
              </p:cNvPr>
              <p:cNvGrpSpPr/>
              <p:nvPr/>
            </p:nvGrpSpPr>
            <p:grpSpPr>
              <a:xfrm>
                <a:off x="8749405" y="2324199"/>
                <a:ext cx="391774" cy="706465"/>
                <a:chOff x="10445800" y="3108130"/>
                <a:chExt cx="401468" cy="623741"/>
              </a:xfrm>
              <a:solidFill>
                <a:srgbClr val="E1D5E7"/>
              </a:solidFill>
            </p:grpSpPr>
            <p:sp>
              <p:nvSpPr>
                <p:cNvPr id="79" name="矩形 78">
                  <a:extLst>
                    <a:ext uri="{FF2B5EF4-FFF2-40B4-BE49-F238E27FC236}">
                      <a16:creationId xmlns:a16="http://schemas.microsoft.com/office/drawing/2014/main" id="{93E60CBF-41BA-4CFC-ABE0-82BA4992BA2B}"/>
                    </a:ext>
                  </a:extLst>
                </p:cNvPr>
                <p:cNvSpPr/>
                <p:nvPr/>
              </p:nvSpPr>
              <p:spPr>
                <a:xfrm>
                  <a:off x="10536602" y="3108130"/>
                  <a:ext cx="252000" cy="623741"/>
                </a:xfrm>
                <a:prstGeom prst="rect">
                  <a:avLst/>
                </a:prstGeom>
                <a:grpFill/>
                <a:ln>
                  <a:solidFill>
                    <a:srgbClr val="696A6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46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D992505B-EB2B-4D0C-8987-791A337B96DC}"/>
                    </a:ext>
                  </a:extLst>
                </p:cNvPr>
                <p:cNvSpPr txBox="1"/>
                <p:nvPr/>
              </p:nvSpPr>
              <p:spPr>
                <a:xfrm>
                  <a:off x="10445800" y="3143001"/>
                  <a:ext cx="401468" cy="463652"/>
                </a:xfrm>
                <a:prstGeom prst="rect">
                  <a:avLst/>
                </a:prstGeom>
                <a:noFill/>
              </p:spPr>
              <p:txBody>
                <a:bodyPr vert="eaVert" wrap="none" rtlCol="0">
                  <a:spAutoFit/>
                </a:bodyPr>
                <a:lstStyle/>
                <a:p>
                  <a:r>
                    <a:rPr lang="en-US" altLang="zh-CN" sz="1346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Scale</a:t>
                  </a:r>
                  <a:endParaRPr lang="zh-CN" altLang="en-US" sz="1346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82" name="组合 81">
                <a:extLst>
                  <a:ext uri="{FF2B5EF4-FFF2-40B4-BE49-F238E27FC236}">
                    <a16:creationId xmlns:a16="http://schemas.microsoft.com/office/drawing/2014/main" id="{A16F286F-3AC1-4522-9AF4-31A7D119A4C6}"/>
                  </a:ext>
                </a:extLst>
              </p:cNvPr>
              <p:cNvGrpSpPr/>
              <p:nvPr/>
            </p:nvGrpSpPr>
            <p:grpSpPr>
              <a:xfrm>
                <a:off x="9333870" y="2319508"/>
                <a:ext cx="391774" cy="737764"/>
                <a:chOff x="10445800" y="3108130"/>
                <a:chExt cx="401468" cy="651374"/>
              </a:xfrm>
              <a:solidFill>
                <a:srgbClr val="FFCCCC"/>
              </a:solidFill>
            </p:grpSpPr>
            <p:sp>
              <p:nvSpPr>
                <p:cNvPr id="83" name="矩形 82">
                  <a:extLst>
                    <a:ext uri="{FF2B5EF4-FFF2-40B4-BE49-F238E27FC236}">
                      <a16:creationId xmlns:a16="http://schemas.microsoft.com/office/drawing/2014/main" id="{D26CF560-C1F0-4674-8708-F1B3131BB3E4}"/>
                    </a:ext>
                  </a:extLst>
                </p:cNvPr>
                <p:cNvSpPr/>
                <p:nvPr/>
              </p:nvSpPr>
              <p:spPr>
                <a:xfrm>
                  <a:off x="10536602" y="3108130"/>
                  <a:ext cx="252000" cy="623741"/>
                </a:xfrm>
                <a:prstGeom prst="rect">
                  <a:avLst/>
                </a:prstGeom>
                <a:grpFill/>
                <a:ln>
                  <a:solidFill>
                    <a:srgbClr val="696A6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46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6387428D-6ADD-42AF-93A2-6621D8AB0C27}"/>
                    </a:ext>
                  </a:extLst>
                </p:cNvPr>
                <p:cNvSpPr txBox="1"/>
                <p:nvPr/>
              </p:nvSpPr>
              <p:spPr>
                <a:xfrm>
                  <a:off x="10445800" y="3143001"/>
                  <a:ext cx="401468" cy="616503"/>
                </a:xfrm>
                <a:prstGeom prst="rect">
                  <a:avLst/>
                </a:prstGeom>
                <a:noFill/>
              </p:spPr>
              <p:txBody>
                <a:bodyPr vert="eaVert" wrap="none" rtlCol="0">
                  <a:spAutoFit/>
                </a:bodyPr>
                <a:lstStyle/>
                <a:p>
                  <a:r>
                    <a:rPr lang="en-US" altLang="zh-CN" sz="1346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SoftMax</a:t>
                  </a:r>
                  <a:endParaRPr lang="zh-CN" altLang="en-US" sz="1346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cxnSp>
            <p:nvCxnSpPr>
              <p:cNvPr id="85" name="直接箭头连接符 84">
                <a:extLst>
                  <a:ext uri="{FF2B5EF4-FFF2-40B4-BE49-F238E27FC236}">
                    <a16:creationId xmlns:a16="http://schemas.microsoft.com/office/drawing/2014/main" id="{4CC4A59F-1304-42A7-81CB-71E61E7676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88401" y="2681274"/>
                <a:ext cx="324414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90" name="组合 89">
                <a:extLst>
                  <a:ext uri="{FF2B5EF4-FFF2-40B4-BE49-F238E27FC236}">
                    <a16:creationId xmlns:a16="http://schemas.microsoft.com/office/drawing/2014/main" id="{33387893-BC40-4F55-93D3-6D4704EAE327}"/>
                  </a:ext>
                </a:extLst>
              </p:cNvPr>
              <p:cNvGrpSpPr/>
              <p:nvPr/>
            </p:nvGrpSpPr>
            <p:grpSpPr>
              <a:xfrm>
                <a:off x="8174553" y="1449445"/>
                <a:ext cx="391774" cy="830426"/>
                <a:chOff x="10445800" y="3108130"/>
                <a:chExt cx="401468" cy="635099"/>
              </a:xfrm>
            </p:grpSpPr>
            <p:sp>
              <p:nvSpPr>
                <p:cNvPr id="91" name="矩形 90">
                  <a:extLst>
                    <a:ext uri="{FF2B5EF4-FFF2-40B4-BE49-F238E27FC236}">
                      <a16:creationId xmlns:a16="http://schemas.microsoft.com/office/drawing/2014/main" id="{78C5BC86-2C82-4958-BB4C-229A7134D39C}"/>
                    </a:ext>
                  </a:extLst>
                </p:cNvPr>
                <p:cNvSpPr/>
                <p:nvPr/>
              </p:nvSpPr>
              <p:spPr>
                <a:xfrm>
                  <a:off x="10536602" y="3108130"/>
                  <a:ext cx="252000" cy="623741"/>
                </a:xfrm>
                <a:prstGeom prst="rect">
                  <a:avLst/>
                </a:prstGeom>
                <a:solidFill>
                  <a:srgbClr val="DAE8FC"/>
                </a:solidFill>
                <a:ln>
                  <a:solidFill>
                    <a:srgbClr val="696A6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46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B992A227-2841-40FC-B715-EDFEB4C7E30B}"/>
                    </a:ext>
                  </a:extLst>
                </p:cNvPr>
                <p:cNvSpPr txBox="1"/>
                <p:nvPr/>
              </p:nvSpPr>
              <p:spPr>
                <a:xfrm>
                  <a:off x="10445800" y="3143001"/>
                  <a:ext cx="401468" cy="600228"/>
                </a:xfrm>
                <a:prstGeom prst="rect">
                  <a:avLst/>
                </a:prstGeom>
                <a:noFill/>
              </p:spPr>
              <p:txBody>
                <a:bodyPr vert="eaVert" wrap="none" rtlCol="0">
                  <a:spAutoFit/>
                </a:bodyPr>
                <a:lstStyle/>
                <a:p>
                  <a:r>
                    <a:rPr lang="en-US" altLang="zh-CN" sz="1346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Gaussian</a:t>
                  </a:r>
                  <a:endParaRPr lang="zh-CN" altLang="en-US" sz="1346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cxnSp>
            <p:nvCxnSpPr>
              <p:cNvPr id="94" name="直接箭头连接符 93">
                <a:extLst>
                  <a:ext uri="{FF2B5EF4-FFF2-40B4-BE49-F238E27FC236}">
                    <a16:creationId xmlns:a16="http://schemas.microsoft.com/office/drawing/2014/main" id="{3BF42F79-1C8B-493C-B374-7DED857759B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85695" y="1857163"/>
                <a:ext cx="367113" cy="10925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直接箭头连接符 94">
                <a:extLst>
                  <a:ext uri="{FF2B5EF4-FFF2-40B4-BE49-F238E27FC236}">
                    <a16:creationId xmlns:a16="http://schemas.microsoft.com/office/drawing/2014/main" id="{D59A027B-83A1-4705-BC57-B97958C1205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12359" y="1848835"/>
                <a:ext cx="571601" cy="6885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96" name="组合 95">
                <a:extLst>
                  <a:ext uri="{FF2B5EF4-FFF2-40B4-BE49-F238E27FC236}">
                    <a16:creationId xmlns:a16="http://schemas.microsoft.com/office/drawing/2014/main" id="{D549B15C-C6EA-486C-8503-F8AF5F5DCA2B}"/>
                  </a:ext>
                </a:extLst>
              </p:cNvPr>
              <p:cNvGrpSpPr/>
              <p:nvPr/>
            </p:nvGrpSpPr>
            <p:grpSpPr>
              <a:xfrm>
                <a:off x="9005990" y="1486571"/>
                <a:ext cx="391774" cy="737764"/>
                <a:chOff x="10445800" y="3108130"/>
                <a:chExt cx="401468" cy="651374"/>
              </a:xfrm>
              <a:solidFill>
                <a:srgbClr val="E1D5E7"/>
              </a:solidFill>
            </p:grpSpPr>
            <p:sp>
              <p:nvSpPr>
                <p:cNvPr id="97" name="矩形 96">
                  <a:extLst>
                    <a:ext uri="{FF2B5EF4-FFF2-40B4-BE49-F238E27FC236}">
                      <a16:creationId xmlns:a16="http://schemas.microsoft.com/office/drawing/2014/main" id="{4C9583DB-603E-49BD-A9BD-8F170A89BE54}"/>
                    </a:ext>
                  </a:extLst>
                </p:cNvPr>
                <p:cNvSpPr/>
                <p:nvPr/>
              </p:nvSpPr>
              <p:spPr>
                <a:xfrm>
                  <a:off x="10536602" y="3108130"/>
                  <a:ext cx="252000" cy="623741"/>
                </a:xfrm>
                <a:prstGeom prst="rect">
                  <a:avLst/>
                </a:prstGeom>
                <a:grpFill/>
                <a:ln>
                  <a:solidFill>
                    <a:srgbClr val="696A6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46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74170AB7-AC8B-46B4-A728-51834107C42E}"/>
                    </a:ext>
                  </a:extLst>
                </p:cNvPr>
                <p:cNvSpPr txBox="1"/>
                <p:nvPr/>
              </p:nvSpPr>
              <p:spPr>
                <a:xfrm>
                  <a:off x="10445800" y="3143001"/>
                  <a:ext cx="401468" cy="616503"/>
                </a:xfrm>
                <a:prstGeom prst="rect">
                  <a:avLst/>
                </a:prstGeom>
                <a:noFill/>
              </p:spPr>
              <p:txBody>
                <a:bodyPr vert="eaVert" wrap="none" rtlCol="0">
                  <a:spAutoFit/>
                </a:bodyPr>
                <a:lstStyle/>
                <a:p>
                  <a:r>
                    <a:rPr lang="en-US" altLang="zh-CN" sz="1346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Rescale</a:t>
                  </a:r>
                  <a:endParaRPr lang="zh-CN" altLang="en-US" sz="1346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cxnSp>
            <p:nvCxnSpPr>
              <p:cNvPr id="100" name="直接箭头连接符 99">
                <a:extLst>
                  <a:ext uri="{FF2B5EF4-FFF2-40B4-BE49-F238E27FC236}">
                    <a16:creationId xmlns:a16="http://schemas.microsoft.com/office/drawing/2014/main" id="{C4EC3CBA-DE21-4136-A5CA-70D6633C75A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351221" y="1839797"/>
                <a:ext cx="502266" cy="2703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直接箭头连接符 101">
                <a:extLst>
                  <a:ext uri="{FF2B5EF4-FFF2-40B4-BE49-F238E27FC236}">
                    <a16:creationId xmlns:a16="http://schemas.microsoft.com/office/drawing/2014/main" id="{7F8274A2-8FE3-4E5D-A3D9-511F86F9D2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68421" y="2681274"/>
                <a:ext cx="287530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208F714B-4883-4A2F-B933-378BBCFB381C}"/>
                  </a:ext>
                </a:extLst>
              </p:cNvPr>
              <p:cNvSpPr txBox="1"/>
              <p:nvPr/>
            </p:nvSpPr>
            <p:spPr>
              <a:xfrm>
                <a:off x="9816661" y="1578350"/>
                <a:ext cx="687219" cy="506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346" dirty="0">
                    <a:solidFill>
                      <a:srgbClr val="9D0D55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先验关联</a:t>
                </a:r>
              </a:p>
            </p:txBody>
          </p:sp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75E99DBC-2EF2-4A82-9734-2A53E6273479}"/>
                  </a:ext>
                </a:extLst>
              </p:cNvPr>
              <p:cNvSpPr txBox="1"/>
              <p:nvPr/>
            </p:nvSpPr>
            <p:spPr>
              <a:xfrm>
                <a:off x="9888415" y="2411287"/>
                <a:ext cx="668320" cy="506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346" dirty="0">
                    <a:solidFill>
                      <a:srgbClr val="5151B4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序列关联</a:t>
                </a:r>
              </a:p>
            </p:txBody>
          </p:sp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99B07157-56CB-46CF-A62D-850C213994C6}"/>
                  </a:ext>
                </a:extLst>
              </p:cNvPr>
              <p:cNvSpPr txBox="1"/>
              <p:nvPr/>
            </p:nvSpPr>
            <p:spPr>
              <a:xfrm>
                <a:off x="10886693" y="1578350"/>
                <a:ext cx="762377" cy="506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346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最小化阶段</a:t>
                </a:r>
              </a:p>
            </p:txBody>
          </p:sp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88766355-28B3-416B-B852-9C94D9F94EF5}"/>
                  </a:ext>
                </a:extLst>
              </p:cNvPr>
              <p:cNvSpPr txBox="1"/>
              <p:nvPr/>
            </p:nvSpPr>
            <p:spPr>
              <a:xfrm>
                <a:off x="10886694" y="2412711"/>
                <a:ext cx="801170" cy="506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346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最大化阶段</a:t>
                </a:r>
              </a:p>
            </p:txBody>
          </p:sp>
          <p:cxnSp>
            <p:nvCxnSpPr>
              <p:cNvPr id="108" name="直接箭头连接符 107">
                <a:extLst>
                  <a:ext uri="{FF2B5EF4-FFF2-40B4-BE49-F238E27FC236}">
                    <a16:creationId xmlns:a16="http://schemas.microsoft.com/office/drawing/2014/main" id="{49FCF013-04CF-4B5C-BCD4-94D14CE7EE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314741" y="1963016"/>
                <a:ext cx="502266" cy="2703"/>
              </a:xfrm>
              <a:prstGeom prst="straightConnector1">
                <a:avLst/>
              </a:prstGeom>
              <a:ln w="12700">
                <a:solidFill>
                  <a:srgbClr val="AD3E76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直接箭头连接符 108">
                <a:extLst>
                  <a:ext uri="{FF2B5EF4-FFF2-40B4-BE49-F238E27FC236}">
                    <a16:creationId xmlns:a16="http://schemas.microsoft.com/office/drawing/2014/main" id="{DBE8C1A0-E6C2-44B3-B365-8E883C4AC92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290526" y="1811721"/>
                <a:ext cx="502266" cy="10328"/>
              </a:xfrm>
              <a:prstGeom prst="straightConnector1">
                <a:avLst/>
              </a:prstGeom>
              <a:ln w="12700">
                <a:solidFill>
                  <a:srgbClr val="AD3E76"/>
                </a:solidFill>
                <a:prstDash val="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B828F2CA-9C5E-498B-A721-7BCCF859EC5F}"/>
                  </a:ext>
                </a:extLst>
              </p:cNvPr>
              <p:cNvSpPr txBox="1"/>
              <p:nvPr/>
            </p:nvSpPr>
            <p:spPr>
              <a:xfrm>
                <a:off x="10159890" y="1463103"/>
                <a:ext cx="879106" cy="29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346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梯度更新</a:t>
                </a:r>
              </a:p>
            </p:txBody>
          </p:sp>
          <p:cxnSp>
            <p:nvCxnSpPr>
              <p:cNvPr id="116" name="直接箭头连接符 115">
                <a:extLst>
                  <a:ext uri="{FF2B5EF4-FFF2-40B4-BE49-F238E27FC236}">
                    <a16:creationId xmlns:a16="http://schemas.microsoft.com/office/drawing/2014/main" id="{EF625CD5-E91C-4E7B-AA26-133D8A3B60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376261" y="2579849"/>
                <a:ext cx="502266" cy="2703"/>
              </a:xfrm>
              <a:prstGeom prst="straightConnector1">
                <a:avLst/>
              </a:prstGeom>
              <a:ln w="12700">
                <a:solidFill>
                  <a:srgbClr val="5151B4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7" name="直接箭头连接符 116">
                <a:extLst>
                  <a:ext uri="{FF2B5EF4-FFF2-40B4-BE49-F238E27FC236}">
                    <a16:creationId xmlns:a16="http://schemas.microsoft.com/office/drawing/2014/main" id="{6C06DB6F-34FC-4F7F-AF08-333E6F5FEC3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352939" y="2795395"/>
                <a:ext cx="502266" cy="10328"/>
              </a:xfrm>
              <a:prstGeom prst="straightConnector1">
                <a:avLst/>
              </a:prstGeom>
              <a:ln w="12700">
                <a:solidFill>
                  <a:srgbClr val="5151B4"/>
                </a:solidFill>
                <a:prstDash val="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7273B439-CD38-4E95-AEF4-82CA06A81945}"/>
                  </a:ext>
                </a:extLst>
              </p:cNvPr>
              <p:cNvSpPr txBox="1"/>
              <p:nvPr/>
            </p:nvSpPr>
            <p:spPr>
              <a:xfrm>
                <a:off x="10232686" y="2827569"/>
                <a:ext cx="922438" cy="29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346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梯度更新</a:t>
                </a:r>
              </a:p>
            </p:txBody>
          </p:sp>
          <p:sp>
            <p:nvSpPr>
              <p:cNvPr id="119" name="弧形 118">
                <a:extLst>
                  <a:ext uri="{FF2B5EF4-FFF2-40B4-BE49-F238E27FC236}">
                    <a16:creationId xmlns:a16="http://schemas.microsoft.com/office/drawing/2014/main" id="{C5916F63-1357-4AA7-8A79-CCDB9B562F2B}"/>
                  </a:ext>
                </a:extLst>
              </p:cNvPr>
              <p:cNvSpPr/>
              <p:nvPr/>
            </p:nvSpPr>
            <p:spPr>
              <a:xfrm>
                <a:off x="9355643" y="2008231"/>
                <a:ext cx="1830896" cy="933087"/>
              </a:xfrm>
              <a:prstGeom prst="arc">
                <a:avLst/>
              </a:prstGeom>
              <a:ln>
                <a:solidFill>
                  <a:srgbClr val="AD3E76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019"/>
              </a:p>
            </p:txBody>
          </p:sp>
          <p:sp>
            <p:nvSpPr>
              <p:cNvPr id="120" name="弧形 119">
                <a:extLst>
                  <a:ext uri="{FF2B5EF4-FFF2-40B4-BE49-F238E27FC236}">
                    <a16:creationId xmlns:a16="http://schemas.microsoft.com/office/drawing/2014/main" id="{96698B7E-4B59-4CE1-995B-EF9E002C2573}"/>
                  </a:ext>
                </a:extLst>
              </p:cNvPr>
              <p:cNvSpPr/>
              <p:nvPr/>
            </p:nvSpPr>
            <p:spPr>
              <a:xfrm flipV="1">
                <a:off x="9455040" y="1505384"/>
                <a:ext cx="1731498" cy="1032266"/>
              </a:xfrm>
              <a:prstGeom prst="arc">
                <a:avLst/>
              </a:prstGeom>
              <a:ln>
                <a:solidFill>
                  <a:srgbClr val="5151B4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019"/>
              </a:p>
            </p:txBody>
          </p:sp>
          <p:sp>
            <p:nvSpPr>
              <p:cNvPr id="154" name="矩形 153">
                <a:extLst>
                  <a:ext uri="{FF2B5EF4-FFF2-40B4-BE49-F238E27FC236}">
                    <a16:creationId xmlns:a16="http://schemas.microsoft.com/office/drawing/2014/main" id="{9020E91E-2046-43CA-92C6-2F256B06F82A}"/>
                  </a:ext>
                </a:extLst>
              </p:cNvPr>
              <p:cNvSpPr/>
              <p:nvPr/>
            </p:nvSpPr>
            <p:spPr>
              <a:xfrm>
                <a:off x="9807927" y="3198864"/>
                <a:ext cx="633150" cy="287829"/>
              </a:xfrm>
              <a:prstGeom prst="rect">
                <a:avLst/>
              </a:prstGeom>
              <a:solidFill>
                <a:srgbClr val="DAE8FC"/>
              </a:solidFill>
              <a:ln>
                <a:solidFill>
                  <a:srgbClr val="696A6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46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B47100EF-058B-43D7-9C8B-B7D1B9FD7396}"/>
                  </a:ext>
                </a:extLst>
              </p:cNvPr>
              <p:cNvSpPr txBox="1"/>
              <p:nvPr/>
            </p:nvSpPr>
            <p:spPr>
              <a:xfrm>
                <a:off x="9785208" y="3177373"/>
                <a:ext cx="1031799" cy="29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346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MatMul</a:t>
                </a:r>
                <a:endParaRPr lang="zh-CN" altLang="en-US" sz="1346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cxnSp>
            <p:nvCxnSpPr>
              <p:cNvPr id="157" name="直接箭头连接符 156">
                <a:extLst>
                  <a:ext uri="{FF2B5EF4-FFF2-40B4-BE49-F238E27FC236}">
                    <a16:creationId xmlns:a16="http://schemas.microsoft.com/office/drawing/2014/main" id="{1AB92DC6-D59C-4F8A-AD97-F0CB84DD2568}"/>
                  </a:ext>
                </a:extLst>
              </p:cNvPr>
              <p:cNvCxnSpPr>
                <a:cxnSpLocks/>
                <a:endCxn id="156" idx="1"/>
              </p:cNvCxnSpPr>
              <p:nvPr/>
            </p:nvCxnSpPr>
            <p:spPr>
              <a:xfrm flipV="1">
                <a:off x="8312403" y="3327094"/>
                <a:ext cx="1472805" cy="5345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9" name="直接箭头连接符 158">
                <a:extLst>
                  <a:ext uri="{FF2B5EF4-FFF2-40B4-BE49-F238E27FC236}">
                    <a16:creationId xmlns:a16="http://schemas.microsoft.com/office/drawing/2014/main" id="{B32022F0-A0D4-4BAD-9C33-9CE3267EF8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28718" y="2904018"/>
                <a:ext cx="0" cy="264249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直接箭头连接符 160">
                <a:extLst>
                  <a:ext uri="{FF2B5EF4-FFF2-40B4-BE49-F238E27FC236}">
                    <a16:creationId xmlns:a16="http://schemas.microsoft.com/office/drawing/2014/main" id="{BD418802-8E90-4534-8FC8-32B8A62CD3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63796" y="3324600"/>
                <a:ext cx="1475825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4" name="直接箭头连接符 163">
                <a:extLst>
                  <a:ext uri="{FF2B5EF4-FFF2-40B4-BE49-F238E27FC236}">
                    <a16:creationId xmlns:a16="http://schemas.microsoft.com/office/drawing/2014/main" id="{8FF01081-6C20-457E-B00F-94B779B4FC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49963" y="3137523"/>
                <a:ext cx="380721" cy="12853"/>
              </a:xfrm>
              <a:prstGeom prst="straightConnector1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prstDash val="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7" name="直接箭头连接符 166">
                <a:extLst>
                  <a:ext uri="{FF2B5EF4-FFF2-40B4-BE49-F238E27FC236}">
                    <a16:creationId xmlns:a16="http://schemas.microsoft.com/office/drawing/2014/main" id="{D4E18100-DF71-4794-8F5C-DE223C3446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668737" y="2971584"/>
                <a:ext cx="261944" cy="12853"/>
              </a:xfrm>
              <a:prstGeom prst="straightConnector1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prstDash val="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58" name="文本框 257">
                <a:extLst>
                  <a:ext uri="{FF2B5EF4-FFF2-40B4-BE49-F238E27FC236}">
                    <a16:creationId xmlns:a16="http://schemas.microsoft.com/office/drawing/2014/main" id="{3FD92B6C-5915-46B0-8F73-6B21E96EB289}"/>
                  </a:ext>
                </a:extLst>
              </p:cNvPr>
              <p:cNvSpPr txBox="1"/>
              <p:nvPr/>
            </p:nvSpPr>
            <p:spPr>
              <a:xfrm>
                <a:off x="6820219" y="3797147"/>
                <a:ext cx="2089034" cy="29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346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(c)Anomaly Transformer</a:t>
                </a:r>
                <a:endParaRPr lang="zh-CN" altLang="en-US" sz="1346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85" name="矩形: 圆角 184">
              <a:extLst>
                <a:ext uri="{FF2B5EF4-FFF2-40B4-BE49-F238E27FC236}">
                  <a16:creationId xmlns:a16="http://schemas.microsoft.com/office/drawing/2014/main" id="{F567E3D4-7A99-4AB3-A068-7D742AF500B4}"/>
                </a:ext>
              </a:extLst>
            </p:cNvPr>
            <p:cNvSpPr/>
            <p:nvPr/>
          </p:nvSpPr>
          <p:spPr>
            <a:xfrm>
              <a:off x="26431" y="61358"/>
              <a:ext cx="3146241" cy="4876384"/>
            </a:xfrm>
            <a:prstGeom prst="round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19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0" name="文本框 189">
                  <a:extLst>
                    <a:ext uri="{FF2B5EF4-FFF2-40B4-BE49-F238E27FC236}">
                      <a16:creationId xmlns:a16="http://schemas.microsoft.com/office/drawing/2014/main" id="{BB3AAA74-76FF-4739-9814-1203A920B2EB}"/>
                    </a:ext>
                  </a:extLst>
                </p:cNvPr>
                <p:cNvSpPr txBox="1"/>
                <p:nvPr/>
              </p:nvSpPr>
              <p:spPr>
                <a:xfrm>
                  <a:off x="1408333" y="5251757"/>
                  <a:ext cx="386067" cy="2994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346" i="1"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zh-CN" altLang="en-US" sz="1346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>
            <p:sp>
              <p:nvSpPr>
                <p:cNvPr id="190" name="文本框 189">
                  <a:extLst>
                    <a:ext uri="{FF2B5EF4-FFF2-40B4-BE49-F238E27FC236}">
                      <a16:creationId xmlns:a16="http://schemas.microsoft.com/office/drawing/2014/main" id="{BB3AAA74-76FF-4739-9814-1203A920B2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8333" y="5251757"/>
                  <a:ext cx="386067" cy="29944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1" name="直接箭头连接符 190">
              <a:extLst>
                <a:ext uri="{FF2B5EF4-FFF2-40B4-BE49-F238E27FC236}">
                  <a16:creationId xmlns:a16="http://schemas.microsoft.com/office/drawing/2014/main" id="{30C330B4-E197-462F-AB59-0C083E4E61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99551" y="4963046"/>
              <a:ext cx="0" cy="35846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8" name="连接符: 肘形 197">
              <a:extLst>
                <a:ext uri="{FF2B5EF4-FFF2-40B4-BE49-F238E27FC236}">
                  <a16:creationId xmlns:a16="http://schemas.microsoft.com/office/drawing/2014/main" id="{4ADC0B2D-6529-4C1A-AAE8-43DC7868A679}"/>
                </a:ext>
              </a:extLst>
            </p:cNvPr>
            <p:cNvCxnSpPr>
              <a:cxnSpLocks/>
              <a:stCxn id="187" idx="0"/>
              <a:endCxn id="193" idx="2"/>
            </p:cNvCxnSpPr>
            <p:nvPr/>
          </p:nvCxnSpPr>
          <p:spPr>
            <a:xfrm rot="16200000" flipV="1">
              <a:off x="1030373" y="3621649"/>
              <a:ext cx="483876" cy="662238"/>
            </a:xfrm>
            <a:prstGeom prst="bentConnector3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0" name="连接符: 肘形 199">
              <a:extLst>
                <a:ext uri="{FF2B5EF4-FFF2-40B4-BE49-F238E27FC236}">
                  <a16:creationId xmlns:a16="http://schemas.microsoft.com/office/drawing/2014/main" id="{85C6FA06-D856-4A1E-BF60-4AA907E22FDE}"/>
                </a:ext>
              </a:extLst>
            </p:cNvPr>
            <p:cNvCxnSpPr>
              <a:cxnSpLocks/>
              <a:stCxn id="187" idx="0"/>
              <a:endCxn id="194" idx="2"/>
            </p:cNvCxnSpPr>
            <p:nvPr/>
          </p:nvCxnSpPr>
          <p:spPr>
            <a:xfrm rot="5400000" flipH="1" flipV="1">
              <a:off x="1750278" y="3557077"/>
              <a:ext cx="490782" cy="784479"/>
            </a:xfrm>
            <a:prstGeom prst="bentConnector3">
              <a:avLst>
                <a:gd name="adj1" fmla="val 50000"/>
              </a:avLst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9" name="矩形: 圆角 208">
              <a:extLst>
                <a:ext uri="{FF2B5EF4-FFF2-40B4-BE49-F238E27FC236}">
                  <a16:creationId xmlns:a16="http://schemas.microsoft.com/office/drawing/2014/main" id="{EF0157EB-6D8C-4495-B17C-2B8C2330ECEC}"/>
                </a:ext>
              </a:extLst>
            </p:cNvPr>
            <p:cNvSpPr/>
            <p:nvPr/>
          </p:nvSpPr>
          <p:spPr>
            <a:xfrm>
              <a:off x="383571" y="2055440"/>
              <a:ext cx="1172358" cy="506550"/>
            </a:xfrm>
            <a:prstGeom prst="roundRect">
              <a:avLst/>
            </a:prstGeom>
            <a:solidFill>
              <a:srgbClr val="BBD4E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19"/>
            </a:p>
          </p:txBody>
        </p:sp>
        <p:sp>
          <p:nvSpPr>
            <p:cNvPr id="210" name="矩形: 圆角 209">
              <a:extLst>
                <a:ext uri="{FF2B5EF4-FFF2-40B4-BE49-F238E27FC236}">
                  <a16:creationId xmlns:a16="http://schemas.microsoft.com/office/drawing/2014/main" id="{F3429AD3-1F26-44B6-B6B3-EEF9D535A2BF}"/>
                </a:ext>
              </a:extLst>
            </p:cNvPr>
            <p:cNvSpPr/>
            <p:nvPr/>
          </p:nvSpPr>
          <p:spPr>
            <a:xfrm>
              <a:off x="1679980" y="2056239"/>
              <a:ext cx="1172358" cy="489541"/>
            </a:xfrm>
            <a:prstGeom prst="roundRect">
              <a:avLst/>
            </a:prstGeom>
            <a:solidFill>
              <a:srgbClr val="F8D09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19"/>
            </a:p>
          </p:txBody>
        </p:sp>
        <p:sp>
          <p:nvSpPr>
            <p:cNvPr id="211" name="文本框 210">
              <a:extLst>
                <a:ext uri="{FF2B5EF4-FFF2-40B4-BE49-F238E27FC236}">
                  <a16:creationId xmlns:a16="http://schemas.microsoft.com/office/drawing/2014/main" id="{8E624A98-283C-41EB-83AA-B778379CAB03}"/>
                </a:ext>
              </a:extLst>
            </p:cNvPr>
            <p:cNvSpPr txBox="1"/>
            <p:nvPr/>
          </p:nvSpPr>
          <p:spPr>
            <a:xfrm>
              <a:off x="531168" y="2039732"/>
              <a:ext cx="877164" cy="5065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346" dirty="0">
                  <a:latin typeface="宋体" panose="02010600030101010101" pitchFamily="2" charset="-122"/>
                  <a:ea typeface="宋体" panose="02010600030101010101" pitchFamily="2" charset="-122"/>
                </a:rPr>
                <a:t>线性投影</a:t>
              </a:r>
              <a:endParaRPr lang="en-US" altLang="zh-CN" sz="1346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346" dirty="0">
                  <a:latin typeface="宋体" panose="02010600030101010101" pitchFamily="2" charset="-122"/>
                  <a:ea typeface="宋体" panose="02010600030101010101" pitchFamily="2" charset="-122"/>
                </a:rPr>
                <a:t>位置编码</a:t>
              </a:r>
            </a:p>
          </p:txBody>
        </p:sp>
        <p:sp>
          <p:nvSpPr>
            <p:cNvPr id="212" name="文本框 211">
              <a:extLst>
                <a:ext uri="{FF2B5EF4-FFF2-40B4-BE49-F238E27FC236}">
                  <a16:creationId xmlns:a16="http://schemas.microsoft.com/office/drawing/2014/main" id="{5F8EC81E-30CA-4E95-B16B-0887A9D31A1D}"/>
                </a:ext>
              </a:extLst>
            </p:cNvPr>
            <p:cNvSpPr txBox="1"/>
            <p:nvPr/>
          </p:nvSpPr>
          <p:spPr>
            <a:xfrm>
              <a:off x="1832285" y="2060751"/>
              <a:ext cx="877164" cy="5065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346" dirty="0">
                  <a:latin typeface="宋体" panose="02010600030101010101" pitchFamily="2" charset="-122"/>
                  <a:ea typeface="宋体" panose="02010600030101010101" pitchFamily="2" charset="-122"/>
                </a:rPr>
                <a:t>线性投影</a:t>
              </a:r>
              <a:endParaRPr lang="en-US" altLang="zh-CN" sz="1346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346" dirty="0">
                  <a:latin typeface="宋体" panose="02010600030101010101" pitchFamily="2" charset="-122"/>
                  <a:ea typeface="宋体" panose="02010600030101010101" pitchFamily="2" charset="-122"/>
                </a:rPr>
                <a:t>位置编码</a:t>
              </a:r>
            </a:p>
          </p:txBody>
        </p:sp>
        <p:sp>
          <p:nvSpPr>
            <p:cNvPr id="213" name="文本框 212">
              <a:extLst>
                <a:ext uri="{FF2B5EF4-FFF2-40B4-BE49-F238E27FC236}">
                  <a16:creationId xmlns:a16="http://schemas.microsoft.com/office/drawing/2014/main" id="{1100CBCD-F037-4D2C-94A1-3E3EACD5FBC2}"/>
                </a:ext>
              </a:extLst>
            </p:cNvPr>
            <p:cNvSpPr txBox="1"/>
            <p:nvPr/>
          </p:nvSpPr>
          <p:spPr>
            <a:xfrm>
              <a:off x="537530" y="1165338"/>
              <a:ext cx="963726" cy="5065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346" dirty="0">
                  <a:latin typeface="宋体" panose="02010600030101010101" pitchFamily="2" charset="-122"/>
                  <a:ea typeface="宋体" panose="02010600030101010101" pitchFamily="2" charset="-122"/>
                </a:rPr>
                <a:t>低频</a:t>
              </a:r>
              <a:r>
                <a:rPr lang="en-US" altLang="zh-CN" sz="1346" dirty="0">
                  <a:latin typeface="宋体" panose="02010600030101010101" pitchFamily="2" charset="-122"/>
                  <a:ea typeface="宋体" panose="02010600030101010101" pitchFamily="2" charset="-122"/>
                </a:rPr>
                <a:t>Patch</a:t>
              </a:r>
              <a:br>
                <a:rPr lang="en-US" altLang="zh-CN" sz="1346" dirty="0">
                  <a:latin typeface="宋体" panose="02010600030101010101" pitchFamily="2" charset="-122"/>
                  <a:ea typeface="宋体" panose="02010600030101010101" pitchFamily="2" charset="-122"/>
                </a:rPr>
              </a:br>
              <a:r>
                <a:rPr lang="zh-CN" altLang="en-US" sz="1346" dirty="0">
                  <a:latin typeface="宋体" panose="02010600030101010101" pitchFamily="2" charset="-122"/>
                  <a:ea typeface="宋体" panose="02010600030101010101" pitchFamily="2" charset="-122"/>
                </a:rPr>
                <a:t>嵌入序列</a:t>
              </a:r>
            </a:p>
          </p:txBody>
        </p: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E3E22480-23A7-4887-A55F-E52A5C77EA3C}"/>
                </a:ext>
              </a:extLst>
            </p:cNvPr>
            <p:cNvSpPr txBox="1"/>
            <p:nvPr/>
          </p:nvSpPr>
          <p:spPr>
            <a:xfrm>
              <a:off x="1751067" y="1159393"/>
              <a:ext cx="963726" cy="5065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346" dirty="0">
                  <a:latin typeface="宋体" panose="02010600030101010101" pitchFamily="2" charset="-122"/>
                  <a:ea typeface="宋体" panose="02010600030101010101" pitchFamily="2" charset="-122"/>
                </a:rPr>
                <a:t>高频</a:t>
              </a:r>
              <a:r>
                <a:rPr lang="en-US" altLang="zh-CN" sz="1346" dirty="0">
                  <a:latin typeface="宋体" panose="02010600030101010101" pitchFamily="2" charset="-122"/>
                  <a:ea typeface="宋体" panose="02010600030101010101" pitchFamily="2" charset="-122"/>
                </a:rPr>
                <a:t>Patch</a:t>
              </a:r>
              <a:br>
                <a:rPr lang="en-US" altLang="zh-CN" sz="1346" dirty="0">
                  <a:latin typeface="宋体" panose="02010600030101010101" pitchFamily="2" charset="-122"/>
                  <a:ea typeface="宋体" panose="02010600030101010101" pitchFamily="2" charset="-122"/>
                </a:rPr>
              </a:br>
              <a:r>
                <a:rPr lang="zh-CN" altLang="en-US" sz="1346" dirty="0">
                  <a:latin typeface="宋体" panose="02010600030101010101" pitchFamily="2" charset="-122"/>
                  <a:ea typeface="宋体" panose="02010600030101010101" pitchFamily="2" charset="-122"/>
                </a:rPr>
                <a:t>嵌入序列</a:t>
              </a:r>
            </a:p>
          </p:txBody>
        </p:sp>
        <p:cxnSp>
          <p:nvCxnSpPr>
            <p:cNvPr id="229" name="直接箭头连接符 228">
              <a:extLst>
                <a:ext uri="{FF2B5EF4-FFF2-40B4-BE49-F238E27FC236}">
                  <a16:creationId xmlns:a16="http://schemas.microsoft.com/office/drawing/2014/main" id="{0AC6E99F-03D6-4FD1-88B0-396DB30870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56061" y="1644949"/>
              <a:ext cx="2" cy="415005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39" name="组合 238">
              <a:extLst>
                <a:ext uri="{FF2B5EF4-FFF2-40B4-BE49-F238E27FC236}">
                  <a16:creationId xmlns:a16="http://schemas.microsoft.com/office/drawing/2014/main" id="{C81106E6-9AC1-4A2A-8E58-EBFACA13215C}"/>
                </a:ext>
              </a:extLst>
            </p:cNvPr>
            <p:cNvGrpSpPr/>
            <p:nvPr/>
          </p:nvGrpSpPr>
          <p:grpSpPr>
            <a:xfrm>
              <a:off x="657151" y="400342"/>
              <a:ext cx="2030978" cy="318548"/>
              <a:chOff x="1906819" y="5890193"/>
              <a:chExt cx="2081230" cy="281248"/>
            </a:xfrm>
          </p:grpSpPr>
          <p:sp>
            <p:nvSpPr>
              <p:cNvPr id="216" name="矩形 215">
                <a:extLst>
                  <a:ext uri="{FF2B5EF4-FFF2-40B4-BE49-F238E27FC236}">
                    <a16:creationId xmlns:a16="http://schemas.microsoft.com/office/drawing/2014/main" id="{FEC2C082-296F-4E05-B1FF-B4E572319F03}"/>
                  </a:ext>
                </a:extLst>
              </p:cNvPr>
              <p:cNvSpPr/>
              <p:nvPr/>
            </p:nvSpPr>
            <p:spPr>
              <a:xfrm>
                <a:off x="1906819" y="5890193"/>
                <a:ext cx="286511" cy="276999"/>
              </a:xfrm>
              <a:prstGeom prst="rect">
                <a:avLst/>
              </a:prstGeom>
              <a:solidFill>
                <a:srgbClr val="6C8DBD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19"/>
              </a:p>
            </p:txBody>
          </p:sp>
          <p:sp>
            <p:nvSpPr>
              <p:cNvPr id="217" name="矩形 216">
                <a:extLst>
                  <a:ext uri="{FF2B5EF4-FFF2-40B4-BE49-F238E27FC236}">
                    <a16:creationId xmlns:a16="http://schemas.microsoft.com/office/drawing/2014/main" id="{31221401-A66A-4B1E-A662-E9CF7279CF92}"/>
                  </a:ext>
                </a:extLst>
              </p:cNvPr>
              <p:cNvSpPr/>
              <p:nvPr/>
            </p:nvSpPr>
            <p:spPr>
              <a:xfrm>
                <a:off x="2205523" y="5890193"/>
                <a:ext cx="286511" cy="276999"/>
              </a:xfrm>
              <a:prstGeom prst="rect">
                <a:avLst/>
              </a:prstGeom>
              <a:solidFill>
                <a:srgbClr val="C1A9C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19"/>
              </a:p>
            </p:txBody>
          </p:sp>
          <p:sp>
            <p:nvSpPr>
              <p:cNvPr id="218" name="矩形 217">
                <a:extLst>
                  <a:ext uri="{FF2B5EF4-FFF2-40B4-BE49-F238E27FC236}">
                    <a16:creationId xmlns:a16="http://schemas.microsoft.com/office/drawing/2014/main" id="{6B5C2AFF-CC80-490D-B573-AB7CD4A8C016}"/>
                  </a:ext>
                </a:extLst>
              </p:cNvPr>
              <p:cNvSpPr/>
              <p:nvPr/>
            </p:nvSpPr>
            <p:spPr>
              <a:xfrm>
                <a:off x="2502818" y="5890193"/>
                <a:ext cx="286511" cy="276999"/>
              </a:xfrm>
              <a:prstGeom prst="rect">
                <a:avLst/>
              </a:prstGeom>
              <a:solidFill>
                <a:srgbClr val="CAE0B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19"/>
              </a:p>
            </p:txBody>
          </p:sp>
          <p:sp>
            <p:nvSpPr>
              <p:cNvPr id="219" name="矩形 218">
                <a:extLst>
                  <a:ext uri="{FF2B5EF4-FFF2-40B4-BE49-F238E27FC236}">
                    <a16:creationId xmlns:a16="http://schemas.microsoft.com/office/drawing/2014/main" id="{CF28B4AE-8701-4C26-9DF4-EACC55A2748E}"/>
                  </a:ext>
                </a:extLst>
              </p:cNvPr>
              <p:cNvSpPr/>
              <p:nvPr/>
            </p:nvSpPr>
            <p:spPr>
              <a:xfrm>
                <a:off x="2804108" y="5892350"/>
                <a:ext cx="286511" cy="276999"/>
              </a:xfrm>
              <a:prstGeom prst="rect">
                <a:avLst/>
              </a:prstGeom>
              <a:solidFill>
                <a:srgbClr val="93BAD8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19"/>
              </a:p>
            </p:txBody>
          </p:sp>
          <p:sp>
            <p:nvSpPr>
              <p:cNvPr id="220" name="矩形 219">
                <a:extLst>
                  <a:ext uri="{FF2B5EF4-FFF2-40B4-BE49-F238E27FC236}">
                    <a16:creationId xmlns:a16="http://schemas.microsoft.com/office/drawing/2014/main" id="{30B7006A-27DE-4B4E-B8BC-F6EFFF4DDDD3}"/>
                  </a:ext>
                </a:extLst>
              </p:cNvPr>
              <p:cNvSpPr/>
              <p:nvPr/>
            </p:nvSpPr>
            <p:spPr>
              <a:xfrm>
                <a:off x="3103697" y="5892350"/>
                <a:ext cx="286511" cy="276999"/>
              </a:xfrm>
              <a:prstGeom prst="rect">
                <a:avLst/>
              </a:prstGeom>
              <a:solidFill>
                <a:srgbClr val="91829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19"/>
              </a:p>
            </p:txBody>
          </p:sp>
          <p:sp>
            <p:nvSpPr>
              <p:cNvPr id="221" name="矩形 220">
                <a:extLst>
                  <a:ext uri="{FF2B5EF4-FFF2-40B4-BE49-F238E27FC236}">
                    <a16:creationId xmlns:a16="http://schemas.microsoft.com/office/drawing/2014/main" id="{BF604D8B-B5DA-4636-943D-3CA4208A4911}"/>
                  </a:ext>
                </a:extLst>
              </p:cNvPr>
              <p:cNvSpPr/>
              <p:nvPr/>
            </p:nvSpPr>
            <p:spPr>
              <a:xfrm>
                <a:off x="3400842" y="5892350"/>
                <a:ext cx="286511" cy="2769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19"/>
              </a:p>
            </p:txBody>
          </p:sp>
          <p:sp>
            <p:nvSpPr>
              <p:cNvPr id="238" name="矩形 237">
                <a:extLst>
                  <a:ext uri="{FF2B5EF4-FFF2-40B4-BE49-F238E27FC236}">
                    <a16:creationId xmlns:a16="http://schemas.microsoft.com/office/drawing/2014/main" id="{36ECE419-1F55-4263-AD90-BEEE36C9EF98}"/>
                  </a:ext>
                </a:extLst>
              </p:cNvPr>
              <p:cNvSpPr/>
              <p:nvPr/>
            </p:nvSpPr>
            <p:spPr>
              <a:xfrm>
                <a:off x="3701538" y="5894442"/>
                <a:ext cx="286511" cy="276999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19"/>
              </a:p>
            </p:txBody>
          </p:sp>
        </p:grpSp>
        <p:cxnSp>
          <p:nvCxnSpPr>
            <p:cNvPr id="241" name="连接符: 肘形 240">
              <a:extLst>
                <a:ext uri="{FF2B5EF4-FFF2-40B4-BE49-F238E27FC236}">
                  <a16:creationId xmlns:a16="http://schemas.microsoft.com/office/drawing/2014/main" id="{397CBE50-0A08-4264-AE82-24F1C9EADE43}"/>
                </a:ext>
              </a:extLst>
            </p:cNvPr>
            <p:cNvCxnSpPr>
              <a:stCxn id="213" idx="0"/>
              <a:endCxn id="219" idx="2"/>
            </p:cNvCxnSpPr>
            <p:nvPr/>
          </p:nvCxnSpPr>
          <p:spPr>
            <a:xfrm rot="5400000" flipH="1" flipV="1">
              <a:off x="1121575" y="614341"/>
              <a:ext cx="448817" cy="653179"/>
            </a:xfrm>
            <a:prstGeom prst="bentConnector3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3" name="连接符: 肘形 242">
              <a:extLst>
                <a:ext uri="{FF2B5EF4-FFF2-40B4-BE49-F238E27FC236}">
                  <a16:creationId xmlns:a16="http://schemas.microsoft.com/office/drawing/2014/main" id="{35A19A4B-6D9B-4EE3-A089-9CDF45F89284}"/>
                </a:ext>
              </a:extLst>
            </p:cNvPr>
            <p:cNvCxnSpPr>
              <a:stCxn id="214" idx="0"/>
              <a:endCxn id="219" idx="2"/>
            </p:cNvCxnSpPr>
            <p:nvPr/>
          </p:nvCxnSpPr>
          <p:spPr>
            <a:xfrm rot="16200000" flipV="1">
              <a:off x="1731315" y="657777"/>
              <a:ext cx="442872" cy="560358"/>
            </a:xfrm>
            <a:prstGeom prst="bentConnector3">
              <a:avLst>
                <a:gd name="adj1" fmla="val 50000"/>
              </a:avLst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9" name="文本框 258">
              <a:extLst>
                <a:ext uri="{FF2B5EF4-FFF2-40B4-BE49-F238E27FC236}">
                  <a16:creationId xmlns:a16="http://schemas.microsoft.com/office/drawing/2014/main" id="{D7A4FB1D-3132-47E7-9E39-80B5938A0693}"/>
                </a:ext>
              </a:extLst>
            </p:cNvPr>
            <p:cNvSpPr txBox="1"/>
            <p:nvPr/>
          </p:nvSpPr>
          <p:spPr>
            <a:xfrm>
              <a:off x="631017" y="5443184"/>
              <a:ext cx="1937069" cy="29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346" dirty="0">
                  <a:latin typeface="宋体" panose="02010600030101010101" pitchFamily="2" charset="-122"/>
                  <a:ea typeface="宋体" panose="02010600030101010101" pitchFamily="2" charset="-122"/>
                </a:rPr>
                <a:t>(b)</a:t>
              </a:r>
              <a:r>
                <a:rPr lang="en-US" altLang="zh-CN" sz="1346" dirty="0"/>
                <a:t> Wavelet-Patch Layer</a:t>
              </a:r>
              <a:endParaRPr lang="zh-CN" altLang="en-US" sz="1346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302" name="组合 301">
              <a:extLst>
                <a:ext uri="{FF2B5EF4-FFF2-40B4-BE49-F238E27FC236}">
                  <a16:creationId xmlns:a16="http://schemas.microsoft.com/office/drawing/2014/main" id="{355B9C50-F532-4B4C-8849-2A80B159AC8F}"/>
                </a:ext>
              </a:extLst>
            </p:cNvPr>
            <p:cNvGrpSpPr/>
            <p:nvPr/>
          </p:nvGrpSpPr>
          <p:grpSpPr>
            <a:xfrm>
              <a:off x="74045" y="2543059"/>
              <a:ext cx="3186391" cy="2245820"/>
              <a:chOff x="83212" y="2749478"/>
              <a:chExt cx="3186391" cy="2245820"/>
            </a:xfrm>
          </p:grpSpPr>
          <p:sp>
            <p:nvSpPr>
              <p:cNvPr id="186" name="矩形: 圆角 185">
                <a:extLst>
                  <a:ext uri="{FF2B5EF4-FFF2-40B4-BE49-F238E27FC236}">
                    <a16:creationId xmlns:a16="http://schemas.microsoft.com/office/drawing/2014/main" id="{0CB0C907-AC84-4BFB-8CDD-D3EA100698CB}"/>
                  </a:ext>
                </a:extLst>
              </p:cNvPr>
              <p:cNvSpPr/>
              <p:nvPr/>
            </p:nvSpPr>
            <p:spPr>
              <a:xfrm>
                <a:off x="393089" y="4410473"/>
                <a:ext cx="2439012" cy="584825"/>
              </a:xfrm>
              <a:prstGeom prst="roundRect">
                <a:avLst/>
              </a:prstGeom>
              <a:solidFill>
                <a:srgbClr val="C7AEC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19" dirty="0"/>
              </a:p>
            </p:txBody>
          </p:sp>
          <p:sp>
            <p:nvSpPr>
              <p:cNvPr id="187" name="文本框 186">
                <a:extLst>
                  <a:ext uri="{FF2B5EF4-FFF2-40B4-BE49-F238E27FC236}">
                    <a16:creationId xmlns:a16="http://schemas.microsoft.com/office/drawing/2014/main" id="{09122E33-0A45-4E78-8266-A878EAB59795}"/>
                  </a:ext>
                </a:extLst>
              </p:cNvPr>
              <p:cNvSpPr txBox="1"/>
              <p:nvPr/>
            </p:nvSpPr>
            <p:spPr>
              <a:xfrm>
                <a:off x="654642" y="4401125"/>
                <a:ext cx="1915909" cy="5065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346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DWT</a:t>
                </a:r>
              </a:p>
              <a:p>
                <a:pPr algn="ctr"/>
                <a:r>
                  <a:rPr lang="zh-CN" altLang="en-US" sz="1346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（一维离散小波变换）</a:t>
                </a:r>
              </a:p>
            </p:txBody>
          </p:sp>
          <p:sp>
            <p:nvSpPr>
              <p:cNvPr id="193" name="矩形: 圆角 192">
                <a:extLst>
                  <a:ext uri="{FF2B5EF4-FFF2-40B4-BE49-F238E27FC236}">
                    <a16:creationId xmlns:a16="http://schemas.microsoft.com/office/drawing/2014/main" id="{C0287108-B32E-443E-B926-CD7F68F91427}"/>
                  </a:ext>
                </a:extLst>
              </p:cNvPr>
              <p:cNvSpPr/>
              <p:nvPr/>
            </p:nvSpPr>
            <p:spPr>
              <a:xfrm>
                <a:off x="259496" y="3332424"/>
                <a:ext cx="1381725" cy="584825"/>
              </a:xfrm>
              <a:prstGeom prst="roundRect">
                <a:avLst/>
              </a:prstGeom>
              <a:solidFill>
                <a:srgbClr val="BBD4E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19"/>
              </a:p>
            </p:txBody>
          </p:sp>
          <p:sp>
            <p:nvSpPr>
              <p:cNvPr id="194" name="矩形: 圆角 193">
                <a:extLst>
                  <a:ext uri="{FF2B5EF4-FFF2-40B4-BE49-F238E27FC236}">
                    <a16:creationId xmlns:a16="http://schemas.microsoft.com/office/drawing/2014/main" id="{C92CE03C-B025-4D5D-A26B-503B100AE3E7}"/>
                  </a:ext>
                </a:extLst>
              </p:cNvPr>
              <p:cNvSpPr/>
              <p:nvPr/>
            </p:nvSpPr>
            <p:spPr>
              <a:xfrm>
                <a:off x="1681694" y="3325518"/>
                <a:ext cx="1430763" cy="584825"/>
              </a:xfrm>
              <a:prstGeom prst="roundRect">
                <a:avLst/>
              </a:prstGeom>
              <a:solidFill>
                <a:srgbClr val="F8D09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19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5" name="文本框 194">
                    <a:extLst>
                      <a:ext uri="{FF2B5EF4-FFF2-40B4-BE49-F238E27FC236}">
                        <a16:creationId xmlns:a16="http://schemas.microsoft.com/office/drawing/2014/main" id="{3C6A110D-FC1C-47E3-8BC1-8988DA242F2C}"/>
                      </a:ext>
                    </a:extLst>
                  </p:cNvPr>
                  <p:cNvSpPr txBox="1"/>
                  <p:nvPr/>
                </p:nvSpPr>
                <p:spPr>
                  <a:xfrm>
                    <a:off x="123532" y="3364655"/>
                    <a:ext cx="1666931" cy="50654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zh-CN" sz="1346" dirty="0"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Patchization</a:t>
                    </a:r>
                    <a:br>
                      <a:rPr lang="en-US" altLang="zh-CN" sz="1346" dirty="0">
                        <a:latin typeface="宋体" panose="02010600030101010101" pitchFamily="2" charset="-122"/>
                        <a:ea typeface="宋体" panose="02010600030101010101" pitchFamily="2" charset="-122"/>
                      </a:rPr>
                    </a:br>
                    <a:r>
                      <a:rPr lang="zh-CN" altLang="en-US" sz="1346" dirty="0"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（序列分块，</a:t>
                    </a:r>
                    <a14:m>
                      <m:oMath xmlns:m="http://schemas.openxmlformats.org/officeDocument/2006/math">
                        <m:r>
                          <a:rPr lang="en-US" altLang="zh-CN" sz="1346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𝑃</m:t>
                        </m:r>
                        <m:r>
                          <a:rPr lang="en-US" altLang="zh-CN" sz="1346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r>
                          <a:rPr lang="en-US" altLang="zh-CN" sz="1346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𝑆</m:t>
                        </m:r>
                      </m:oMath>
                    </a14:m>
                    <a:r>
                      <a:rPr lang="zh-CN" altLang="en-US" sz="1346" dirty="0"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）</a:t>
                    </a:r>
                  </a:p>
                </p:txBody>
              </p:sp>
            </mc:Choice>
            <mc:Fallback xmlns="">
              <p:sp>
                <p:nvSpPr>
                  <p:cNvPr id="195" name="文本框 194">
                    <a:extLst>
                      <a:ext uri="{FF2B5EF4-FFF2-40B4-BE49-F238E27FC236}">
                        <a16:creationId xmlns:a16="http://schemas.microsoft.com/office/drawing/2014/main" id="{3C6A110D-FC1C-47E3-8BC1-8988DA242F2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3532" y="3364655"/>
                    <a:ext cx="1666931" cy="50654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733" t="-1205" b="-963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6" name="文本框 195">
                    <a:extLst>
                      <a:ext uri="{FF2B5EF4-FFF2-40B4-BE49-F238E27FC236}">
                        <a16:creationId xmlns:a16="http://schemas.microsoft.com/office/drawing/2014/main" id="{1794E5B4-EB06-4ACF-A5FD-197AA2888A91}"/>
                      </a:ext>
                    </a:extLst>
                  </p:cNvPr>
                  <p:cNvSpPr txBox="1"/>
                  <p:nvPr/>
                </p:nvSpPr>
                <p:spPr>
                  <a:xfrm>
                    <a:off x="1556632" y="3372734"/>
                    <a:ext cx="1712971" cy="50654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346" dirty="0"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Patchization</a:t>
                    </a:r>
                    <a:br>
                      <a:rPr lang="en-US" altLang="zh-CN" sz="1346" dirty="0">
                        <a:latin typeface="宋体" panose="02010600030101010101" pitchFamily="2" charset="-122"/>
                        <a:ea typeface="宋体" panose="02010600030101010101" pitchFamily="2" charset="-122"/>
                      </a:rPr>
                    </a:br>
                    <a:r>
                      <a:rPr lang="zh-CN" altLang="en-US" sz="1346" dirty="0"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（序列分块，</a:t>
                    </a:r>
                    <a14:m>
                      <m:oMath xmlns:m="http://schemas.openxmlformats.org/officeDocument/2006/math">
                        <m:r>
                          <a:rPr lang="en-US" altLang="zh-CN" sz="1346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𝑃</m:t>
                        </m:r>
                        <m:r>
                          <a:rPr lang="en-US" altLang="zh-CN" sz="1346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r>
                          <a:rPr lang="en-US" altLang="zh-CN" sz="1346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𝑆</m:t>
                        </m:r>
                      </m:oMath>
                    </a14:m>
                    <a:r>
                      <a:rPr lang="zh-CN" altLang="en-US" sz="1346" dirty="0"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）</a:t>
                    </a:r>
                  </a:p>
                </p:txBody>
              </p:sp>
            </mc:Choice>
            <mc:Fallback xmlns="">
              <p:sp>
                <p:nvSpPr>
                  <p:cNvPr id="196" name="文本框 195">
                    <a:extLst>
                      <a:ext uri="{FF2B5EF4-FFF2-40B4-BE49-F238E27FC236}">
                        <a16:creationId xmlns:a16="http://schemas.microsoft.com/office/drawing/2014/main" id="{1794E5B4-EB06-4ACF-A5FD-197AA2888A9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56632" y="3372734"/>
                    <a:ext cx="1712971" cy="50654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t="-1190" b="-8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5" name="文本框 204">
                    <a:extLst>
                      <a:ext uri="{FF2B5EF4-FFF2-40B4-BE49-F238E27FC236}">
                        <a16:creationId xmlns:a16="http://schemas.microsoft.com/office/drawing/2014/main" id="{2F2952D6-7901-4B02-B159-279C9A90055B}"/>
                      </a:ext>
                    </a:extLst>
                  </p:cNvPr>
                  <p:cNvSpPr txBox="1"/>
                  <p:nvPr/>
                </p:nvSpPr>
                <p:spPr>
                  <a:xfrm>
                    <a:off x="83212" y="2791340"/>
                    <a:ext cx="877163" cy="50654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346" dirty="0"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低频近似</a:t>
                    </a:r>
                    <a:endParaRPr lang="en-US" altLang="zh-CN" sz="1346" dirty="0"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  <a:p>
                    <a:pPr algn="ctr"/>
                    <a:r>
                      <a:rPr lang="zh-CN" altLang="en-US" sz="1346" dirty="0"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分量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346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346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346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𝑙𝑜𝑤</m:t>
                            </m:r>
                          </m:sub>
                        </m:sSub>
                      </m:oMath>
                    </a14:m>
                    <a:endParaRPr lang="zh-CN" altLang="en-US" sz="1346" dirty="0"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205" name="文本框 204">
                    <a:extLst>
                      <a:ext uri="{FF2B5EF4-FFF2-40B4-BE49-F238E27FC236}">
                        <a16:creationId xmlns:a16="http://schemas.microsoft.com/office/drawing/2014/main" id="{2F2952D6-7901-4B02-B159-279C9A90055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212" y="2791340"/>
                    <a:ext cx="877163" cy="50654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694" t="-1205" r="-1389" b="-963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6" name="文本框 205">
                    <a:extLst>
                      <a:ext uri="{FF2B5EF4-FFF2-40B4-BE49-F238E27FC236}">
                        <a16:creationId xmlns:a16="http://schemas.microsoft.com/office/drawing/2014/main" id="{37C97EE6-3C5B-4254-A093-7B1CB3594E01}"/>
                      </a:ext>
                    </a:extLst>
                  </p:cNvPr>
                  <p:cNvSpPr txBox="1"/>
                  <p:nvPr/>
                </p:nvSpPr>
                <p:spPr>
                  <a:xfrm>
                    <a:off x="2244039" y="2792038"/>
                    <a:ext cx="929678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346" dirty="0"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高频细节</a:t>
                    </a:r>
                    <a:endParaRPr lang="en-US" altLang="zh-CN" sz="1346" dirty="0"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  <a:p>
                    <a:pPr algn="ctr"/>
                    <a:r>
                      <a:rPr lang="zh-CN" altLang="en-US" sz="1346" dirty="0"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分量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346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346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346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h𝑖𝑔h</m:t>
                            </m:r>
                          </m:sub>
                        </m:sSub>
                      </m:oMath>
                    </a14:m>
                    <a:endParaRPr lang="zh-CN" altLang="en-US" sz="1346" dirty="0"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206" name="文本框 205">
                    <a:extLst>
                      <a:ext uri="{FF2B5EF4-FFF2-40B4-BE49-F238E27FC236}">
                        <a16:creationId xmlns:a16="http://schemas.microsoft.com/office/drawing/2014/main" id="{37C97EE6-3C5B-4254-A093-7B1CB3594E0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44039" y="2792038"/>
                    <a:ext cx="929678" cy="52322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1974" t="-1163" b="-581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7" name="文本框 206">
                    <a:extLst>
                      <a:ext uri="{FF2B5EF4-FFF2-40B4-BE49-F238E27FC236}">
                        <a16:creationId xmlns:a16="http://schemas.microsoft.com/office/drawing/2014/main" id="{CD2C5B77-2A13-4396-890E-89DE926B9489}"/>
                      </a:ext>
                    </a:extLst>
                  </p:cNvPr>
                  <p:cNvSpPr txBox="1"/>
                  <p:nvPr/>
                </p:nvSpPr>
                <p:spPr>
                  <a:xfrm>
                    <a:off x="952054" y="3865282"/>
                    <a:ext cx="1381725" cy="29944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346" dirty="0">
                        <a:ea typeface="宋体" panose="02010600030101010101" pitchFamily="2" charset="-122"/>
                      </a:rPr>
                      <a:t>块大小</a:t>
                    </a:r>
                    <a14:m>
                      <m:oMath xmlns:m="http://schemas.openxmlformats.org/officeDocument/2006/math">
                        <m:r>
                          <a:rPr lang="en-US" altLang="zh-CN" sz="1346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𝑃</m:t>
                        </m:r>
                      </m:oMath>
                    </a14:m>
                    <a:r>
                      <a:rPr lang="en-US" altLang="zh-CN" sz="1346" dirty="0"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,</a:t>
                    </a:r>
                    <a:r>
                      <a:rPr lang="zh-CN" altLang="en-US" sz="1346" dirty="0"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步长</a:t>
                    </a:r>
                    <a14:m>
                      <m:oMath xmlns:m="http://schemas.openxmlformats.org/officeDocument/2006/math">
                        <m:r>
                          <a:rPr lang="en-US" altLang="zh-CN" sz="1346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𝑆</m:t>
                        </m:r>
                        <m:r>
                          <a:rPr lang="en-US" altLang="zh-CN" sz="1346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 </m:t>
                        </m:r>
                      </m:oMath>
                    </a14:m>
                    <a:endParaRPr lang="zh-CN" altLang="en-US" sz="1346" dirty="0"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207" name="文本框 206">
                    <a:extLst>
                      <a:ext uri="{FF2B5EF4-FFF2-40B4-BE49-F238E27FC236}">
                        <a16:creationId xmlns:a16="http://schemas.microsoft.com/office/drawing/2014/main" id="{CD2C5B77-2A13-4396-890E-89DE926B94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2054" y="3865282"/>
                    <a:ext cx="1381725" cy="299441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885" t="-4082" b="-183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26" name="直接箭头连接符 225">
                <a:extLst>
                  <a:ext uri="{FF2B5EF4-FFF2-40B4-BE49-F238E27FC236}">
                    <a16:creationId xmlns:a16="http://schemas.microsoft.com/office/drawing/2014/main" id="{148AE121-0EA8-4892-BF88-C385926C34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4690" y="2749478"/>
                <a:ext cx="545" cy="531825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8" name="直接箭头连接符 277">
                <a:extLst>
                  <a:ext uri="{FF2B5EF4-FFF2-40B4-BE49-F238E27FC236}">
                    <a16:creationId xmlns:a16="http://schemas.microsoft.com/office/drawing/2014/main" id="{42DAE72F-0779-45B8-89BE-8776417E17A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34222" y="2779013"/>
                <a:ext cx="545" cy="531825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91" name="直接箭头连接符 290">
              <a:extLst>
                <a:ext uri="{FF2B5EF4-FFF2-40B4-BE49-F238E27FC236}">
                  <a16:creationId xmlns:a16="http://schemas.microsoft.com/office/drawing/2014/main" id="{B99A3A38-7679-4516-B2ED-79E6F8C462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9748" y="1621501"/>
              <a:ext cx="2" cy="415005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6EED2194-0A8F-4975-A09B-3555A7496B3C}"/>
                    </a:ext>
                  </a:extLst>
                </p:cNvPr>
                <p:cNvSpPr txBox="1"/>
                <p:nvPr/>
              </p:nvSpPr>
              <p:spPr>
                <a:xfrm>
                  <a:off x="11262274" y="1740291"/>
                  <a:ext cx="563103" cy="2994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346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1346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oMath>
                    </m:oMathPara>
                  </a14:m>
                  <a:endParaRPr lang="zh-CN" altLang="en-US" sz="1346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6EED2194-0A8F-4975-A09B-3555A7496B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62274" y="1740291"/>
                  <a:ext cx="563103" cy="29944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6564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430</TotalTime>
  <Words>114</Words>
  <Application>Microsoft Office PowerPoint</Application>
  <PresentationFormat>自定义</PresentationFormat>
  <Paragraphs>44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宋体</vt:lpstr>
      <vt:lpstr>Arial</vt:lpstr>
      <vt:lpstr>Calibri</vt:lpstr>
      <vt:lpstr>Calibri Light</vt:lpstr>
      <vt:lpstr>Cambria Math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羲 王</dc:creator>
  <cp:lastModifiedBy>羲 王</cp:lastModifiedBy>
  <cp:revision>21</cp:revision>
  <dcterms:created xsi:type="dcterms:W3CDTF">2026-03-06T07:18:13Z</dcterms:created>
  <dcterms:modified xsi:type="dcterms:W3CDTF">2026-03-09T14:01:33Z</dcterms:modified>
</cp:coreProperties>
</file>