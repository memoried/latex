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480175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7" d="100"/>
          <a:sy n="187" d="100"/>
        </p:scale>
        <p:origin x="133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706933"/>
            <a:ext cx="5508149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2268784"/>
            <a:ext cx="4860131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34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584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076899"/>
            <a:ext cx="5589151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2890725"/>
            <a:ext cx="5589151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/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92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149890"/>
            <a:ext cx="2754074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149890"/>
            <a:ext cx="2754074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63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29979"/>
            <a:ext cx="5589151" cy="834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058899"/>
            <a:ext cx="274141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1577849"/>
            <a:ext cx="2741417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058899"/>
            <a:ext cx="2754918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1577849"/>
            <a:ext cx="2754918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62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0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574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87972"/>
            <a:ext cx="209002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621942"/>
            <a:ext cx="3280589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295877"/>
            <a:ext cx="209002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54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87972"/>
            <a:ext cx="2090025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621942"/>
            <a:ext cx="3280589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295877"/>
            <a:ext cx="2090025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58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01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229978"/>
            <a:ext cx="1397288" cy="36606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229978"/>
            <a:ext cx="4110861" cy="36606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475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229979"/>
            <a:ext cx="5589151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149890"/>
            <a:ext cx="5589151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4003619"/>
            <a:ext cx="145803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31D0D-6B70-4EF7-93D2-39E0C25645C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4003619"/>
            <a:ext cx="218705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4003619"/>
            <a:ext cx="145803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A1DC5-63C2-45AE-A027-9C0D26881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25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>
            <a:extLst>
              <a:ext uri="{FF2B5EF4-FFF2-40B4-BE49-F238E27FC236}">
                <a16:creationId xmlns:a16="http://schemas.microsoft.com/office/drawing/2014/main" id="{30F5F097-5652-4C6C-9645-07F2584E692E}"/>
              </a:ext>
            </a:extLst>
          </p:cNvPr>
          <p:cNvGrpSpPr/>
          <p:nvPr/>
        </p:nvGrpSpPr>
        <p:grpSpPr>
          <a:xfrm>
            <a:off x="128899" y="35956"/>
            <a:ext cx="6165934" cy="4247676"/>
            <a:chOff x="1497280" y="1535617"/>
            <a:chExt cx="6165934" cy="4247676"/>
          </a:xfrm>
        </p:grpSpPr>
        <p:sp>
          <p:nvSpPr>
            <p:cNvPr id="4" name="流程图: 过程 3">
              <a:extLst>
                <a:ext uri="{FF2B5EF4-FFF2-40B4-BE49-F238E27FC236}">
                  <a16:creationId xmlns:a16="http://schemas.microsoft.com/office/drawing/2014/main" id="{EC4EF0C5-428A-4C74-A498-65B10391C999}"/>
                </a:ext>
              </a:extLst>
            </p:cNvPr>
            <p:cNvSpPr/>
            <p:nvPr/>
          </p:nvSpPr>
          <p:spPr>
            <a:xfrm>
              <a:off x="1562665" y="1535617"/>
              <a:ext cx="6100549" cy="4247676"/>
            </a:xfrm>
            <a:prstGeom prst="flowChartProcess">
              <a:avLst/>
            </a:prstGeom>
            <a:solidFill>
              <a:srgbClr val="F0F6F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流程图: 过程 4">
              <a:extLst>
                <a:ext uri="{FF2B5EF4-FFF2-40B4-BE49-F238E27FC236}">
                  <a16:creationId xmlns:a16="http://schemas.microsoft.com/office/drawing/2014/main" id="{32C685AF-68FE-4D82-B573-9DA42570BEE4}"/>
                </a:ext>
              </a:extLst>
            </p:cNvPr>
            <p:cNvSpPr/>
            <p:nvPr/>
          </p:nvSpPr>
          <p:spPr>
            <a:xfrm>
              <a:off x="1718574" y="1823545"/>
              <a:ext cx="5800299" cy="655093"/>
            </a:xfrm>
            <a:prstGeom prst="flowChartProcess">
              <a:avLst/>
            </a:prstGeom>
            <a:solidFill>
              <a:srgbClr val="E8ED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F9517E42-AD63-43E5-80AF-92AC9362C756}"/>
                </a:ext>
              </a:extLst>
            </p:cNvPr>
            <p:cNvSpPr txBox="1"/>
            <p:nvPr/>
          </p:nvSpPr>
          <p:spPr>
            <a:xfrm>
              <a:off x="4058942" y="1535635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中心建模模块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9757302-DCE8-40C9-A25D-D3409232E960}"/>
                    </a:ext>
                  </a:extLst>
                </p:cNvPr>
                <p:cNvSpPr txBox="1"/>
                <p:nvPr/>
              </p:nvSpPr>
              <p:spPr>
                <a:xfrm>
                  <a:off x="2649663" y="1966197"/>
                  <a:ext cx="775533" cy="2492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dirty="0"/>
                    <a:t>特征中心</a:t>
                  </a: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9757302-DCE8-40C9-A25D-D3409232E9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9663" y="1966197"/>
                  <a:ext cx="775533" cy="249299"/>
                </a:xfrm>
                <a:prstGeom prst="rect">
                  <a:avLst/>
                </a:prstGeom>
                <a:blipFill>
                  <a:blip r:embed="rId2"/>
                  <a:stretch>
                    <a:fillRect l="-6299" t="-15000" r="-52756" b="-9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23B8013-5AF1-45B2-8BE8-60BCE3DE9C85}"/>
                    </a:ext>
                  </a:extLst>
                </p:cNvPr>
                <p:cNvSpPr txBox="1"/>
                <p:nvPr/>
              </p:nvSpPr>
              <p:spPr>
                <a:xfrm>
                  <a:off x="3781813" y="1823316"/>
                  <a:ext cx="3795013" cy="3052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𝐸𝑀𝐴</m:t>
                        </m:r>
                        <m:d>
                          <m:d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𝑤𝑒𝑖𝑔h𝑡𝑒𝑑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l-GR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α</m:t>
                            </m:r>
                          </m:e>
                        </m:d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∙∆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𝑏𝑎𝑡𝑐h</m:t>
                            </m:r>
                          </m:sub>
                        </m:sSub>
                      </m:oMath>
                    </m:oMathPara>
                  </a14:m>
                  <a:endParaRPr lang="en-US" altLang="zh-CN" sz="12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23B8013-5AF1-45B2-8BE8-60BCE3DE9C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1813" y="1823316"/>
                  <a:ext cx="3795013" cy="305276"/>
                </a:xfrm>
                <a:prstGeom prst="rect">
                  <a:avLst/>
                </a:prstGeom>
                <a:blipFill>
                  <a:blip r:embed="rId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841C10F-9A14-4EEF-A158-ABDA5DD475E8}"/>
                    </a:ext>
                  </a:extLst>
                </p:cNvPr>
                <p:cNvSpPr txBox="1"/>
                <p:nvPr/>
              </p:nvSpPr>
              <p:spPr>
                <a:xfrm>
                  <a:off x="3784655" y="2087789"/>
                  <a:ext cx="2553135" cy="3906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其中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𝑤𝑒𝑖𝑔h𝑡𝑒𝑑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zh-CN" alt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是更新率</a:t>
                  </a: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6841C10F-9A14-4EEF-A158-ABDA5DD47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4655" y="2087789"/>
                  <a:ext cx="2553135" cy="390620"/>
                </a:xfrm>
                <a:prstGeom prst="rect">
                  <a:avLst/>
                </a:prstGeom>
                <a:blipFill>
                  <a:blip r:embed="rId4"/>
                  <a:stretch>
                    <a:fillRect l="-239" t="-49231" b="-784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481710F0-13BC-4F8E-97CE-0C630EA7CC82}"/>
                </a:ext>
              </a:extLst>
            </p:cNvPr>
            <p:cNvSpPr/>
            <p:nvPr/>
          </p:nvSpPr>
          <p:spPr>
            <a:xfrm>
              <a:off x="2904269" y="2816161"/>
              <a:ext cx="1947600" cy="1945896"/>
            </a:xfrm>
            <a:prstGeom prst="flowChartConnector">
              <a:avLst/>
            </a:prstGeom>
            <a:solidFill>
              <a:srgbClr val="DBEDF6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流程图: 过程 8">
              <a:extLst>
                <a:ext uri="{FF2B5EF4-FFF2-40B4-BE49-F238E27FC236}">
                  <a16:creationId xmlns:a16="http://schemas.microsoft.com/office/drawing/2014/main" id="{50E31316-BF80-4419-B783-3BDC050AAB1C}"/>
                </a:ext>
              </a:extLst>
            </p:cNvPr>
            <p:cNvSpPr/>
            <p:nvPr/>
          </p:nvSpPr>
          <p:spPr>
            <a:xfrm>
              <a:off x="1718574" y="5063361"/>
              <a:ext cx="5800299" cy="655093"/>
            </a:xfrm>
            <a:prstGeom prst="flowChartProcess">
              <a:avLst/>
            </a:prstGeom>
            <a:solidFill>
              <a:srgbClr val="E9ECF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流程图: 接点 9">
              <a:extLst>
                <a:ext uri="{FF2B5EF4-FFF2-40B4-BE49-F238E27FC236}">
                  <a16:creationId xmlns:a16="http://schemas.microsoft.com/office/drawing/2014/main" id="{EE2648C7-A9CA-40EE-9641-470AD34919B3}"/>
                </a:ext>
              </a:extLst>
            </p:cNvPr>
            <p:cNvSpPr/>
            <p:nvPr/>
          </p:nvSpPr>
          <p:spPr>
            <a:xfrm>
              <a:off x="4401517" y="2714799"/>
              <a:ext cx="1594800" cy="1596054"/>
            </a:xfrm>
            <a:prstGeom prst="flowChartConnector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流程图: 接点 10">
              <a:extLst>
                <a:ext uri="{FF2B5EF4-FFF2-40B4-BE49-F238E27FC236}">
                  <a16:creationId xmlns:a16="http://schemas.microsoft.com/office/drawing/2014/main" id="{20CE4BB8-EE20-4E34-AC35-C7F7703E9B1B}"/>
                </a:ext>
              </a:extLst>
            </p:cNvPr>
            <p:cNvSpPr/>
            <p:nvPr/>
          </p:nvSpPr>
          <p:spPr>
            <a:xfrm>
              <a:off x="3748469" y="3659455"/>
              <a:ext cx="259200" cy="259307"/>
            </a:xfrm>
            <a:prstGeom prst="flowChartConnector">
              <a:avLst/>
            </a:prstGeom>
            <a:solidFill>
              <a:srgbClr val="0141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流程图: 接点 11">
              <a:extLst>
                <a:ext uri="{FF2B5EF4-FFF2-40B4-BE49-F238E27FC236}">
                  <a16:creationId xmlns:a16="http://schemas.microsoft.com/office/drawing/2014/main" id="{144687D8-AC3C-44F1-A52E-742ADDAB0A83}"/>
                </a:ext>
              </a:extLst>
            </p:cNvPr>
            <p:cNvSpPr/>
            <p:nvPr/>
          </p:nvSpPr>
          <p:spPr>
            <a:xfrm>
              <a:off x="3141942" y="4366676"/>
              <a:ext cx="259200" cy="259307"/>
            </a:xfrm>
            <a:prstGeom prst="flowChartConnector">
              <a:avLst/>
            </a:prstGeom>
            <a:solidFill>
              <a:srgbClr val="304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流程图: 接点 13">
              <a:extLst>
                <a:ext uri="{FF2B5EF4-FFF2-40B4-BE49-F238E27FC236}">
                  <a16:creationId xmlns:a16="http://schemas.microsoft.com/office/drawing/2014/main" id="{A0CE2B6C-499B-4563-83EC-4209C327C17B}"/>
                </a:ext>
              </a:extLst>
            </p:cNvPr>
            <p:cNvSpPr/>
            <p:nvPr/>
          </p:nvSpPr>
          <p:spPr>
            <a:xfrm>
              <a:off x="5690646" y="3959330"/>
              <a:ext cx="218834" cy="220922"/>
            </a:xfrm>
            <a:prstGeom prst="flowChartConnector">
              <a:avLst/>
            </a:prstGeom>
            <a:solidFill>
              <a:srgbClr val="304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流程图: 接点 14">
              <a:extLst>
                <a:ext uri="{FF2B5EF4-FFF2-40B4-BE49-F238E27FC236}">
                  <a16:creationId xmlns:a16="http://schemas.microsoft.com/office/drawing/2014/main" id="{340DA406-62C6-48BB-8F54-DCB402912B21}"/>
                </a:ext>
              </a:extLst>
            </p:cNvPr>
            <p:cNvSpPr/>
            <p:nvPr/>
          </p:nvSpPr>
          <p:spPr>
            <a:xfrm>
              <a:off x="5422556" y="2691705"/>
              <a:ext cx="218834" cy="220922"/>
            </a:xfrm>
            <a:prstGeom prst="flowChartConnector">
              <a:avLst/>
            </a:prstGeom>
            <a:solidFill>
              <a:srgbClr val="304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流程图: 接点 15">
              <a:extLst>
                <a:ext uri="{FF2B5EF4-FFF2-40B4-BE49-F238E27FC236}">
                  <a16:creationId xmlns:a16="http://schemas.microsoft.com/office/drawing/2014/main" id="{6097187B-6008-482C-9DFF-E38C88BD5D71}"/>
                </a:ext>
              </a:extLst>
            </p:cNvPr>
            <p:cNvSpPr/>
            <p:nvPr/>
          </p:nvSpPr>
          <p:spPr>
            <a:xfrm>
              <a:off x="5350272" y="3837571"/>
              <a:ext cx="143450" cy="162382"/>
            </a:xfrm>
            <a:prstGeom prst="flowChartConnector">
              <a:avLst/>
            </a:prstGeom>
            <a:solidFill>
              <a:srgbClr val="5166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流程图: 接点 16">
              <a:extLst>
                <a:ext uri="{FF2B5EF4-FFF2-40B4-BE49-F238E27FC236}">
                  <a16:creationId xmlns:a16="http://schemas.microsoft.com/office/drawing/2014/main" id="{B727C140-8FF3-4BAD-B09F-642EADAEACFF}"/>
                </a:ext>
              </a:extLst>
            </p:cNvPr>
            <p:cNvSpPr/>
            <p:nvPr/>
          </p:nvSpPr>
          <p:spPr>
            <a:xfrm>
              <a:off x="3251676" y="3466050"/>
              <a:ext cx="143450" cy="162382"/>
            </a:xfrm>
            <a:prstGeom prst="flowChartConnector">
              <a:avLst/>
            </a:prstGeom>
            <a:solidFill>
              <a:srgbClr val="5166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流程图: 接点 17">
              <a:extLst>
                <a:ext uri="{FF2B5EF4-FFF2-40B4-BE49-F238E27FC236}">
                  <a16:creationId xmlns:a16="http://schemas.microsoft.com/office/drawing/2014/main" id="{E5E539E4-9C0C-4A2B-A942-DF95E912E442}"/>
                </a:ext>
              </a:extLst>
            </p:cNvPr>
            <p:cNvSpPr/>
            <p:nvPr/>
          </p:nvSpPr>
          <p:spPr>
            <a:xfrm>
              <a:off x="3070217" y="3941858"/>
              <a:ext cx="143450" cy="162382"/>
            </a:xfrm>
            <a:prstGeom prst="flowChartConnector">
              <a:avLst/>
            </a:prstGeom>
            <a:solidFill>
              <a:srgbClr val="7482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流程图: 接点 19">
              <a:extLst>
                <a:ext uri="{FF2B5EF4-FFF2-40B4-BE49-F238E27FC236}">
                  <a16:creationId xmlns:a16="http://schemas.microsoft.com/office/drawing/2014/main" id="{C77B3D88-D71C-4910-941F-9D8B8FC6533A}"/>
                </a:ext>
              </a:extLst>
            </p:cNvPr>
            <p:cNvSpPr/>
            <p:nvPr/>
          </p:nvSpPr>
          <p:spPr>
            <a:xfrm>
              <a:off x="4124564" y="2931114"/>
              <a:ext cx="143450" cy="162382"/>
            </a:xfrm>
            <a:prstGeom prst="flowChartConnector">
              <a:avLst/>
            </a:prstGeom>
            <a:solidFill>
              <a:srgbClr val="5166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流程图: 接点 20">
              <a:extLst>
                <a:ext uri="{FF2B5EF4-FFF2-40B4-BE49-F238E27FC236}">
                  <a16:creationId xmlns:a16="http://schemas.microsoft.com/office/drawing/2014/main" id="{8E8AF88C-45D4-405E-A397-59F59EE506A2}"/>
                </a:ext>
              </a:extLst>
            </p:cNvPr>
            <p:cNvSpPr/>
            <p:nvPr/>
          </p:nvSpPr>
          <p:spPr>
            <a:xfrm>
              <a:off x="4440536" y="4559638"/>
              <a:ext cx="143450" cy="162382"/>
            </a:xfrm>
            <a:prstGeom prst="flowChartConnector">
              <a:avLst/>
            </a:prstGeom>
            <a:solidFill>
              <a:srgbClr val="8599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流程图: 接点 21">
              <a:extLst>
                <a:ext uri="{FF2B5EF4-FFF2-40B4-BE49-F238E27FC236}">
                  <a16:creationId xmlns:a16="http://schemas.microsoft.com/office/drawing/2014/main" id="{BB52C161-BEB0-4BD4-A2A3-849F4F2239EC}"/>
                </a:ext>
              </a:extLst>
            </p:cNvPr>
            <p:cNvSpPr/>
            <p:nvPr/>
          </p:nvSpPr>
          <p:spPr>
            <a:xfrm>
              <a:off x="4924659" y="2763599"/>
              <a:ext cx="143450" cy="162382"/>
            </a:xfrm>
            <a:prstGeom prst="flowChartConnector">
              <a:avLst/>
            </a:prstGeom>
            <a:solidFill>
              <a:srgbClr val="8599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流程图: 接点 22">
              <a:extLst>
                <a:ext uri="{FF2B5EF4-FFF2-40B4-BE49-F238E27FC236}">
                  <a16:creationId xmlns:a16="http://schemas.microsoft.com/office/drawing/2014/main" id="{1A412F31-2436-4E20-A5EB-25E9B070654F}"/>
                </a:ext>
              </a:extLst>
            </p:cNvPr>
            <p:cNvSpPr/>
            <p:nvPr/>
          </p:nvSpPr>
          <p:spPr>
            <a:xfrm>
              <a:off x="4291443" y="4267099"/>
              <a:ext cx="143450" cy="162382"/>
            </a:xfrm>
            <a:prstGeom prst="flowChartConnector">
              <a:avLst/>
            </a:prstGeom>
            <a:solidFill>
              <a:srgbClr val="7482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流程图: 接点 23">
              <a:extLst>
                <a:ext uri="{FF2B5EF4-FFF2-40B4-BE49-F238E27FC236}">
                  <a16:creationId xmlns:a16="http://schemas.microsoft.com/office/drawing/2014/main" id="{DBA7B14E-9CF7-4BC0-BDA9-B1F5BA1010E7}"/>
                </a:ext>
              </a:extLst>
            </p:cNvPr>
            <p:cNvSpPr/>
            <p:nvPr/>
          </p:nvSpPr>
          <p:spPr>
            <a:xfrm>
              <a:off x="3920839" y="4599674"/>
              <a:ext cx="143450" cy="162382"/>
            </a:xfrm>
            <a:prstGeom prst="flowChartConnector">
              <a:avLst/>
            </a:prstGeom>
            <a:solidFill>
              <a:srgbClr val="7482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流程图: 接点 24">
              <a:extLst>
                <a:ext uri="{FF2B5EF4-FFF2-40B4-BE49-F238E27FC236}">
                  <a16:creationId xmlns:a16="http://schemas.microsoft.com/office/drawing/2014/main" id="{F8BB7AD2-8321-4DF1-990C-121B9BE6718C}"/>
                </a:ext>
              </a:extLst>
            </p:cNvPr>
            <p:cNvSpPr/>
            <p:nvPr/>
          </p:nvSpPr>
          <p:spPr>
            <a:xfrm>
              <a:off x="2719501" y="3630132"/>
              <a:ext cx="89478" cy="90000"/>
            </a:xfrm>
            <a:prstGeom prst="flowChartConnector">
              <a:avLst/>
            </a:prstGeom>
            <a:solidFill>
              <a:srgbClr val="B8C0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流程图: 接点 25">
              <a:extLst>
                <a:ext uri="{FF2B5EF4-FFF2-40B4-BE49-F238E27FC236}">
                  <a16:creationId xmlns:a16="http://schemas.microsoft.com/office/drawing/2014/main" id="{E69C5788-02E4-41D4-B585-620E288392D9}"/>
                </a:ext>
              </a:extLst>
            </p:cNvPr>
            <p:cNvSpPr/>
            <p:nvPr/>
          </p:nvSpPr>
          <p:spPr>
            <a:xfrm>
              <a:off x="2859530" y="3245094"/>
              <a:ext cx="89478" cy="90000"/>
            </a:xfrm>
            <a:prstGeom prst="flowChartConnector">
              <a:avLst/>
            </a:prstGeom>
            <a:solidFill>
              <a:srgbClr val="7482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流程图: 接点 26">
              <a:extLst>
                <a:ext uri="{FF2B5EF4-FFF2-40B4-BE49-F238E27FC236}">
                  <a16:creationId xmlns:a16="http://schemas.microsoft.com/office/drawing/2014/main" id="{51A20E5E-B0B1-4A51-B2C3-4C7AF31AEB2A}"/>
                </a:ext>
              </a:extLst>
            </p:cNvPr>
            <p:cNvSpPr/>
            <p:nvPr/>
          </p:nvSpPr>
          <p:spPr>
            <a:xfrm>
              <a:off x="2571512" y="3163890"/>
              <a:ext cx="89478" cy="90000"/>
            </a:xfrm>
            <a:prstGeom prst="flowChartConnector">
              <a:avLst/>
            </a:prstGeom>
            <a:solidFill>
              <a:srgbClr val="B8C0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流程图: 接点 27">
              <a:extLst>
                <a:ext uri="{FF2B5EF4-FFF2-40B4-BE49-F238E27FC236}">
                  <a16:creationId xmlns:a16="http://schemas.microsoft.com/office/drawing/2014/main" id="{100993DF-E7A1-417D-BBF5-0348043D8A51}"/>
                </a:ext>
              </a:extLst>
            </p:cNvPr>
            <p:cNvSpPr/>
            <p:nvPr/>
          </p:nvSpPr>
          <p:spPr>
            <a:xfrm>
              <a:off x="2694227" y="3972814"/>
              <a:ext cx="89478" cy="90000"/>
            </a:xfrm>
            <a:prstGeom prst="flowChartConnector">
              <a:avLst/>
            </a:prstGeom>
            <a:solidFill>
              <a:srgbClr val="B8C0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流程图: 接点 28">
              <a:extLst>
                <a:ext uri="{FF2B5EF4-FFF2-40B4-BE49-F238E27FC236}">
                  <a16:creationId xmlns:a16="http://schemas.microsoft.com/office/drawing/2014/main" id="{9EC4C6EF-53E9-4061-9676-FCFC584EF4E7}"/>
                </a:ext>
              </a:extLst>
            </p:cNvPr>
            <p:cNvSpPr/>
            <p:nvPr/>
          </p:nvSpPr>
          <p:spPr>
            <a:xfrm>
              <a:off x="3348289" y="3827615"/>
              <a:ext cx="89478" cy="90000"/>
            </a:xfrm>
            <a:prstGeom prst="flowChartConnector">
              <a:avLst/>
            </a:prstGeom>
            <a:solidFill>
              <a:srgbClr val="8599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流程图: 接点 29">
              <a:extLst>
                <a:ext uri="{FF2B5EF4-FFF2-40B4-BE49-F238E27FC236}">
                  <a16:creationId xmlns:a16="http://schemas.microsoft.com/office/drawing/2014/main" id="{08E492EA-D331-4D93-BCE9-B42EF654C599}"/>
                </a:ext>
              </a:extLst>
            </p:cNvPr>
            <p:cNvSpPr/>
            <p:nvPr/>
          </p:nvSpPr>
          <p:spPr>
            <a:xfrm>
              <a:off x="4979009" y="3918762"/>
              <a:ext cx="89478" cy="120290"/>
            </a:xfrm>
            <a:prstGeom prst="flowChartConnector">
              <a:avLst/>
            </a:prstGeom>
            <a:solidFill>
              <a:srgbClr val="8599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流程图: 接点 30">
              <a:extLst>
                <a:ext uri="{FF2B5EF4-FFF2-40B4-BE49-F238E27FC236}">
                  <a16:creationId xmlns:a16="http://schemas.microsoft.com/office/drawing/2014/main" id="{62EEEB48-6768-4394-AC1C-65B7A1C1C145}"/>
                </a:ext>
              </a:extLst>
            </p:cNvPr>
            <p:cNvSpPr/>
            <p:nvPr/>
          </p:nvSpPr>
          <p:spPr>
            <a:xfrm>
              <a:off x="4906906" y="3249155"/>
              <a:ext cx="89478" cy="120290"/>
            </a:xfrm>
            <a:prstGeom prst="flowChartConnector">
              <a:avLst/>
            </a:prstGeom>
            <a:solidFill>
              <a:srgbClr val="8599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流程图: 接点 34">
              <a:extLst>
                <a:ext uri="{FF2B5EF4-FFF2-40B4-BE49-F238E27FC236}">
                  <a16:creationId xmlns:a16="http://schemas.microsoft.com/office/drawing/2014/main" id="{188980C4-954B-4D92-8417-0A79A2B42C24}"/>
                </a:ext>
              </a:extLst>
            </p:cNvPr>
            <p:cNvSpPr/>
            <p:nvPr/>
          </p:nvSpPr>
          <p:spPr>
            <a:xfrm>
              <a:off x="5710585" y="3028422"/>
              <a:ext cx="89478" cy="120290"/>
            </a:xfrm>
            <a:prstGeom prst="flowChartConnector">
              <a:avLst/>
            </a:prstGeom>
            <a:solidFill>
              <a:srgbClr val="8599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流程图: 接点 36">
              <a:extLst>
                <a:ext uri="{FF2B5EF4-FFF2-40B4-BE49-F238E27FC236}">
                  <a16:creationId xmlns:a16="http://schemas.microsoft.com/office/drawing/2014/main" id="{7969276D-A309-4623-BCF7-56A37FB7846F}"/>
                </a:ext>
              </a:extLst>
            </p:cNvPr>
            <p:cNvSpPr/>
            <p:nvPr/>
          </p:nvSpPr>
          <p:spPr>
            <a:xfrm>
              <a:off x="5691437" y="3449491"/>
              <a:ext cx="143450" cy="162382"/>
            </a:xfrm>
            <a:prstGeom prst="flowChartConnector">
              <a:avLst/>
            </a:prstGeom>
            <a:solidFill>
              <a:srgbClr val="5166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流程图: 接点 37">
              <a:extLst>
                <a:ext uri="{FF2B5EF4-FFF2-40B4-BE49-F238E27FC236}">
                  <a16:creationId xmlns:a16="http://schemas.microsoft.com/office/drawing/2014/main" id="{A20F363A-3864-4334-8737-C6092AD2E5B2}"/>
                </a:ext>
              </a:extLst>
            </p:cNvPr>
            <p:cNvSpPr/>
            <p:nvPr/>
          </p:nvSpPr>
          <p:spPr>
            <a:xfrm>
              <a:off x="5057390" y="3310833"/>
              <a:ext cx="252000" cy="252000"/>
            </a:xfrm>
            <a:prstGeom prst="flowChartConnector">
              <a:avLst/>
            </a:prstGeom>
            <a:solidFill>
              <a:srgbClr val="4DB5EE"/>
            </a:solidFill>
            <a:ln>
              <a:noFill/>
            </a:ln>
            <a:effectLst>
              <a:outerShdw blurRad="127000" dist="38100" dir="2700000" algn="ctr">
                <a:srgbClr val="000000">
                  <a:alpha val="45000"/>
                </a:srgbClr>
              </a:outerShdw>
            </a:effectLst>
            <a:scene3d>
              <a:camera prst="perspectiveFront" fov="2700000">
                <a:rot lat="20376000" lon="1938000" rev="20112001"/>
              </a:camera>
              <a:lightRig rig="soft" dir="t">
                <a:rot lat="0" lon="0" rev="0"/>
              </a:lightRig>
            </a:scene3d>
            <a:sp3d prstMaterial="translucentPowder">
              <a:bevelT w="2032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DFEFAA5B-7E76-45FC-A21A-B27D6388E12F}"/>
                </a:ext>
              </a:extLst>
            </p:cNvPr>
            <p:cNvSpPr/>
            <p:nvPr/>
          </p:nvSpPr>
          <p:spPr>
            <a:xfrm rot="20709250">
              <a:off x="4014862" y="3540437"/>
              <a:ext cx="1054741" cy="193563"/>
            </a:xfrm>
            <a:prstGeom prst="rightArrow">
              <a:avLst/>
            </a:prstGeom>
            <a:gradFill>
              <a:gsLst>
                <a:gs pos="39000">
                  <a:srgbClr val="2E6EF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9C38463-50A8-44B7-813C-16B7A98C1E27}"/>
                    </a:ext>
                  </a:extLst>
                </p:cNvPr>
                <p:cNvSpPr txBox="1"/>
                <p:nvPr/>
              </p:nvSpPr>
              <p:spPr>
                <a:xfrm>
                  <a:off x="3383715" y="3813182"/>
                  <a:ext cx="800219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oMath>
                    </m:oMathPara>
                  </a14:m>
                  <a:endParaRPr lang="en-US" altLang="zh-CN" dirty="0"/>
                </a:p>
                <a:p>
                  <a:r>
                    <a:rPr lang="en-US" altLang="zh-CN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旧中心</a:t>
                  </a:r>
                  <a:r>
                    <a:rPr lang="en-US" altLang="zh-CN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  <a:endPara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9C38463-50A8-44B7-813C-16B7A98C1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3715" y="3813182"/>
                  <a:ext cx="800219" cy="553998"/>
                </a:xfrm>
                <a:prstGeom prst="rect">
                  <a:avLst/>
                </a:prstGeom>
                <a:blipFill>
                  <a:blip r:embed="rId5"/>
                  <a:stretch>
                    <a:fillRect l="-763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流程图: 接点 39">
              <a:extLst>
                <a:ext uri="{FF2B5EF4-FFF2-40B4-BE49-F238E27FC236}">
                  <a16:creationId xmlns:a16="http://schemas.microsoft.com/office/drawing/2014/main" id="{B6C00517-6B34-4178-882A-8F156A3D0C87}"/>
                </a:ext>
              </a:extLst>
            </p:cNvPr>
            <p:cNvSpPr/>
            <p:nvPr/>
          </p:nvSpPr>
          <p:spPr>
            <a:xfrm>
              <a:off x="3604762" y="3130306"/>
              <a:ext cx="89478" cy="90000"/>
            </a:xfrm>
            <a:prstGeom prst="flowChartConnector">
              <a:avLst/>
            </a:prstGeom>
            <a:solidFill>
              <a:srgbClr val="7482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流程图: 接点 40">
              <a:extLst>
                <a:ext uri="{FF2B5EF4-FFF2-40B4-BE49-F238E27FC236}">
                  <a16:creationId xmlns:a16="http://schemas.microsoft.com/office/drawing/2014/main" id="{F01F6638-0DC8-4336-93A4-1A04BF7D8967}"/>
                </a:ext>
              </a:extLst>
            </p:cNvPr>
            <p:cNvSpPr/>
            <p:nvPr/>
          </p:nvSpPr>
          <p:spPr>
            <a:xfrm>
              <a:off x="4499713" y="2781992"/>
              <a:ext cx="89478" cy="90000"/>
            </a:xfrm>
            <a:prstGeom prst="flowChartConnector">
              <a:avLst/>
            </a:prstGeom>
            <a:solidFill>
              <a:srgbClr val="B8C0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流程图: 接点 41">
              <a:extLst>
                <a:ext uri="{FF2B5EF4-FFF2-40B4-BE49-F238E27FC236}">
                  <a16:creationId xmlns:a16="http://schemas.microsoft.com/office/drawing/2014/main" id="{980E1134-097B-4308-8D6B-1396BD3BEC33}"/>
                </a:ext>
              </a:extLst>
            </p:cNvPr>
            <p:cNvSpPr/>
            <p:nvPr/>
          </p:nvSpPr>
          <p:spPr>
            <a:xfrm>
              <a:off x="5289876" y="3015433"/>
              <a:ext cx="89478" cy="90000"/>
            </a:xfrm>
            <a:prstGeom prst="flowChartConnector">
              <a:avLst/>
            </a:prstGeom>
            <a:solidFill>
              <a:srgbClr val="B8C0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流程图: 接点 42">
              <a:extLst>
                <a:ext uri="{FF2B5EF4-FFF2-40B4-BE49-F238E27FC236}">
                  <a16:creationId xmlns:a16="http://schemas.microsoft.com/office/drawing/2014/main" id="{194AFC63-8271-417F-BE5B-4FFE1B31671E}"/>
                </a:ext>
              </a:extLst>
            </p:cNvPr>
            <p:cNvSpPr/>
            <p:nvPr/>
          </p:nvSpPr>
          <p:spPr>
            <a:xfrm>
              <a:off x="6046111" y="3458577"/>
              <a:ext cx="89478" cy="90000"/>
            </a:xfrm>
            <a:prstGeom prst="flowChartConnector">
              <a:avLst/>
            </a:prstGeom>
            <a:solidFill>
              <a:srgbClr val="B8C0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E1E8470-7829-4E2B-986E-B2A6529D760D}"/>
                </a:ext>
              </a:extLst>
            </p:cNvPr>
            <p:cNvSpPr txBox="1"/>
            <p:nvPr/>
          </p:nvSpPr>
          <p:spPr>
            <a:xfrm>
              <a:off x="5235902" y="3181648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新中心位置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5826AB7-82DF-41D4-B610-F74552E1BDE6}"/>
                    </a:ext>
                  </a:extLst>
                </p:cNvPr>
                <p:cNvSpPr txBox="1"/>
                <p:nvPr/>
              </p:nvSpPr>
              <p:spPr>
                <a:xfrm rot="20675143">
                  <a:off x="3914299" y="3158162"/>
                  <a:ext cx="99097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更新</a:t>
                  </a:r>
                  <a:endParaRPr lang="en-US" altLang="zh-CN" sz="12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en-US" altLang="zh-CN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加权</a:t>
                  </a:r>
                  <a14:m>
                    <m:oMath xmlns:m="http://schemas.openxmlformats.org/officeDocument/2006/math">
                      <m:r>
                        <a:rPr lang="en-US" altLang="zh-CN" sz="1200" b="1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𝑬𝑴𝑨</m:t>
                      </m:r>
                    </m:oMath>
                  </a14:m>
                  <a:r>
                    <a:rPr lang="en-US" altLang="zh-CN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  <a:endPara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25826AB7-82DF-41D4-B610-F74552E1BD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675143">
                  <a:off x="3914299" y="3158162"/>
                  <a:ext cx="990977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1124" b="-50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流程图: 接点 46">
              <a:extLst>
                <a:ext uri="{FF2B5EF4-FFF2-40B4-BE49-F238E27FC236}">
                  <a16:creationId xmlns:a16="http://schemas.microsoft.com/office/drawing/2014/main" id="{8AD44BE1-F0C3-4DD6-BE69-4BC30642677D}"/>
                </a:ext>
              </a:extLst>
            </p:cNvPr>
            <p:cNvSpPr/>
            <p:nvPr/>
          </p:nvSpPr>
          <p:spPr>
            <a:xfrm>
              <a:off x="3270031" y="3078723"/>
              <a:ext cx="89478" cy="90000"/>
            </a:xfrm>
            <a:prstGeom prst="flowChartConnector">
              <a:avLst/>
            </a:prstGeom>
            <a:solidFill>
              <a:srgbClr val="B8C0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199496B-2BD7-4459-B8CB-132EC52AC327}"/>
                </a:ext>
              </a:extLst>
            </p:cNvPr>
            <p:cNvSpPr txBox="1"/>
            <p:nvPr/>
          </p:nvSpPr>
          <p:spPr>
            <a:xfrm>
              <a:off x="2383936" y="2645339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上一时刻</a:t>
              </a:r>
              <a:b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</a:br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超球面边界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08E8D98-E22E-4703-A7EE-F572FE2E1610}"/>
                    </a:ext>
                  </a:extLst>
                </p:cNvPr>
                <p:cNvSpPr txBox="1"/>
                <p:nvPr/>
              </p:nvSpPr>
              <p:spPr>
                <a:xfrm>
                  <a:off x="5578736" y="2627685"/>
                  <a:ext cx="81624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高权重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b="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b="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</m:oMath>
                  </a14:m>
                  <a:endPara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08E8D98-E22E-4703-A7EE-F572FE2E1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8736" y="2627685"/>
                  <a:ext cx="81624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746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0A39AA97-7CEF-4287-BD23-AEAD583C085A}"/>
                    </a:ext>
                  </a:extLst>
                </p:cNvPr>
                <p:cNvSpPr txBox="1"/>
                <p:nvPr/>
              </p:nvSpPr>
              <p:spPr>
                <a:xfrm>
                  <a:off x="2441107" y="4410524"/>
                  <a:ext cx="81624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高权重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b="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b="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</m:oMath>
                  </a14:m>
                  <a:endPara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0A39AA97-7CEF-4287-BD23-AEAD583C0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1107" y="4410524"/>
                  <a:ext cx="81624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746"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934362D-2272-49A8-87C9-A84AFBA564CF}"/>
                    </a:ext>
                  </a:extLst>
                </p:cNvPr>
                <p:cNvSpPr txBox="1"/>
                <p:nvPr/>
              </p:nvSpPr>
              <p:spPr>
                <a:xfrm>
                  <a:off x="4867034" y="4332714"/>
                  <a:ext cx="81624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低权重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b="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200" b="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</m:oMath>
                  </a14:m>
                  <a:endPara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D934362D-2272-49A8-87C9-A84AFBA56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7034" y="4332714"/>
                  <a:ext cx="81624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746"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流程图: 接点 51">
              <a:extLst>
                <a:ext uri="{FF2B5EF4-FFF2-40B4-BE49-F238E27FC236}">
                  <a16:creationId xmlns:a16="http://schemas.microsoft.com/office/drawing/2014/main" id="{60CE773A-CF6B-411D-A47C-76AF75E86D46}"/>
                </a:ext>
              </a:extLst>
            </p:cNvPr>
            <p:cNvSpPr/>
            <p:nvPr/>
          </p:nvSpPr>
          <p:spPr>
            <a:xfrm>
              <a:off x="5189598" y="4225084"/>
              <a:ext cx="143450" cy="162382"/>
            </a:xfrm>
            <a:prstGeom prst="flowChartConnector">
              <a:avLst/>
            </a:prstGeom>
            <a:solidFill>
              <a:srgbClr val="8599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流程图: 接点 52">
              <a:extLst>
                <a:ext uri="{FF2B5EF4-FFF2-40B4-BE49-F238E27FC236}">
                  <a16:creationId xmlns:a16="http://schemas.microsoft.com/office/drawing/2014/main" id="{6324A7BE-4A11-4837-97C2-3206F9310027}"/>
                </a:ext>
              </a:extLst>
            </p:cNvPr>
            <p:cNvSpPr/>
            <p:nvPr/>
          </p:nvSpPr>
          <p:spPr>
            <a:xfrm>
              <a:off x="5595839" y="3659455"/>
              <a:ext cx="89478" cy="90000"/>
            </a:xfrm>
            <a:prstGeom prst="flowChartConnector">
              <a:avLst/>
            </a:prstGeom>
            <a:solidFill>
              <a:srgbClr val="B8C0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流程图: 接点 53">
              <a:extLst>
                <a:ext uri="{FF2B5EF4-FFF2-40B4-BE49-F238E27FC236}">
                  <a16:creationId xmlns:a16="http://schemas.microsoft.com/office/drawing/2014/main" id="{DAF8F206-88B5-40BB-A4DD-5131046F7A23}"/>
                </a:ext>
              </a:extLst>
            </p:cNvPr>
            <p:cNvSpPr/>
            <p:nvPr/>
          </p:nvSpPr>
          <p:spPr>
            <a:xfrm>
              <a:off x="5474028" y="4069791"/>
              <a:ext cx="89478" cy="90000"/>
            </a:xfrm>
            <a:prstGeom prst="flowChartConnector">
              <a:avLst/>
            </a:prstGeom>
            <a:solidFill>
              <a:srgbClr val="B8C0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流程图: 接点 54">
              <a:extLst>
                <a:ext uri="{FF2B5EF4-FFF2-40B4-BE49-F238E27FC236}">
                  <a16:creationId xmlns:a16="http://schemas.microsoft.com/office/drawing/2014/main" id="{56725851-7003-4662-A8A3-A296455F4287}"/>
                </a:ext>
              </a:extLst>
            </p:cNvPr>
            <p:cNvSpPr/>
            <p:nvPr/>
          </p:nvSpPr>
          <p:spPr>
            <a:xfrm>
              <a:off x="6080092" y="3744315"/>
              <a:ext cx="143450" cy="162382"/>
            </a:xfrm>
            <a:prstGeom prst="flowChartConnector">
              <a:avLst/>
            </a:prstGeom>
            <a:solidFill>
              <a:srgbClr val="7482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04CE9B7-B9B3-45FC-841A-D5CE7C14579C}"/>
                    </a:ext>
                  </a:extLst>
                </p:cNvPr>
                <p:cNvSpPr txBox="1"/>
                <p:nvPr/>
              </p:nvSpPr>
              <p:spPr>
                <a:xfrm>
                  <a:off x="5715928" y="4102435"/>
                  <a:ext cx="12362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当前批次特征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b="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200" b="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</m:sub>
                      </m:sSub>
                    </m:oMath>
                  </a14:m>
                  <a:endPara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404CE9B7-B9B3-45FC-841A-D5CE7C145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928" y="4102435"/>
                  <a:ext cx="1236236" cy="276999"/>
                </a:xfrm>
                <a:prstGeom prst="rect">
                  <a:avLst/>
                </a:prstGeom>
                <a:blipFill>
                  <a:blip r:embed="rId10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07C5A381-54E8-47E1-89BF-25D588208A87}"/>
                </a:ext>
              </a:extLst>
            </p:cNvPr>
            <p:cNvSpPr txBox="1"/>
            <p:nvPr/>
          </p:nvSpPr>
          <p:spPr>
            <a:xfrm>
              <a:off x="1497280" y="3328439"/>
              <a:ext cx="1569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中心加权更新过程：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0075EC5B-4311-473A-BC89-1C8492DE0B5C}"/>
                </a:ext>
              </a:extLst>
            </p:cNvPr>
            <p:cNvSpPr txBox="1"/>
            <p:nvPr/>
          </p:nvSpPr>
          <p:spPr>
            <a:xfrm>
              <a:off x="3389499" y="5238079"/>
              <a:ext cx="710451" cy="2492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距离度量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08DD98B-1664-4109-B058-618A9CF6A745}"/>
                    </a:ext>
                  </a:extLst>
                </p:cNvPr>
                <p:cNvSpPr txBox="1"/>
                <p:nvPr/>
              </p:nvSpPr>
              <p:spPr>
                <a:xfrm>
                  <a:off x="5331518" y="5240953"/>
                  <a:ext cx="1057469" cy="2492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||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||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308DD98B-1664-4109-B058-618A9CF6A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1518" y="5240953"/>
                  <a:ext cx="1057469" cy="249299"/>
                </a:xfrm>
                <a:prstGeom prst="rect">
                  <a:avLst/>
                </a:prstGeom>
                <a:blipFill>
                  <a:blip r:embed="rId11"/>
                  <a:stretch>
                    <a:fillRect r="-51724" b="-658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流程图: 接点 59">
              <a:extLst>
                <a:ext uri="{FF2B5EF4-FFF2-40B4-BE49-F238E27FC236}">
                  <a16:creationId xmlns:a16="http://schemas.microsoft.com/office/drawing/2014/main" id="{8AAE7F52-6E40-45E6-8612-D33AAAD43946}"/>
                </a:ext>
              </a:extLst>
            </p:cNvPr>
            <p:cNvSpPr/>
            <p:nvPr/>
          </p:nvSpPr>
          <p:spPr>
            <a:xfrm>
              <a:off x="2203304" y="5149480"/>
              <a:ext cx="108000" cy="108000"/>
            </a:xfrm>
            <a:prstGeom prst="flowChartConnector">
              <a:avLst/>
            </a:prstGeom>
            <a:solidFill>
              <a:srgbClr val="67A3E5"/>
            </a:solidFill>
            <a:ln>
              <a:solidFill>
                <a:srgbClr val="445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流程图: 接点 60">
              <a:extLst>
                <a:ext uri="{FF2B5EF4-FFF2-40B4-BE49-F238E27FC236}">
                  <a16:creationId xmlns:a16="http://schemas.microsoft.com/office/drawing/2014/main" id="{8AFEDFD3-C9A5-4B72-9E7F-1B6C1B807378}"/>
                </a:ext>
              </a:extLst>
            </p:cNvPr>
            <p:cNvSpPr/>
            <p:nvPr/>
          </p:nvSpPr>
          <p:spPr>
            <a:xfrm>
              <a:off x="1846751" y="5511712"/>
              <a:ext cx="108000" cy="108000"/>
            </a:xfrm>
            <a:prstGeom prst="flowChartConnector">
              <a:avLst/>
            </a:prstGeom>
            <a:solidFill>
              <a:srgbClr val="67A3E5"/>
            </a:solidFill>
            <a:ln>
              <a:solidFill>
                <a:srgbClr val="445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EED2347B-C063-433C-8732-1051BD93FDB8}"/>
                </a:ext>
              </a:extLst>
            </p:cNvPr>
            <p:cNvCxnSpPr>
              <a:stCxn id="61" idx="7"/>
              <a:endCxn id="60" idx="3"/>
            </p:cNvCxnSpPr>
            <p:nvPr/>
          </p:nvCxnSpPr>
          <p:spPr>
            <a:xfrm flipV="1">
              <a:off x="1938935" y="5241664"/>
              <a:ext cx="280185" cy="28586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C76581EF-DAC6-4220-A872-7A8E92D1A3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4860" y="5180255"/>
              <a:ext cx="289770" cy="28881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2D660BA8-826B-41A6-99C4-0BE78F5D1E82}"/>
                </a:ext>
              </a:extLst>
            </p:cNvPr>
            <p:cNvGrpSpPr/>
            <p:nvPr/>
          </p:nvGrpSpPr>
          <p:grpSpPr>
            <a:xfrm>
              <a:off x="1900751" y="1862097"/>
              <a:ext cx="360003" cy="359629"/>
              <a:chOff x="9924511" y="1035544"/>
              <a:chExt cx="900011" cy="903371"/>
            </a:xfrm>
          </p:grpSpPr>
          <p:sp>
            <p:nvSpPr>
              <p:cNvPr id="73" name="流程图: 接点 72">
                <a:extLst>
                  <a:ext uri="{FF2B5EF4-FFF2-40B4-BE49-F238E27FC236}">
                    <a16:creationId xmlns:a16="http://schemas.microsoft.com/office/drawing/2014/main" id="{668D40EF-9599-4017-B051-534BE765ABF5}"/>
                  </a:ext>
                </a:extLst>
              </p:cNvPr>
              <p:cNvSpPr/>
              <p:nvPr/>
            </p:nvSpPr>
            <p:spPr>
              <a:xfrm>
                <a:off x="9924521" y="1035544"/>
                <a:ext cx="900001" cy="900000"/>
              </a:xfrm>
              <a:prstGeom prst="flowChartConnector">
                <a:avLst/>
              </a:prstGeom>
              <a:solidFill>
                <a:srgbClr val="5FA9F3"/>
              </a:solidFill>
              <a:ln>
                <a:solidFill>
                  <a:srgbClr val="20589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1ACBC454-8518-4ABD-B1B5-C6FA0A7FE786}"/>
                  </a:ext>
                </a:extLst>
              </p:cNvPr>
              <p:cNvSpPr/>
              <p:nvPr/>
            </p:nvSpPr>
            <p:spPr>
              <a:xfrm>
                <a:off x="10090049" y="1038915"/>
                <a:ext cx="568927" cy="900000"/>
              </a:xfrm>
              <a:prstGeom prst="ellipse">
                <a:avLst/>
              </a:prstGeom>
              <a:noFill/>
              <a:ln>
                <a:solidFill>
                  <a:srgbClr val="20589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34963777-A3EA-4B7F-91F8-0325BC31E958}"/>
                  </a:ext>
                </a:extLst>
              </p:cNvPr>
              <p:cNvSpPr/>
              <p:nvPr/>
            </p:nvSpPr>
            <p:spPr>
              <a:xfrm rot="16200000">
                <a:off x="10143549" y="1021355"/>
                <a:ext cx="461923" cy="899999"/>
              </a:xfrm>
              <a:prstGeom prst="ellipse">
                <a:avLst/>
              </a:prstGeom>
              <a:noFill/>
              <a:ln>
                <a:solidFill>
                  <a:srgbClr val="20589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25778597-9AC4-4528-81DC-9A1538C78467}"/>
                </a:ext>
              </a:extLst>
            </p:cNvPr>
            <p:cNvSpPr txBox="1"/>
            <p:nvPr/>
          </p:nvSpPr>
          <p:spPr>
            <a:xfrm>
              <a:off x="1683494" y="2193554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特征中心状态</a:t>
              </a:r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43D46634-DD4C-437A-80D9-AAA3C98B6288}"/>
                </a:ext>
              </a:extLst>
            </p:cNvPr>
            <p:cNvCxnSpPr>
              <a:cxnSpLocks/>
            </p:cNvCxnSpPr>
            <p:nvPr/>
          </p:nvCxnSpPr>
          <p:spPr>
            <a:xfrm>
              <a:off x="3920839" y="2478409"/>
              <a:ext cx="0" cy="35073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1455CD84-05FB-4977-B9E1-71CBBA4B1347}"/>
                </a:ext>
              </a:extLst>
            </p:cNvPr>
            <p:cNvCxnSpPr>
              <a:cxnSpLocks/>
              <a:endCxn id="8" idx="4"/>
            </p:cNvCxnSpPr>
            <p:nvPr/>
          </p:nvCxnSpPr>
          <p:spPr>
            <a:xfrm flipV="1">
              <a:off x="3870767" y="4762057"/>
              <a:ext cx="7302" cy="30130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325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345</TotalTime>
  <Words>75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4</cp:revision>
  <dcterms:created xsi:type="dcterms:W3CDTF">2026-01-30T08:25:49Z</dcterms:created>
  <dcterms:modified xsi:type="dcterms:W3CDTF">2026-03-10T06:57:18Z</dcterms:modified>
</cp:coreProperties>
</file>