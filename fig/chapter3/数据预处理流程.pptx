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7283450" cy="50260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ACAE8"/>
    <a:srgbClr val="F5C1C8"/>
    <a:srgbClr val="9BDFDF"/>
    <a:srgbClr val="17B8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59" autoAdjust="0"/>
    <p:restoredTop sz="94660"/>
  </p:normalViewPr>
  <p:slideViewPr>
    <p:cSldViewPr snapToGrid="0">
      <p:cViewPr varScale="1">
        <p:scale>
          <a:sx n="162" d="100"/>
          <a:sy n="162" d="100"/>
        </p:scale>
        <p:origin x="1478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6259" y="822547"/>
            <a:ext cx="6190933" cy="1749801"/>
          </a:xfrm>
        </p:spPr>
        <p:txBody>
          <a:bodyPr anchor="b"/>
          <a:lstStyle>
            <a:lvl1pPr algn="ctr">
              <a:defRPr sz="4397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0431" y="2639827"/>
            <a:ext cx="5462588" cy="1213459"/>
          </a:xfrm>
        </p:spPr>
        <p:txBody>
          <a:bodyPr/>
          <a:lstStyle>
            <a:lvl1pPr marL="0" indent="0" algn="ctr">
              <a:buNone/>
              <a:defRPr sz="1759"/>
            </a:lvl1pPr>
            <a:lvl2pPr marL="335082" indent="0" algn="ctr">
              <a:buNone/>
              <a:defRPr sz="1466"/>
            </a:lvl2pPr>
            <a:lvl3pPr marL="670164" indent="0" algn="ctr">
              <a:buNone/>
              <a:defRPr sz="1319"/>
            </a:lvl3pPr>
            <a:lvl4pPr marL="1005246" indent="0" algn="ctr">
              <a:buNone/>
              <a:defRPr sz="1173"/>
            </a:lvl4pPr>
            <a:lvl5pPr marL="1340328" indent="0" algn="ctr">
              <a:buNone/>
              <a:defRPr sz="1173"/>
            </a:lvl5pPr>
            <a:lvl6pPr marL="1675409" indent="0" algn="ctr">
              <a:buNone/>
              <a:defRPr sz="1173"/>
            </a:lvl6pPr>
            <a:lvl7pPr marL="2010491" indent="0" algn="ctr">
              <a:buNone/>
              <a:defRPr sz="1173"/>
            </a:lvl7pPr>
            <a:lvl8pPr marL="2345573" indent="0" algn="ctr">
              <a:buNone/>
              <a:defRPr sz="1173"/>
            </a:lvl8pPr>
            <a:lvl9pPr marL="2680655" indent="0" algn="ctr">
              <a:buNone/>
              <a:defRPr sz="1173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3EFA3-1FAE-4514-B214-75E13E669520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7136D-F717-489E-9A61-58412563AC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69399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3EFA3-1FAE-4514-B214-75E13E669520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7136D-F717-489E-9A61-58412563AC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61957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944" y="1253018"/>
            <a:ext cx="6281976" cy="2090686"/>
          </a:xfrm>
        </p:spPr>
        <p:txBody>
          <a:bodyPr anchor="b"/>
          <a:lstStyle>
            <a:lvl1pPr>
              <a:defRPr sz="4397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6944" y="3363482"/>
            <a:ext cx="6281976" cy="1099443"/>
          </a:xfrm>
        </p:spPr>
        <p:txBody>
          <a:bodyPr/>
          <a:lstStyle>
            <a:lvl1pPr marL="0" indent="0">
              <a:buNone/>
              <a:defRPr sz="1759">
                <a:solidFill>
                  <a:schemeClr val="tx1"/>
                </a:solidFill>
              </a:defRPr>
            </a:lvl1pPr>
            <a:lvl2pPr marL="335082" indent="0">
              <a:buNone/>
              <a:defRPr sz="1466">
                <a:solidFill>
                  <a:schemeClr val="tx1">
                    <a:tint val="75000"/>
                  </a:schemeClr>
                </a:solidFill>
              </a:defRPr>
            </a:lvl2pPr>
            <a:lvl3pPr marL="670164" indent="0">
              <a:buNone/>
              <a:defRPr sz="1319">
                <a:solidFill>
                  <a:schemeClr val="tx1">
                    <a:tint val="75000"/>
                  </a:schemeClr>
                </a:solidFill>
              </a:defRPr>
            </a:lvl3pPr>
            <a:lvl4pPr marL="1005246" indent="0">
              <a:buNone/>
              <a:defRPr sz="1173">
                <a:solidFill>
                  <a:schemeClr val="tx1">
                    <a:tint val="75000"/>
                  </a:schemeClr>
                </a:solidFill>
              </a:defRPr>
            </a:lvl4pPr>
            <a:lvl5pPr marL="1340328" indent="0">
              <a:buNone/>
              <a:defRPr sz="1173">
                <a:solidFill>
                  <a:schemeClr val="tx1">
                    <a:tint val="75000"/>
                  </a:schemeClr>
                </a:solidFill>
              </a:defRPr>
            </a:lvl5pPr>
            <a:lvl6pPr marL="1675409" indent="0">
              <a:buNone/>
              <a:defRPr sz="1173">
                <a:solidFill>
                  <a:schemeClr val="tx1">
                    <a:tint val="75000"/>
                  </a:schemeClr>
                </a:solidFill>
              </a:defRPr>
            </a:lvl6pPr>
            <a:lvl7pPr marL="2010491" indent="0">
              <a:buNone/>
              <a:defRPr sz="1173">
                <a:solidFill>
                  <a:schemeClr val="tx1">
                    <a:tint val="75000"/>
                  </a:schemeClr>
                </a:solidFill>
              </a:defRPr>
            </a:lvl7pPr>
            <a:lvl8pPr marL="2345573" indent="0">
              <a:buNone/>
              <a:defRPr sz="1173">
                <a:solidFill>
                  <a:schemeClr val="tx1">
                    <a:tint val="75000"/>
                  </a:schemeClr>
                </a:solidFill>
              </a:defRPr>
            </a:lvl8pPr>
            <a:lvl9pPr marL="2680655" indent="0">
              <a:buNone/>
              <a:defRPr sz="117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3EFA3-1FAE-4514-B214-75E13E669520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7136D-F717-489E-9A61-58412563AC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14464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0737" y="1337946"/>
            <a:ext cx="3095466" cy="318896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87247" y="1337946"/>
            <a:ext cx="3095466" cy="318896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3EFA3-1FAE-4514-B214-75E13E669520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7136D-F717-489E-9A61-58412563AC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4610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1686" y="267590"/>
            <a:ext cx="6281976" cy="97146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1687" y="1232074"/>
            <a:ext cx="3081240" cy="603821"/>
          </a:xfrm>
        </p:spPr>
        <p:txBody>
          <a:bodyPr anchor="b"/>
          <a:lstStyle>
            <a:lvl1pPr marL="0" indent="0">
              <a:buNone/>
              <a:defRPr sz="1759" b="1"/>
            </a:lvl1pPr>
            <a:lvl2pPr marL="335082" indent="0">
              <a:buNone/>
              <a:defRPr sz="1466" b="1"/>
            </a:lvl2pPr>
            <a:lvl3pPr marL="670164" indent="0">
              <a:buNone/>
              <a:defRPr sz="1319" b="1"/>
            </a:lvl3pPr>
            <a:lvl4pPr marL="1005246" indent="0">
              <a:buNone/>
              <a:defRPr sz="1173" b="1"/>
            </a:lvl4pPr>
            <a:lvl5pPr marL="1340328" indent="0">
              <a:buNone/>
              <a:defRPr sz="1173" b="1"/>
            </a:lvl5pPr>
            <a:lvl6pPr marL="1675409" indent="0">
              <a:buNone/>
              <a:defRPr sz="1173" b="1"/>
            </a:lvl6pPr>
            <a:lvl7pPr marL="2010491" indent="0">
              <a:buNone/>
              <a:defRPr sz="1173" b="1"/>
            </a:lvl7pPr>
            <a:lvl8pPr marL="2345573" indent="0">
              <a:buNone/>
              <a:defRPr sz="1173" b="1"/>
            </a:lvl8pPr>
            <a:lvl9pPr marL="2680655" indent="0">
              <a:buNone/>
              <a:defRPr sz="117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687" y="1835895"/>
            <a:ext cx="3081240" cy="27003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687247" y="1232074"/>
            <a:ext cx="3096415" cy="603821"/>
          </a:xfrm>
        </p:spPr>
        <p:txBody>
          <a:bodyPr anchor="b"/>
          <a:lstStyle>
            <a:lvl1pPr marL="0" indent="0">
              <a:buNone/>
              <a:defRPr sz="1759" b="1"/>
            </a:lvl1pPr>
            <a:lvl2pPr marL="335082" indent="0">
              <a:buNone/>
              <a:defRPr sz="1466" b="1"/>
            </a:lvl2pPr>
            <a:lvl3pPr marL="670164" indent="0">
              <a:buNone/>
              <a:defRPr sz="1319" b="1"/>
            </a:lvl3pPr>
            <a:lvl4pPr marL="1005246" indent="0">
              <a:buNone/>
              <a:defRPr sz="1173" b="1"/>
            </a:lvl4pPr>
            <a:lvl5pPr marL="1340328" indent="0">
              <a:buNone/>
              <a:defRPr sz="1173" b="1"/>
            </a:lvl5pPr>
            <a:lvl6pPr marL="1675409" indent="0">
              <a:buNone/>
              <a:defRPr sz="1173" b="1"/>
            </a:lvl6pPr>
            <a:lvl7pPr marL="2010491" indent="0">
              <a:buNone/>
              <a:defRPr sz="1173" b="1"/>
            </a:lvl7pPr>
            <a:lvl8pPr marL="2345573" indent="0">
              <a:buNone/>
              <a:defRPr sz="1173" b="1"/>
            </a:lvl8pPr>
            <a:lvl9pPr marL="2680655" indent="0">
              <a:buNone/>
              <a:defRPr sz="117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687247" y="1835895"/>
            <a:ext cx="3096415" cy="27003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3EFA3-1FAE-4514-B214-75E13E669520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7136D-F717-489E-9A61-58412563AC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47686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3EFA3-1FAE-4514-B214-75E13E669520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7136D-F717-489E-9A61-58412563AC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5793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3EFA3-1FAE-4514-B214-75E13E669520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7136D-F717-489E-9A61-58412563AC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51346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1686" y="335068"/>
            <a:ext cx="2349102" cy="1172739"/>
          </a:xfrm>
        </p:spPr>
        <p:txBody>
          <a:bodyPr anchor="b"/>
          <a:lstStyle>
            <a:lvl1pPr>
              <a:defRPr sz="234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96415" y="723656"/>
            <a:ext cx="3687247" cy="3571735"/>
          </a:xfrm>
        </p:spPr>
        <p:txBody>
          <a:bodyPr/>
          <a:lstStyle>
            <a:lvl1pPr>
              <a:defRPr sz="2345"/>
            </a:lvl1pPr>
            <a:lvl2pPr>
              <a:defRPr sz="2052"/>
            </a:lvl2pPr>
            <a:lvl3pPr>
              <a:defRPr sz="1759"/>
            </a:lvl3pPr>
            <a:lvl4pPr>
              <a:defRPr sz="1466"/>
            </a:lvl4pPr>
            <a:lvl5pPr>
              <a:defRPr sz="1466"/>
            </a:lvl5pPr>
            <a:lvl6pPr>
              <a:defRPr sz="1466"/>
            </a:lvl6pPr>
            <a:lvl7pPr>
              <a:defRPr sz="1466"/>
            </a:lvl7pPr>
            <a:lvl8pPr>
              <a:defRPr sz="1466"/>
            </a:lvl8pPr>
            <a:lvl9pPr>
              <a:defRPr sz="1466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1686" y="1507807"/>
            <a:ext cx="2349102" cy="2793400"/>
          </a:xfrm>
        </p:spPr>
        <p:txBody>
          <a:bodyPr/>
          <a:lstStyle>
            <a:lvl1pPr marL="0" indent="0">
              <a:buNone/>
              <a:defRPr sz="1173"/>
            </a:lvl1pPr>
            <a:lvl2pPr marL="335082" indent="0">
              <a:buNone/>
              <a:defRPr sz="1026"/>
            </a:lvl2pPr>
            <a:lvl3pPr marL="670164" indent="0">
              <a:buNone/>
              <a:defRPr sz="879"/>
            </a:lvl3pPr>
            <a:lvl4pPr marL="1005246" indent="0">
              <a:buNone/>
              <a:defRPr sz="733"/>
            </a:lvl4pPr>
            <a:lvl5pPr marL="1340328" indent="0">
              <a:buNone/>
              <a:defRPr sz="733"/>
            </a:lvl5pPr>
            <a:lvl6pPr marL="1675409" indent="0">
              <a:buNone/>
              <a:defRPr sz="733"/>
            </a:lvl6pPr>
            <a:lvl7pPr marL="2010491" indent="0">
              <a:buNone/>
              <a:defRPr sz="733"/>
            </a:lvl7pPr>
            <a:lvl8pPr marL="2345573" indent="0">
              <a:buNone/>
              <a:defRPr sz="733"/>
            </a:lvl8pPr>
            <a:lvl9pPr marL="2680655" indent="0">
              <a:buNone/>
              <a:defRPr sz="733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3EFA3-1FAE-4514-B214-75E13E669520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7136D-F717-489E-9A61-58412563AC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01645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1686" y="335068"/>
            <a:ext cx="2349102" cy="1172739"/>
          </a:xfrm>
        </p:spPr>
        <p:txBody>
          <a:bodyPr anchor="b"/>
          <a:lstStyle>
            <a:lvl1pPr>
              <a:defRPr sz="234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96415" y="723656"/>
            <a:ext cx="3687247" cy="3571735"/>
          </a:xfrm>
        </p:spPr>
        <p:txBody>
          <a:bodyPr anchor="t"/>
          <a:lstStyle>
            <a:lvl1pPr marL="0" indent="0">
              <a:buNone/>
              <a:defRPr sz="2345"/>
            </a:lvl1pPr>
            <a:lvl2pPr marL="335082" indent="0">
              <a:buNone/>
              <a:defRPr sz="2052"/>
            </a:lvl2pPr>
            <a:lvl3pPr marL="670164" indent="0">
              <a:buNone/>
              <a:defRPr sz="1759"/>
            </a:lvl3pPr>
            <a:lvl4pPr marL="1005246" indent="0">
              <a:buNone/>
              <a:defRPr sz="1466"/>
            </a:lvl4pPr>
            <a:lvl5pPr marL="1340328" indent="0">
              <a:buNone/>
              <a:defRPr sz="1466"/>
            </a:lvl5pPr>
            <a:lvl6pPr marL="1675409" indent="0">
              <a:buNone/>
              <a:defRPr sz="1466"/>
            </a:lvl6pPr>
            <a:lvl7pPr marL="2010491" indent="0">
              <a:buNone/>
              <a:defRPr sz="1466"/>
            </a:lvl7pPr>
            <a:lvl8pPr marL="2345573" indent="0">
              <a:buNone/>
              <a:defRPr sz="1466"/>
            </a:lvl8pPr>
            <a:lvl9pPr marL="2680655" indent="0">
              <a:buNone/>
              <a:defRPr sz="1466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1686" y="1507807"/>
            <a:ext cx="2349102" cy="2793400"/>
          </a:xfrm>
        </p:spPr>
        <p:txBody>
          <a:bodyPr/>
          <a:lstStyle>
            <a:lvl1pPr marL="0" indent="0">
              <a:buNone/>
              <a:defRPr sz="1173"/>
            </a:lvl1pPr>
            <a:lvl2pPr marL="335082" indent="0">
              <a:buNone/>
              <a:defRPr sz="1026"/>
            </a:lvl2pPr>
            <a:lvl3pPr marL="670164" indent="0">
              <a:buNone/>
              <a:defRPr sz="879"/>
            </a:lvl3pPr>
            <a:lvl4pPr marL="1005246" indent="0">
              <a:buNone/>
              <a:defRPr sz="733"/>
            </a:lvl4pPr>
            <a:lvl5pPr marL="1340328" indent="0">
              <a:buNone/>
              <a:defRPr sz="733"/>
            </a:lvl5pPr>
            <a:lvl6pPr marL="1675409" indent="0">
              <a:buNone/>
              <a:defRPr sz="733"/>
            </a:lvl6pPr>
            <a:lvl7pPr marL="2010491" indent="0">
              <a:buNone/>
              <a:defRPr sz="733"/>
            </a:lvl7pPr>
            <a:lvl8pPr marL="2345573" indent="0">
              <a:buNone/>
              <a:defRPr sz="733"/>
            </a:lvl8pPr>
            <a:lvl9pPr marL="2680655" indent="0">
              <a:buNone/>
              <a:defRPr sz="733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3EFA3-1FAE-4514-B214-75E13E669520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7136D-F717-489E-9A61-58412563AC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37865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3EFA3-1FAE-4514-B214-75E13E669520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7136D-F717-489E-9A61-58412563AC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36520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212219" y="267589"/>
            <a:ext cx="1570494" cy="425932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0737" y="267589"/>
            <a:ext cx="4620439" cy="425932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3EFA3-1FAE-4514-B214-75E13E669520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7136D-F717-489E-9A61-58412563AC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18778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0737" y="267590"/>
            <a:ext cx="6281976" cy="9714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0737" y="1337946"/>
            <a:ext cx="6281976" cy="31889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0737" y="4658382"/>
            <a:ext cx="1638776" cy="2675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7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33EFA3-1FAE-4514-B214-75E13E669520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412643" y="4658382"/>
            <a:ext cx="2458164" cy="2675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7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143937" y="4658382"/>
            <a:ext cx="1638776" cy="2675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7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87136D-F717-489E-9A61-58412563AC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0829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70164" rtl="0" eaLnBrk="1" latinLnBrk="0" hangingPunct="1">
        <a:lnSpc>
          <a:spcPct val="90000"/>
        </a:lnSpc>
        <a:spcBef>
          <a:spcPct val="0"/>
        </a:spcBef>
        <a:buNone/>
        <a:defRPr sz="322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7541" indent="-167541" algn="l" defTabSz="670164" rtl="0" eaLnBrk="1" latinLnBrk="0" hangingPunct="1">
        <a:lnSpc>
          <a:spcPct val="90000"/>
        </a:lnSpc>
        <a:spcBef>
          <a:spcPts val="733"/>
        </a:spcBef>
        <a:buFont typeface="Arial" panose="020B0604020202020204" pitchFamily="34" charset="0"/>
        <a:buChar char="•"/>
        <a:defRPr sz="2052" kern="1200">
          <a:solidFill>
            <a:schemeClr val="tx1"/>
          </a:solidFill>
          <a:latin typeface="+mn-lt"/>
          <a:ea typeface="+mn-ea"/>
          <a:cs typeface="+mn-cs"/>
        </a:defRPr>
      </a:lvl1pPr>
      <a:lvl2pPr marL="502623" indent="-167541" algn="l" defTabSz="670164" rtl="0" eaLnBrk="1" latinLnBrk="0" hangingPunct="1">
        <a:lnSpc>
          <a:spcPct val="90000"/>
        </a:lnSpc>
        <a:spcBef>
          <a:spcPts val="366"/>
        </a:spcBef>
        <a:buFont typeface="Arial" panose="020B0604020202020204" pitchFamily="34" charset="0"/>
        <a:buChar char="•"/>
        <a:defRPr sz="1759" kern="1200">
          <a:solidFill>
            <a:schemeClr val="tx1"/>
          </a:solidFill>
          <a:latin typeface="+mn-lt"/>
          <a:ea typeface="+mn-ea"/>
          <a:cs typeface="+mn-cs"/>
        </a:defRPr>
      </a:lvl2pPr>
      <a:lvl3pPr marL="837705" indent="-167541" algn="l" defTabSz="670164" rtl="0" eaLnBrk="1" latinLnBrk="0" hangingPunct="1">
        <a:lnSpc>
          <a:spcPct val="90000"/>
        </a:lnSpc>
        <a:spcBef>
          <a:spcPts val="366"/>
        </a:spcBef>
        <a:buFont typeface="Arial" panose="020B0604020202020204" pitchFamily="34" charset="0"/>
        <a:buChar char="•"/>
        <a:defRPr sz="1466" kern="1200">
          <a:solidFill>
            <a:schemeClr val="tx1"/>
          </a:solidFill>
          <a:latin typeface="+mn-lt"/>
          <a:ea typeface="+mn-ea"/>
          <a:cs typeface="+mn-cs"/>
        </a:defRPr>
      </a:lvl3pPr>
      <a:lvl4pPr marL="1172787" indent="-167541" algn="l" defTabSz="670164" rtl="0" eaLnBrk="1" latinLnBrk="0" hangingPunct="1">
        <a:lnSpc>
          <a:spcPct val="90000"/>
        </a:lnSpc>
        <a:spcBef>
          <a:spcPts val="366"/>
        </a:spcBef>
        <a:buFont typeface="Arial" panose="020B0604020202020204" pitchFamily="34" charset="0"/>
        <a:buChar char="•"/>
        <a:defRPr sz="1319" kern="1200">
          <a:solidFill>
            <a:schemeClr val="tx1"/>
          </a:solidFill>
          <a:latin typeface="+mn-lt"/>
          <a:ea typeface="+mn-ea"/>
          <a:cs typeface="+mn-cs"/>
        </a:defRPr>
      </a:lvl4pPr>
      <a:lvl5pPr marL="1507868" indent="-167541" algn="l" defTabSz="670164" rtl="0" eaLnBrk="1" latinLnBrk="0" hangingPunct="1">
        <a:lnSpc>
          <a:spcPct val="90000"/>
        </a:lnSpc>
        <a:spcBef>
          <a:spcPts val="366"/>
        </a:spcBef>
        <a:buFont typeface="Arial" panose="020B0604020202020204" pitchFamily="34" charset="0"/>
        <a:buChar char="•"/>
        <a:defRPr sz="1319" kern="1200">
          <a:solidFill>
            <a:schemeClr val="tx1"/>
          </a:solidFill>
          <a:latin typeface="+mn-lt"/>
          <a:ea typeface="+mn-ea"/>
          <a:cs typeface="+mn-cs"/>
        </a:defRPr>
      </a:lvl5pPr>
      <a:lvl6pPr marL="1842950" indent="-167541" algn="l" defTabSz="670164" rtl="0" eaLnBrk="1" latinLnBrk="0" hangingPunct="1">
        <a:lnSpc>
          <a:spcPct val="90000"/>
        </a:lnSpc>
        <a:spcBef>
          <a:spcPts val="366"/>
        </a:spcBef>
        <a:buFont typeface="Arial" panose="020B0604020202020204" pitchFamily="34" charset="0"/>
        <a:buChar char="•"/>
        <a:defRPr sz="1319" kern="1200">
          <a:solidFill>
            <a:schemeClr val="tx1"/>
          </a:solidFill>
          <a:latin typeface="+mn-lt"/>
          <a:ea typeface="+mn-ea"/>
          <a:cs typeface="+mn-cs"/>
        </a:defRPr>
      </a:lvl6pPr>
      <a:lvl7pPr marL="2178032" indent="-167541" algn="l" defTabSz="670164" rtl="0" eaLnBrk="1" latinLnBrk="0" hangingPunct="1">
        <a:lnSpc>
          <a:spcPct val="90000"/>
        </a:lnSpc>
        <a:spcBef>
          <a:spcPts val="366"/>
        </a:spcBef>
        <a:buFont typeface="Arial" panose="020B0604020202020204" pitchFamily="34" charset="0"/>
        <a:buChar char="•"/>
        <a:defRPr sz="1319" kern="1200">
          <a:solidFill>
            <a:schemeClr val="tx1"/>
          </a:solidFill>
          <a:latin typeface="+mn-lt"/>
          <a:ea typeface="+mn-ea"/>
          <a:cs typeface="+mn-cs"/>
        </a:defRPr>
      </a:lvl7pPr>
      <a:lvl8pPr marL="2513114" indent="-167541" algn="l" defTabSz="670164" rtl="0" eaLnBrk="1" latinLnBrk="0" hangingPunct="1">
        <a:lnSpc>
          <a:spcPct val="90000"/>
        </a:lnSpc>
        <a:spcBef>
          <a:spcPts val="366"/>
        </a:spcBef>
        <a:buFont typeface="Arial" panose="020B0604020202020204" pitchFamily="34" charset="0"/>
        <a:buChar char="•"/>
        <a:defRPr sz="1319" kern="1200">
          <a:solidFill>
            <a:schemeClr val="tx1"/>
          </a:solidFill>
          <a:latin typeface="+mn-lt"/>
          <a:ea typeface="+mn-ea"/>
          <a:cs typeface="+mn-cs"/>
        </a:defRPr>
      </a:lvl8pPr>
      <a:lvl9pPr marL="2848196" indent="-167541" algn="l" defTabSz="670164" rtl="0" eaLnBrk="1" latinLnBrk="0" hangingPunct="1">
        <a:lnSpc>
          <a:spcPct val="90000"/>
        </a:lnSpc>
        <a:spcBef>
          <a:spcPts val="366"/>
        </a:spcBef>
        <a:buFont typeface="Arial" panose="020B0604020202020204" pitchFamily="34" charset="0"/>
        <a:buChar char="•"/>
        <a:defRPr sz="131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70164" rtl="0" eaLnBrk="1" latinLnBrk="0" hangingPunct="1">
        <a:defRPr sz="1319" kern="1200">
          <a:solidFill>
            <a:schemeClr val="tx1"/>
          </a:solidFill>
          <a:latin typeface="+mn-lt"/>
          <a:ea typeface="+mn-ea"/>
          <a:cs typeface="+mn-cs"/>
        </a:defRPr>
      </a:lvl1pPr>
      <a:lvl2pPr marL="335082" algn="l" defTabSz="670164" rtl="0" eaLnBrk="1" latinLnBrk="0" hangingPunct="1">
        <a:defRPr sz="1319" kern="1200">
          <a:solidFill>
            <a:schemeClr val="tx1"/>
          </a:solidFill>
          <a:latin typeface="+mn-lt"/>
          <a:ea typeface="+mn-ea"/>
          <a:cs typeface="+mn-cs"/>
        </a:defRPr>
      </a:lvl2pPr>
      <a:lvl3pPr marL="670164" algn="l" defTabSz="670164" rtl="0" eaLnBrk="1" latinLnBrk="0" hangingPunct="1">
        <a:defRPr sz="1319" kern="1200">
          <a:solidFill>
            <a:schemeClr val="tx1"/>
          </a:solidFill>
          <a:latin typeface="+mn-lt"/>
          <a:ea typeface="+mn-ea"/>
          <a:cs typeface="+mn-cs"/>
        </a:defRPr>
      </a:lvl3pPr>
      <a:lvl4pPr marL="1005246" algn="l" defTabSz="670164" rtl="0" eaLnBrk="1" latinLnBrk="0" hangingPunct="1">
        <a:defRPr sz="1319" kern="1200">
          <a:solidFill>
            <a:schemeClr val="tx1"/>
          </a:solidFill>
          <a:latin typeface="+mn-lt"/>
          <a:ea typeface="+mn-ea"/>
          <a:cs typeface="+mn-cs"/>
        </a:defRPr>
      </a:lvl4pPr>
      <a:lvl5pPr marL="1340328" algn="l" defTabSz="670164" rtl="0" eaLnBrk="1" latinLnBrk="0" hangingPunct="1">
        <a:defRPr sz="1319" kern="1200">
          <a:solidFill>
            <a:schemeClr val="tx1"/>
          </a:solidFill>
          <a:latin typeface="+mn-lt"/>
          <a:ea typeface="+mn-ea"/>
          <a:cs typeface="+mn-cs"/>
        </a:defRPr>
      </a:lvl5pPr>
      <a:lvl6pPr marL="1675409" algn="l" defTabSz="670164" rtl="0" eaLnBrk="1" latinLnBrk="0" hangingPunct="1">
        <a:defRPr sz="1319" kern="1200">
          <a:solidFill>
            <a:schemeClr val="tx1"/>
          </a:solidFill>
          <a:latin typeface="+mn-lt"/>
          <a:ea typeface="+mn-ea"/>
          <a:cs typeface="+mn-cs"/>
        </a:defRPr>
      </a:lvl6pPr>
      <a:lvl7pPr marL="2010491" algn="l" defTabSz="670164" rtl="0" eaLnBrk="1" latinLnBrk="0" hangingPunct="1">
        <a:defRPr sz="1319" kern="1200">
          <a:solidFill>
            <a:schemeClr val="tx1"/>
          </a:solidFill>
          <a:latin typeface="+mn-lt"/>
          <a:ea typeface="+mn-ea"/>
          <a:cs typeface="+mn-cs"/>
        </a:defRPr>
      </a:lvl7pPr>
      <a:lvl8pPr marL="2345573" algn="l" defTabSz="670164" rtl="0" eaLnBrk="1" latinLnBrk="0" hangingPunct="1">
        <a:defRPr sz="1319" kern="1200">
          <a:solidFill>
            <a:schemeClr val="tx1"/>
          </a:solidFill>
          <a:latin typeface="+mn-lt"/>
          <a:ea typeface="+mn-ea"/>
          <a:cs typeface="+mn-cs"/>
        </a:defRPr>
      </a:lvl8pPr>
      <a:lvl9pPr marL="2680655" algn="l" defTabSz="670164" rtl="0" eaLnBrk="1" latinLnBrk="0" hangingPunct="1">
        <a:defRPr sz="131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" name="组合 115">
            <a:extLst>
              <a:ext uri="{FF2B5EF4-FFF2-40B4-BE49-F238E27FC236}">
                <a16:creationId xmlns:a16="http://schemas.microsoft.com/office/drawing/2014/main" id="{A2EAF5CE-9EFB-40E6-B438-643B43CB254B}"/>
              </a:ext>
            </a:extLst>
          </p:cNvPr>
          <p:cNvGrpSpPr/>
          <p:nvPr/>
        </p:nvGrpSpPr>
        <p:grpSpPr>
          <a:xfrm>
            <a:off x="360206" y="232018"/>
            <a:ext cx="6785311" cy="4561987"/>
            <a:chOff x="536243" y="427141"/>
            <a:chExt cx="7279854" cy="5020158"/>
          </a:xfrm>
        </p:grpSpPr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A8373CC8-3240-4AD9-B7FE-94F347A1C740}"/>
                </a:ext>
              </a:extLst>
            </p:cNvPr>
            <p:cNvSpPr/>
            <p:nvPr/>
          </p:nvSpPr>
          <p:spPr>
            <a:xfrm>
              <a:off x="2792312" y="429147"/>
              <a:ext cx="2667761" cy="2095311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流程图: 可选过程 3">
              <a:extLst>
                <a:ext uri="{FF2B5EF4-FFF2-40B4-BE49-F238E27FC236}">
                  <a16:creationId xmlns:a16="http://schemas.microsoft.com/office/drawing/2014/main" id="{B98289CD-D795-450D-A6FD-685DCC2DB57A}"/>
                </a:ext>
              </a:extLst>
            </p:cNvPr>
            <p:cNvSpPr/>
            <p:nvPr/>
          </p:nvSpPr>
          <p:spPr>
            <a:xfrm>
              <a:off x="544343" y="470469"/>
              <a:ext cx="2190750" cy="825500"/>
            </a:xfrm>
            <a:prstGeom prst="flowChartAlternateProcess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原始多变量时间序列数据</a:t>
              </a:r>
              <a:endPara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6866F1B5-4FAC-4733-ABD6-EEB9773C65F7}"/>
                </a:ext>
              </a:extLst>
            </p:cNvPr>
            <p:cNvSpPr/>
            <p:nvPr/>
          </p:nvSpPr>
          <p:spPr>
            <a:xfrm>
              <a:off x="544347" y="1562669"/>
              <a:ext cx="2190750" cy="2647950"/>
            </a:xfrm>
            <a:prstGeom prst="rect">
              <a:avLst/>
            </a:prstGeom>
            <a:solidFill>
              <a:schemeClr val="accent6">
                <a:alpha val="5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AB7F28E2-BF34-4DD6-B5E6-5E6134DD03F3}"/>
                </a:ext>
              </a:extLst>
            </p:cNvPr>
            <p:cNvSpPr txBox="1"/>
            <p:nvPr/>
          </p:nvSpPr>
          <p:spPr>
            <a:xfrm>
              <a:off x="1211054" y="1562669"/>
              <a:ext cx="858542" cy="3048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dirty="0">
                  <a:latin typeface="宋体" panose="02010600030101010101" pitchFamily="2" charset="-122"/>
                  <a:ea typeface="宋体" panose="02010600030101010101" pitchFamily="2" charset="-122"/>
                </a:rPr>
                <a:t>数据清洗</a:t>
              </a:r>
            </a:p>
          </p:txBody>
        </p:sp>
        <p:sp>
          <p:nvSpPr>
            <p:cNvPr id="11" name="流程图: 可选过程 10">
              <a:extLst>
                <a:ext uri="{FF2B5EF4-FFF2-40B4-BE49-F238E27FC236}">
                  <a16:creationId xmlns:a16="http://schemas.microsoft.com/office/drawing/2014/main" id="{EBC3181C-568C-46BD-943F-B26DB833D9DC}"/>
                </a:ext>
              </a:extLst>
            </p:cNvPr>
            <p:cNvSpPr/>
            <p:nvPr/>
          </p:nvSpPr>
          <p:spPr>
            <a:xfrm>
              <a:off x="985365" y="1871842"/>
              <a:ext cx="1357824" cy="533400"/>
            </a:xfrm>
            <a:prstGeom prst="flowChartAlternateProcess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剔除静态特征</a:t>
              </a:r>
              <a:br>
                <a:rPr lang="zh-CN" altLang="en-US" sz="1200" dirty="0">
                  <a:latin typeface="宋体" panose="02010600030101010101" pitchFamily="2" charset="-122"/>
                  <a:ea typeface="宋体" panose="02010600030101010101" pitchFamily="2" charset="-122"/>
                </a:rPr>
              </a:br>
              <a:r>
                <a:rPr lang="el-GR" altLang="zh-CN" sz="1200" dirty="0">
                  <a:solidFill>
                    <a:srgbClr val="000000"/>
                  </a:solidFill>
                  <a:latin typeface="Recursive Variable"/>
                  <a:ea typeface="宋体" panose="02010600030101010101" pitchFamily="2" charset="-122"/>
                </a:rPr>
                <a:t>σ²=0</a:t>
              </a:r>
              <a:endPara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cxnSp>
          <p:nvCxnSpPr>
            <p:cNvPr id="13" name="直接箭头连接符 12">
              <a:extLst>
                <a:ext uri="{FF2B5EF4-FFF2-40B4-BE49-F238E27FC236}">
                  <a16:creationId xmlns:a16="http://schemas.microsoft.com/office/drawing/2014/main" id="{72516A5A-191F-4825-9635-22132664820B}"/>
                </a:ext>
              </a:extLst>
            </p:cNvPr>
            <p:cNvCxnSpPr>
              <a:cxnSpLocks/>
              <a:stCxn id="4" idx="2"/>
              <a:endCxn id="10" idx="0"/>
            </p:cNvCxnSpPr>
            <p:nvPr/>
          </p:nvCxnSpPr>
          <p:spPr>
            <a:xfrm>
              <a:off x="1639719" y="1295970"/>
              <a:ext cx="607" cy="26670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4" name="流程图: 可选过程 13">
              <a:extLst>
                <a:ext uri="{FF2B5EF4-FFF2-40B4-BE49-F238E27FC236}">
                  <a16:creationId xmlns:a16="http://schemas.microsoft.com/office/drawing/2014/main" id="{64028472-8AFB-4A2D-ABA3-FE0B1FBBF463}"/>
                </a:ext>
              </a:extLst>
            </p:cNvPr>
            <p:cNvSpPr/>
            <p:nvPr/>
          </p:nvSpPr>
          <p:spPr>
            <a:xfrm>
              <a:off x="962365" y="2777762"/>
              <a:ext cx="1391363" cy="446696"/>
            </a:xfrm>
            <a:prstGeom prst="flowChartAlternateProcess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处理重复时间戳</a:t>
              </a:r>
              <a:endPara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5" name="流程图: 可选过程 14">
              <a:extLst>
                <a:ext uri="{FF2B5EF4-FFF2-40B4-BE49-F238E27FC236}">
                  <a16:creationId xmlns:a16="http://schemas.microsoft.com/office/drawing/2014/main" id="{321FA762-1470-4BAC-BB88-A7FC75169D3E}"/>
                </a:ext>
              </a:extLst>
            </p:cNvPr>
            <p:cNvSpPr/>
            <p:nvPr/>
          </p:nvSpPr>
          <p:spPr>
            <a:xfrm>
              <a:off x="921913" y="3596976"/>
              <a:ext cx="1433856" cy="363703"/>
            </a:xfrm>
            <a:prstGeom prst="flowChartAlternateProcess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Z-Score</a:t>
              </a:r>
              <a:r>
                <a:rPr lang="zh-CN" altLang="en-US" sz="1200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标准化</a:t>
              </a:r>
              <a:endPara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cxnSp>
          <p:nvCxnSpPr>
            <p:cNvPr id="16" name="直接箭头连接符 15">
              <a:extLst>
                <a:ext uri="{FF2B5EF4-FFF2-40B4-BE49-F238E27FC236}">
                  <a16:creationId xmlns:a16="http://schemas.microsoft.com/office/drawing/2014/main" id="{F9FDAEF3-7B05-4E14-9CE2-9C2B7C655180}"/>
                </a:ext>
              </a:extLst>
            </p:cNvPr>
            <p:cNvCxnSpPr>
              <a:cxnSpLocks/>
            </p:cNvCxnSpPr>
            <p:nvPr/>
          </p:nvCxnSpPr>
          <p:spPr>
            <a:xfrm>
              <a:off x="1652341" y="2405244"/>
              <a:ext cx="0" cy="372517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直接箭头连接符 17">
              <a:extLst>
                <a:ext uri="{FF2B5EF4-FFF2-40B4-BE49-F238E27FC236}">
                  <a16:creationId xmlns:a16="http://schemas.microsoft.com/office/drawing/2014/main" id="{A0B0BF78-CCF3-45A8-BC22-CD4049AE96A1}"/>
                </a:ext>
              </a:extLst>
            </p:cNvPr>
            <p:cNvCxnSpPr>
              <a:cxnSpLocks/>
            </p:cNvCxnSpPr>
            <p:nvPr/>
          </p:nvCxnSpPr>
          <p:spPr>
            <a:xfrm>
              <a:off x="1631619" y="3224458"/>
              <a:ext cx="0" cy="372518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6416D3A3-7B57-4C99-AFCC-4B91385C52A9}"/>
                </a:ext>
              </a:extLst>
            </p:cNvPr>
            <p:cNvSpPr/>
            <p:nvPr/>
          </p:nvSpPr>
          <p:spPr>
            <a:xfrm>
              <a:off x="536244" y="4445665"/>
              <a:ext cx="2190750" cy="980048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5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8DD30FFD-1A6A-4744-9ABE-6E2E53F7B99A}"/>
                </a:ext>
              </a:extLst>
            </p:cNvPr>
            <p:cNvSpPr txBox="1"/>
            <p:nvPr/>
          </p:nvSpPr>
          <p:spPr>
            <a:xfrm>
              <a:off x="1157440" y="4445663"/>
              <a:ext cx="1023646" cy="3048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dirty="0">
                  <a:latin typeface="宋体" panose="02010600030101010101" pitchFamily="2" charset="-122"/>
                  <a:ea typeface="宋体" panose="02010600030101010101" pitchFamily="2" charset="-122"/>
                </a:rPr>
                <a:t>异常值处理</a:t>
              </a:r>
            </a:p>
          </p:txBody>
        </p:sp>
        <p:sp>
          <p:nvSpPr>
            <p:cNvPr id="21" name="流程图: 可选过程 20">
              <a:extLst>
                <a:ext uri="{FF2B5EF4-FFF2-40B4-BE49-F238E27FC236}">
                  <a16:creationId xmlns:a16="http://schemas.microsoft.com/office/drawing/2014/main" id="{D2B9E23A-85F8-4ECE-9552-F8686BE5B659}"/>
                </a:ext>
              </a:extLst>
            </p:cNvPr>
            <p:cNvSpPr/>
            <p:nvPr/>
          </p:nvSpPr>
          <p:spPr>
            <a:xfrm>
              <a:off x="685819" y="4754839"/>
              <a:ext cx="1892329" cy="533400"/>
            </a:xfrm>
            <a:prstGeom prst="flowChartAlternateProcess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物理边界截断</a:t>
              </a:r>
            </a:p>
            <a:p>
              <a:pPr algn="ctr"/>
              <a:r>
                <a:rPr lang="en-US" altLang="zh-CN" sz="1200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Clipping [</a:t>
              </a:r>
              <a:r>
                <a:rPr lang="en-US" altLang="zh-CN" sz="1200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Vmin</a:t>
              </a:r>
              <a:r>
                <a:rPr lang="en-US" altLang="zh-CN" sz="1200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, Vmax]</a:t>
              </a:r>
              <a:endPara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cxnSp>
          <p:nvCxnSpPr>
            <p:cNvPr id="26" name="直接箭头连接符 25">
              <a:extLst>
                <a:ext uri="{FF2B5EF4-FFF2-40B4-BE49-F238E27FC236}">
                  <a16:creationId xmlns:a16="http://schemas.microsoft.com/office/drawing/2014/main" id="{CE5661A4-CA1A-40A2-A6E7-7FCDA21A294B}"/>
                </a:ext>
              </a:extLst>
            </p:cNvPr>
            <p:cNvCxnSpPr>
              <a:cxnSpLocks/>
            </p:cNvCxnSpPr>
            <p:nvPr/>
          </p:nvCxnSpPr>
          <p:spPr>
            <a:xfrm>
              <a:off x="1631619" y="3960679"/>
              <a:ext cx="0" cy="484985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2" name="流程图: 决策 31">
              <a:extLst>
                <a:ext uri="{FF2B5EF4-FFF2-40B4-BE49-F238E27FC236}">
                  <a16:creationId xmlns:a16="http://schemas.microsoft.com/office/drawing/2014/main" id="{500ECDCF-A95A-4364-BBB4-5658B59131DE}"/>
                </a:ext>
              </a:extLst>
            </p:cNvPr>
            <p:cNvSpPr/>
            <p:nvPr/>
          </p:nvSpPr>
          <p:spPr>
            <a:xfrm>
              <a:off x="3397022" y="664666"/>
              <a:ext cx="1521724" cy="1030406"/>
            </a:xfrm>
            <a:prstGeom prst="flowChartDecision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4445BC63-73C4-47C2-B7D0-F1F450F9D52B}"/>
                </a:ext>
              </a:extLst>
            </p:cNvPr>
            <p:cNvSpPr txBox="1"/>
            <p:nvPr/>
          </p:nvSpPr>
          <p:spPr>
            <a:xfrm>
              <a:off x="3603886" y="949036"/>
              <a:ext cx="110799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缺失片段长度</a:t>
              </a:r>
              <a:br>
                <a:rPr lang="zh-CN" altLang="en-US" sz="1200" dirty="0">
                  <a:latin typeface="宋体" panose="02010600030101010101" pitchFamily="2" charset="-122"/>
                  <a:ea typeface="宋体" panose="02010600030101010101" pitchFamily="2" charset="-122"/>
                </a:rPr>
              </a:br>
              <a:r>
                <a:rPr lang="en-US" altLang="zh-CN" sz="1200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T_gap</a:t>
              </a:r>
              <a:r>
                <a:rPr lang="en-US" altLang="zh-CN" sz="1200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≤ 3?</a:t>
              </a:r>
              <a:endPara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cxnSp>
          <p:nvCxnSpPr>
            <p:cNvPr id="37" name="连接符: 肘形 36">
              <a:extLst>
                <a:ext uri="{FF2B5EF4-FFF2-40B4-BE49-F238E27FC236}">
                  <a16:creationId xmlns:a16="http://schemas.microsoft.com/office/drawing/2014/main" id="{E805A9DA-7C9C-4D28-80E6-A7B42FA542CB}"/>
                </a:ext>
              </a:extLst>
            </p:cNvPr>
            <p:cNvCxnSpPr>
              <a:cxnSpLocks/>
              <a:stCxn id="19" idx="1"/>
              <a:endCxn id="62" idx="0"/>
            </p:cNvCxnSpPr>
            <p:nvPr/>
          </p:nvCxnSpPr>
          <p:spPr>
            <a:xfrm rot="10800000" flipH="1">
              <a:off x="536243" y="429147"/>
              <a:ext cx="3589949" cy="4506542"/>
            </a:xfrm>
            <a:prstGeom prst="bentConnector4">
              <a:avLst>
                <a:gd name="adj1" fmla="val -6368"/>
                <a:gd name="adj2" fmla="val 103922"/>
              </a:avLst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9" name="流程图: 可选过程 38">
              <a:extLst>
                <a:ext uri="{FF2B5EF4-FFF2-40B4-BE49-F238E27FC236}">
                  <a16:creationId xmlns:a16="http://schemas.microsoft.com/office/drawing/2014/main" id="{28144AEE-D6C3-4C07-946D-64FE82DC0E1C}"/>
                </a:ext>
              </a:extLst>
            </p:cNvPr>
            <p:cNvSpPr/>
            <p:nvPr/>
          </p:nvSpPr>
          <p:spPr>
            <a:xfrm>
              <a:off x="2849927" y="1979441"/>
              <a:ext cx="1144184" cy="446696"/>
            </a:xfrm>
            <a:prstGeom prst="flowChartAlternateProcess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线性插值填充</a:t>
              </a:r>
              <a:endPara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0" name="流程图: 可选过程 39">
              <a:extLst>
                <a:ext uri="{FF2B5EF4-FFF2-40B4-BE49-F238E27FC236}">
                  <a16:creationId xmlns:a16="http://schemas.microsoft.com/office/drawing/2014/main" id="{45EFFB6B-E5B7-4931-8B89-CE42E9A3FE3A}"/>
                </a:ext>
              </a:extLst>
            </p:cNvPr>
            <p:cNvSpPr/>
            <p:nvPr/>
          </p:nvSpPr>
          <p:spPr>
            <a:xfrm>
              <a:off x="4414871" y="1979441"/>
              <a:ext cx="875778" cy="446696"/>
            </a:xfrm>
            <a:prstGeom prst="flowChartAlternateProcess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丢弃片段</a:t>
              </a:r>
              <a:endPara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cxnSp>
          <p:nvCxnSpPr>
            <p:cNvPr id="56" name="直接箭头连接符 55">
              <a:extLst>
                <a:ext uri="{FF2B5EF4-FFF2-40B4-BE49-F238E27FC236}">
                  <a16:creationId xmlns:a16="http://schemas.microsoft.com/office/drawing/2014/main" id="{7184BED2-C58F-47E2-9CB9-C07E3A760130}"/>
                </a:ext>
              </a:extLst>
            </p:cNvPr>
            <p:cNvCxnSpPr>
              <a:cxnSpLocks/>
              <a:endCxn id="39" idx="0"/>
            </p:cNvCxnSpPr>
            <p:nvPr/>
          </p:nvCxnSpPr>
          <p:spPr>
            <a:xfrm flipH="1">
              <a:off x="3422019" y="1410701"/>
              <a:ext cx="328556" cy="56874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8" name="直接箭头连接符 57">
              <a:extLst>
                <a:ext uri="{FF2B5EF4-FFF2-40B4-BE49-F238E27FC236}">
                  <a16:creationId xmlns:a16="http://schemas.microsoft.com/office/drawing/2014/main" id="{8CF1257E-A30D-4AA1-BB3E-ED43A1D0BB2B}"/>
                </a:ext>
              </a:extLst>
            </p:cNvPr>
            <p:cNvCxnSpPr>
              <a:cxnSpLocks/>
              <a:endCxn id="40" idx="0"/>
            </p:cNvCxnSpPr>
            <p:nvPr/>
          </p:nvCxnSpPr>
          <p:spPr>
            <a:xfrm>
              <a:off x="4576783" y="1410700"/>
              <a:ext cx="275977" cy="568741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7B11FF03-FDF2-4ACB-A9CA-BE38F929B312}"/>
                </a:ext>
              </a:extLst>
            </p:cNvPr>
            <p:cNvSpPr txBox="1"/>
            <p:nvPr/>
          </p:nvSpPr>
          <p:spPr>
            <a:xfrm>
              <a:off x="2737309" y="1513065"/>
              <a:ext cx="95410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是（短时）</a:t>
              </a:r>
              <a:endPara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61" name="文本框 60">
              <a:extLst>
                <a:ext uri="{FF2B5EF4-FFF2-40B4-BE49-F238E27FC236}">
                  <a16:creationId xmlns:a16="http://schemas.microsoft.com/office/drawing/2014/main" id="{118EF939-E7D4-430F-97F4-79ADCE8CA499}"/>
                </a:ext>
              </a:extLst>
            </p:cNvPr>
            <p:cNvSpPr txBox="1"/>
            <p:nvPr/>
          </p:nvSpPr>
          <p:spPr>
            <a:xfrm>
              <a:off x="4615505" y="1472689"/>
              <a:ext cx="95410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否（长时）</a:t>
              </a:r>
              <a:endPara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67" name="文本框 66">
              <a:extLst>
                <a:ext uri="{FF2B5EF4-FFF2-40B4-BE49-F238E27FC236}">
                  <a16:creationId xmlns:a16="http://schemas.microsoft.com/office/drawing/2014/main" id="{3803C31C-BFC4-4956-8653-5E3709FAAD48}"/>
                </a:ext>
              </a:extLst>
            </p:cNvPr>
            <p:cNvSpPr txBox="1"/>
            <p:nvPr/>
          </p:nvSpPr>
          <p:spPr>
            <a:xfrm>
              <a:off x="3629142" y="427142"/>
              <a:ext cx="1023646" cy="3048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dirty="0">
                  <a:latin typeface="宋体" panose="02010600030101010101" pitchFamily="2" charset="-122"/>
                  <a:ea typeface="宋体" panose="02010600030101010101" pitchFamily="2" charset="-122"/>
                </a:rPr>
                <a:t>缺失值处理</a:t>
              </a:r>
            </a:p>
          </p:txBody>
        </p:sp>
        <p:sp>
          <p:nvSpPr>
            <p:cNvPr id="68" name="矩形 67">
              <a:extLst>
                <a:ext uri="{FF2B5EF4-FFF2-40B4-BE49-F238E27FC236}">
                  <a16:creationId xmlns:a16="http://schemas.microsoft.com/office/drawing/2014/main" id="{4FC03E68-7C36-4C76-B1DE-C385C0C9CA9C}"/>
                </a:ext>
              </a:extLst>
            </p:cNvPr>
            <p:cNvSpPr/>
            <p:nvPr/>
          </p:nvSpPr>
          <p:spPr>
            <a:xfrm>
              <a:off x="2800416" y="2909940"/>
              <a:ext cx="2667761" cy="2537359"/>
            </a:xfrm>
            <a:prstGeom prst="rect">
              <a:avLst/>
            </a:prstGeom>
            <a:solidFill>
              <a:srgbClr val="9BDFD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流程图: 决策 68">
              <a:extLst>
                <a:ext uri="{FF2B5EF4-FFF2-40B4-BE49-F238E27FC236}">
                  <a16:creationId xmlns:a16="http://schemas.microsoft.com/office/drawing/2014/main" id="{2D8EF448-57ED-486C-9001-B4633E6035F9}"/>
                </a:ext>
              </a:extLst>
            </p:cNvPr>
            <p:cNvSpPr/>
            <p:nvPr/>
          </p:nvSpPr>
          <p:spPr>
            <a:xfrm>
              <a:off x="3275464" y="3184934"/>
              <a:ext cx="1766252" cy="1225418"/>
            </a:xfrm>
            <a:prstGeom prst="flowChartDecision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文本框 69">
              <a:extLst>
                <a:ext uri="{FF2B5EF4-FFF2-40B4-BE49-F238E27FC236}">
                  <a16:creationId xmlns:a16="http://schemas.microsoft.com/office/drawing/2014/main" id="{8FEFAFEF-9634-4ADA-93F2-BD5EC6551FAC}"/>
                </a:ext>
              </a:extLst>
            </p:cNvPr>
            <p:cNvSpPr txBox="1"/>
            <p:nvPr/>
          </p:nvSpPr>
          <p:spPr>
            <a:xfrm>
              <a:off x="3460256" y="3575564"/>
              <a:ext cx="14157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Pearson </a:t>
              </a:r>
              <a:r>
                <a:rPr lang="zh-CN" altLang="en-US" sz="1200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相关系数</a:t>
              </a:r>
            </a:p>
            <a:p>
              <a:r>
                <a:rPr lang="en-US" altLang="zh-CN" sz="1200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|</a:t>
              </a:r>
              <a:r>
                <a:rPr lang="el-GR" altLang="zh-CN" sz="1200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ρ| &gt; 0.95?</a:t>
              </a:r>
              <a:endPara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72" name="流程图: 可选过程 71">
              <a:extLst>
                <a:ext uri="{FF2B5EF4-FFF2-40B4-BE49-F238E27FC236}">
                  <a16:creationId xmlns:a16="http://schemas.microsoft.com/office/drawing/2014/main" id="{49142348-9588-4091-ABA5-B697AF6D75E0}"/>
                </a:ext>
              </a:extLst>
            </p:cNvPr>
            <p:cNvSpPr/>
            <p:nvPr/>
          </p:nvSpPr>
          <p:spPr>
            <a:xfrm>
              <a:off x="4147507" y="4445664"/>
              <a:ext cx="1184671" cy="540936"/>
            </a:xfrm>
            <a:prstGeom prst="flowChartAlternateProcess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剔除冗余特征</a:t>
              </a:r>
              <a:endPara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cxnSp>
          <p:nvCxnSpPr>
            <p:cNvPr id="74" name="直接箭头连接符 73">
              <a:extLst>
                <a:ext uri="{FF2B5EF4-FFF2-40B4-BE49-F238E27FC236}">
                  <a16:creationId xmlns:a16="http://schemas.microsoft.com/office/drawing/2014/main" id="{AEB798C8-B20D-457F-9016-973538707802}"/>
                </a:ext>
              </a:extLst>
            </p:cNvPr>
            <p:cNvCxnSpPr>
              <a:cxnSpLocks/>
              <a:endCxn id="72" idx="0"/>
            </p:cNvCxnSpPr>
            <p:nvPr/>
          </p:nvCxnSpPr>
          <p:spPr>
            <a:xfrm>
              <a:off x="4583949" y="4099983"/>
              <a:ext cx="155894" cy="345681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6" name="文本框 75">
              <a:extLst>
                <a:ext uri="{FF2B5EF4-FFF2-40B4-BE49-F238E27FC236}">
                  <a16:creationId xmlns:a16="http://schemas.microsoft.com/office/drawing/2014/main" id="{14664C15-F6A6-45FB-8C6E-5ACB1EC0A7E7}"/>
                </a:ext>
              </a:extLst>
            </p:cNvPr>
            <p:cNvSpPr txBox="1"/>
            <p:nvPr/>
          </p:nvSpPr>
          <p:spPr>
            <a:xfrm>
              <a:off x="4598685" y="4035225"/>
              <a:ext cx="95410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是（冗余）</a:t>
              </a:r>
              <a:endPara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77" name="文本框 76">
              <a:extLst>
                <a:ext uri="{FF2B5EF4-FFF2-40B4-BE49-F238E27FC236}">
                  <a16:creationId xmlns:a16="http://schemas.microsoft.com/office/drawing/2014/main" id="{1CC76E61-52DF-4F76-A11D-5D38CEFF5268}"/>
                </a:ext>
              </a:extLst>
            </p:cNvPr>
            <p:cNvSpPr txBox="1"/>
            <p:nvPr/>
          </p:nvSpPr>
          <p:spPr>
            <a:xfrm>
              <a:off x="3702988" y="2907935"/>
              <a:ext cx="858542" cy="3048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dirty="0">
                  <a:latin typeface="宋体" panose="02010600030101010101" pitchFamily="2" charset="-122"/>
                  <a:ea typeface="宋体" panose="02010600030101010101" pitchFamily="2" charset="-122"/>
                </a:rPr>
                <a:t>特征筛选</a:t>
              </a:r>
            </a:p>
          </p:txBody>
        </p:sp>
        <p:cxnSp>
          <p:nvCxnSpPr>
            <p:cNvPr id="82" name="直接箭头连接符 81">
              <a:extLst>
                <a:ext uri="{FF2B5EF4-FFF2-40B4-BE49-F238E27FC236}">
                  <a16:creationId xmlns:a16="http://schemas.microsoft.com/office/drawing/2014/main" id="{8198D972-F61F-42EA-B6A8-15281F5F7B54}"/>
                </a:ext>
              </a:extLst>
            </p:cNvPr>
            <p:cNvCxnSpPr>
              <a:cxnSpLocks/>
              <a:stCxn id="39" idx="2"/>
              <a:endCxn id="77" idx="0"/>
            </p:cNvCxnSpPr>
            <p:nvPr/>
          </p:nvCxnSpPr>
          <p:spPr>
            <a:xfrm>
              <a:off x="3422019" y="2426137"/>
              <a:ext cx="710241" cy="481798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4" name="直接箭头连接符 83">
              <a:extLst>
                <a:ext uri="{FF2B5EF4-FFF2-40B4-BE49-F238E27FC236}">
                  <a16:creationId xmlns:a16="http://schemas.microsoft.com/office/drawing/2014/main" id="{2B312075-C774-45DE-AA55-EC688C4B8075}"/>
                </a:ext>
              </a:extLst>
            </p:cNvPr>
            <p:cNvCxnSpPr>
              <a:cxnSpLocks/>
              <a:stCxn id="40" idx="2"/>
              <a:endCxn id="77" idx="0"/>
            </p:cNvCxnSpPr>
            <p:nvPr/>
          </p:nvCxnSpPr>
          <p:spPr>
            <a:xfrm flipH="1">
              <a:off x="4132260" y="2426137"/>
              <a:ext cx="720501" cy="481798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1" name="矩形 90">
              <a:extLst>
                <a:ext uri="{FF2B5EF4-FFF2-40B4-BE49-F238E27FC236}">
                  <a16:creationId xmlns:a16="http://schemas.microsoft.com/office/drawing/2014/main" id="{131CE21A-5E77-4C8B-BFD9-E03CB180B929}"/>
                </a:ext>
              </a:extLst>
            </p:cNvPr>
            <p:cNvSpPr/>
            <p:nvPr/>
          </p:nvSpPr>
          <p:spPr>
            <a:xfrm>
              <a:off x="5625347" y="427143"/>
              <a:ext cx="2190750" cy="980048"/>
            </a:xfrm>
            <a:prstGeom prst="rect">
              <a:avLst/>
            </a:prstGeom>
            <a:solidFill>
              <a:srgbClr val="F5C1C8">
                <a:alpha val="49804"/>
              </a:srgb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2" name="文本框 91">
              <a:extLst>
                <a:ext uri="{FF2B5EF4-FFF2-40B4-BE49-F238E27FC236}">
                  <a16:creationId xmlns:a16="http://schemas.microsoft.com/office/drawing/2014/main" id="{8E8D7DF5-365D-4DA0-9126-7555F674780B}"/>
                </a:ext>
              </a:extLst>
            </p:cNvPr>
            <p:cNvSpPr txBox="1"/>
            <p:nvPr/>
          </p:nvSpPr>
          <p:spPr>
            <a:xfrm>
              <a:off x="6322401" y="427142"/>
              <a:ext cx="858542" cy="3048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dirty="0">
                  <a:latin typeface="宋体" panose="02010600030101010101" pitchFamily="2" charset="-122"/>
                  <a:ea typeface="宋体" panose="02010600030101010101" pitchFamily="2" charset="-122"/>
                </a:rPr>
                <a:t>特征降维</a:t>
              </a:r>
            </a:p>
          </p:txBody>
        </p:sp>
        <p:sp>
          <p:nvSpPr>
            <p:cNvPr id="93" name="流程图: 可选过程 92">
              <a:extLst>
                <a:ext uri="{FF2B5EF4-FFF2-40B4-BE49-F238E27FC236}">
                  <a16:creationId xmlns:a16="http://schemas.microsoft.com/office/drawing/2014/main" id="{6DA8D51C-5A5E-4285-8617-63CD96377664}"/>
                </a:ext>
              </a:extLst>
            </p:cNvPr>
            <p:cNvSpPr/>
            <p:nvPr/>
          </p:nvSpPr>
          <p:spPr>
            <a:xfrm>
              <a:off x="5893042" y="736317"/>
              <a:ext cx="1774209" cy="533400"/>
            </a:xfrm>
            <a:prstGeom prst="flowChartAlternateProcess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主成分分析 </a:t>
              </a:r>
              <a:r>
                <a:rPr lang="en-US" altLang="zh-CN" sz="1200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PCA</a:t>
              </a:r>
            </a:p>
            <a:p>
              <a:pPr algn="ctr"/>
              <a:r>
                <a:rPr lang="zh-CN" altLang="en-US" sz="1200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保留</a:t>
              </a:r>
              <a:r>
                <a:rPr lang="en-US" altLang="zh-CN" sz="1200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98%</a:t>
              </a:r>
              <a:r>
                <a:rPr lang="zh-CN" altLang="en-US" sz="1200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方差</a:t>
              </a:r>
              <a:endPara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96" name="文本框 95">
              <a:extLst>
                <a:ext uri="{FF2B5EF4-FFF2-40B4-BE49-F238E27FC236}">
                  <a16:creationId xmlns:a16="http://schemas.microsoft.com/office/drawing/2014/main" id="{C4D91F6B-E78B-4BF5-974B-75A784494FAC}"/>
                </a:ext>
              </a:extLst>
            </p:cNvPr>
            <p:cNvSpPr txBox="1"/>
            <p:nvPr/>
          </p:nvSpPr>
          <p:spPr>
            <a:xfrm>
              <a:off x="3556590" y="4516864"/>
              <a:ext cx="33855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否</a:t>
              </a:r>
              <a:endPara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00" name="流程图: 可选过程 99">
              <a:extLst>
                <a:ext uri="{FF2B5EF4-FFF2-40B4-BE49-F238E27FC236}">
                  <a16:creationId xmlns:a16="http://schemas.microsoft.com/office/drawing/2014/main" id="{399E8DD0-31F8-4BB6-B3B6-51925B474CC7}"/>
                </a:ext>
              </a:extLst>
            </p:cNvPr>
            <p:cNvSpPr/>
            <p:nvPr/>
          </p:nvSpPr>
          <p:spPr>
            <a:xfrm>
              <a:off x="5621985" y="1835594"/>
              <a:ext cx="2190750" cy="980048"/>
            </a:xfrm>
            <a:prstGeom prst="flowChartAlternateProcess">
              <a:avLst/>
            </a:prstGeom>
            <a:solidFill>
              <a:srgbClr val="9ACAE8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预处理后数据</a:t>
              </a:r>
            </a:p>
            <a:p>
              <a:pPr algn="ctr"/>
              <a:r>
                <a:rPr lang="en-US" altLang="zh-CN" sz="1200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Ready for Model</a:t>
              </a:r>
              <a:endPara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cxnSp>
          <p:nvCxnSpPr>
            <p:cNvPr id="101" name="直接箭头连接符 100">
              <a:extLst>
                <a:ext uri="{FF2B5EF4-FFF2-40B4-BE49-F238E27FC236}">
                  <a16:creationId xmlns:a16="http://schemas.microsoft.com/office/drawing/2014/main" id="{BEACCF02-FB3E-4D89-84DF-277CA3556D55}"/>
                </a:ext>
              </a:extLst>
            </p:cNvPr>
            <p:cNvCxnSpPr>
              <a:cxnSpLocks/>
              <a:endCxn id="100" idx="0"/>
            </p:cNvCxnSpPr>
            <p:nvPr/>
          </p:nvCxnSpPr>
          <p:spPr>
            <a:xfrm>
              <a:off x="6713522" y="1407191"/>
              <a:ext cx="3838" cy="428403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4" name="直接连接符 103">
              <a:extLst>
                <a:ext uri="{FF2B5EF4-FFF2-40B4-BE49-F238E27FC236}">
                  <a16:creationId xmlns:a16="http://schemas.microsoft.com/office/drawing/2014/main" id="{B30E1530-494F-4927-A78D-0D344BE7DC56}"/>
                </a:ext>
              </a:extLst>
            </p:cNvPr>
            <p:cNvCxnSpPr>
              <a:cxnSpLocks/>
              <a:endCxn id="68" idx="2"/>
            </p:cNvCxnSpPr>
            <p:nvPr/>
          </p:nvCxnSpPr>
          <p:spPr>
            <a:xfrm>
              <a:off x="3696634" y="4099983"/>
              <a:ext cx="437663" cy="134731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接连接符 107">
              <a:extLst>
                <a:ext uri="{FF2B5EF4-FFF2-40B4-BE49-F238E27FC236}">
                  <a16:creationId xmlns:a16="http://schemas.microsoft.com/office/drawing/2014/main" id="{4354F677-429F-4714-9F61-64FA5E8A692A}"/>
                </a:ext>
              </a:extLst>
            </p:cNvPr>
            <p:cNvCxnSpPr>
              <a:cxnSpLocks/>
              <a:endCxn id="68" idx="2"/>
            </p:cNvCxnSpPr>
            <p:nvPr/>
          </p:nvCxnSpPr>
          <p:spPr>
            <a:xfrm flipH="1">
              <a:off x="4134297" y="4983103"/>
              <a:ext cx="607820" cy="46419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连接符: 肘形 109">
              <a:extLst>
                <a:ext uri="{FF2B5EF4-FFF2-40B4-BE49-F238E27FC236}">
                  <a16:creationId xmlns:a16="http://schemas.microsoft.com/office/drawing/2014/main" id="{380EFA7D-5473-4D43-A4B6-5E2CED378B5D}"/>
                </a:ext>
              </a:extLst>
            </p:cNvPr>
            <p:cNvCxnSpPr>
              <a:cxnSpLocks/>
              <a:stCxn id="68" idx="2"/>
              <a:endCxn id="92" idx="0"/>
            </p:cNvCxnSpPr>
            <p:nvPr/>
          </p:nvCxnSpPr>
          <p:spPr>
            <a:xfrm rot="5400000" flipH="1" flipV="1">
              <a:off x="2932906" y="1628532"/>
              <a:ext cx="5020157" cy="2617375"/>
            </a:xfrm>
            <a:prstGeom prst="bentConnector5">
              <a:avLst>
                <a:gd name="adj1" fmla="val -3151"/>
                <a:gd name="adj2" fmla="val 54143"/>
                <a:gd name="adj3" fmla="val 103771"/>
              </a:avLst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070297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111</TotalTime>
  <Words>89</Words>
  <Application>Microsoft Office PowerPoint</Application>
  <PresentationFormat>自定义</PresentationFormat>
  <Paragraphs>25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Recursive Variable</vt:lpstr>
      <vt:lpstr>宋体</vt:lpstr>
      <vt:lpstr>Arial</vt:lpstr>
      <vt:lpstr>Calibri</vt:lpstr>
      <vt:lpstr>Calibri Light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羲 王</dc:creator>
  <cp:lastModifiedBy>羲 王</cp:lastModifiedBy>
  <cp:revision>8</cp:revision>
  <dcterms:created xsi:type="dcterms:W3CDTF">2026-01-28T08:40:01Z</dcterms:created>
  <dcterms:modified xsi:type="dcterms:W3CDTF">2026-03-17T08:28:23Z</dcterms:modified>
</cp:coreProperties>
</file>