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5351463" cy="1979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B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7" autoAdjust="0"/>
    <p:restoredTop sz="94660"/>
  </p:normalViewPr>
  <p:slideViewPr>
    <p:cSldViewPr snapToGrid="0">
      <p:cViewPr varScale="1">
        <p:scale>
          <a:sx n="253" d="100"/>
          <a:sy n="253" d="100"/>
        </p:scale>
        <p:origin x="163" y="10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8933" y="323978"/>
            <a:ext cx="4013597" cy="689199"/>
          </a:xfrm>
        </p:spPr>
        <p:txBody>
          <a:bodyPr anchor="b"/>
          <a:lstStyle>
            <a:lvl1pPr algn="ctr">
              <a:defRPr sz="173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8933" y="1039755"/>
            <a:ext cx="4013597" cy="477948"/>
          </a:xfrm>
        </p:spPr>
        <p:txBody>
          <a:bodyPr/>
          <a:lstStyle>
            <a:lvl1pPr marL="0" indent="0" algn="ctr">
              <a:buNone/>
              <a:defRPr sz="693"/>
            </a:lvl1pPr>
            <a:lvl2pPr marL="131994" indent="0" algn="ctr">
              <a:buNone/>
              <a:defRPr sz="577"/>
            </a:lvl2pPr>
            <a:lvl3pPr marL="263987" indent="0" algn="ctr">
              <a:buNone/>
              <a:defRPr sz="520"/>
            </a:lvl3pPr>
            <a:lvl4pPr marL="395981" indent="0" algn="ctr">
              <a:buNone/>
              <a:defRPr sz="462"/>
            </a:lvl4pPr>
            <a:lvl5pPr marL="527975" indent="0" algn="ctr">
              <a:buNone/>
              <a:defRPr sz="462"/>
            </a:lvl5pPr>
            <a:lvl6pPr marL="659968" indent="0" algn="ctr">
              <a:buNone/>
              <a:defRPr sz="462"/>
            </a:lvl6pPr>
            <a:lvl7pPr marL="791962" indent="0" algn="ctr">
              <a:buNone/>
              <a:defRPr sz="462"/>
            </a:lvl7pPr>
            <a:lvl8pPr marL="923955" indent="0" algn="ctr">
              <a:buNone/>
              <a:defRPr sz="462"/>
            </a:lvl8pPr>
            <a:lvl9pPr marL="1055949" indent="0" algn="ctr">
              <a:buNone/>
              <a:defRPr sz="46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1509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126" y="493529"/>
            <a:ext cx="4615637" cy="823464"/>
          </a:xfrm>
        </p:spPr>
        <p:txBody>
          <a:bodyPr anchor="b"/>
          <a:lstStyle>
            <a:lvl1pPr>
              <a:defRPr sz="173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5126" y="1324783"/>
            <a:ext cx="4615637" cy="433040"/>
          </a:xfrm>
        </p:spPr>
        <p:txBody>
          <a:bodyPr/>
          <a:lstStyle>
            <a:lvl1pPr marL="0" indent="0">
              <a:buNone/>
              <a:defRPr sz="693">
                <a:solidFill>
                  <a:schemeClr val="tx1">
                    <a:tint val="75000"/>
                  </a:schemeClr>
                </a:solidFill>
              </a:defRPr>
            </a:lvl1pPr>
            <a:lvl2pPr marL="131994" indent="0">
              <a:buNone/>
              <a:defRPr sz="577">
                <a:solidFill>
                  <a:schemeClr val="tx1">
                    <a:tint val="75000"/>
                  </a:schemeClr>
                </a:solidFill>
              </a:defRPr>
            </a:lvl2pPr>
            <a:lvl3pPr marL="263987" indent="0">
              <a:buNone/>
              <a:defRPr sz="520">
                <a:solidFill>
                  <a:schemeClr val="tx1">
                    <a:tint val="75000"/>
                  </a:schemeClr>
                </a:solidFill>
              </a:defRPr>
            </a:lvl3pPr>
            <a:lvl4pPr marL="395981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4pPr>
            <a:lvl5pPr marL="527975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5pPr>
            <a:lvl6pPr marL="659968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6pPr>
            <a:lvl7pPr marL="791962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7pPr>
            <a:lvl8pPr marL="923955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8pPr>
            <a:lvl9pPr marL="1055949" indent="0">
              <a:buNone/>
              <a:defRPr sz="4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873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67913" y="526980"/>
            <a:ext cx="2274372" cy="125604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09178" y="526980"/>
            <a:ext cx="2274372" cy="125604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347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610" y="105396"/>
            <a:ext cx="4615637" cy="3826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611" y="485280"/>
            <a:ext cx="2263919" cy="237828"/>
          </a:xfrm>
        </p:spPr>
        <p:txBody>
          <a:bodyPr anchor="b"/>
          <a:lstStyle>
            <a:lvl1pPr marL="0" indent="0">
              <a:buNone/>
              <a:defRPr sz="693" b="1"/>
            </a:lvl1pPr>
            <a:lvl2pPr marL="131994" indent="0">
              <a:buNone/>
              <a:defRPr sz="577" b="1"/>
            </a:lvl2pPr>
            <a:lvl3pPr marL="263987" indent="0">
              <a:buNone/>
              <a:defRPr sz="520" b="1"/>
            </a:lvl3pPr>
            <a:lvl4pPr marL="395981" indent="0">
              <a:buNone/>
              <a:defRPr sz="462" b="1"/>
            </a:lvl4pPr>
            <a:lvl5pPr marL="527975" indent="0">
              <a:buNone/>
              <a:defRPr sz="462" b="1"/>
            </a:lvl5pPr>
            <a:lvl6pPr marL="659968" indent="0">
              <a:buNone/>
              <a:defRPr sz="462" b="1"/>
            </a:lvl6pPr>
            <a:lvl7pPr marL="791962" indent="0">
              <a:buNone/>
              <a:defRPr sz="462" b="1"/>
            </a:lvl7pPr>
            <a:lvl8pPr marL="923955" indent="0">
              <a:buNone/>
              <a:defRPr sz="462" b="1"/>
            </a:lvl8pPr>
            <a:lvl9pPr marL="1055949" indent="0">
              <a:buNone/>
              <a:defRPr sz="4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8611" y="723109"/>
            <a:ext cx="2263919" cy="10635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09178" y="485280"/>
            <a:ext cx="2275069" cy="237828"/>
          </a:xfrm>
        </p:spPr>
        <p:txBody>
          <a:bodyPr anchor="b"/>
          <a:lstStyle>
            <a:lvl1pPr marL="0" indent="0">
              <a:buNone/>
              <a:defRPr sz="693" b="1"/>
            </a:lvl1pPr>
            <a:lvl2pPr marL="131994" indent="0">
              <a:buNone/>
              <a:defRPr sz="577" b="1"/>
            </a:lvl2pPr>
            <a:lvl3pPr marL="263987" indent="0">
              <a:buNone/>
              <a:defRPr sz="520" b="1"/>
            </a:lvl3pPr>
            <a:lvl4pPr marL="395981" indent="0">
              <a:buNone/>
              <a:defRPr sz="462" b="1"/>
            </a:lvl4pPr>
            <a:lvl5pPr marL="527975" indent="0">
              <a:buNone/>
              <a:defRPr sz="462" b="1"/>
            </a:lvl5pPr>
            <a:lvl6pPr marL="659968" indent="0">
              <a:buNone/>
              <a:defRPr sz="462" b="1"/>
            </a:lvl6pPr>
            <a:lvl7pPr marL="791962" indent="0">
              <a:buNone/>
              <a:defRPr sz="462" b="1"/>
            </a:lvl7pPr>
            <a:lvl8pPr marL="923955" indent="0">
              <a:buNone/>
              <a:defRPr sz="462" b="1"/>
            </a:lvl8pPr>
            <a:lvl9pPr marL="1055949" indent="0">
              <a:buNone/>
              <a:defRPr sz="4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09178" y="723109"/>
            <a:ext cx="2275069" cy="10635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8304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961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791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610" y="131974"/>
            <a:ext cx="1725986" cy="461910"/>
          </a:xfrm>
        </p:spPr>
        <p:txBody>
          <a:bodyPr anchor="b"/>
          <a:lstStyle>
            <a:lvl1pPr>
              <a:defRPr sz="9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5069" y="285028"/>
            <a:ext cx="2709178" cy="1406808"/>
          </a:xfrm>
        </p:spPr>
        <p:txBody>
          <a:bodyPr/>
          <a:lstStyle>
            <a:lvl1pPr>
              <a:defRPr sz="924"/>
            </a:lvl1pPr>
            <a:lvl2pPr>
              <a:defRPr sz="808"/>
            </a:lvl2pPr>
            <a:lvl3pPr>
              <a:defRPr sz="693"/>
            </a:lvl3pPr>
            <a:lvl4pPr>
              <a:defRPr sz="577"/>
            </a:lvl4pPr>
            <a:lvl5pPr>
              <a:defRPr sz="577"/>
            </a:lvl5pPr>
            <a:lvl6pPr>
              <a:defRPr sz="577"/>
            </a:lvl6pPr>
            <a:lvl7pPr>
              <a:defRPr sz="577"/>
            </a:lvl7pPr>
            <a:lvl8pPr>
              <a:defRPr sz="577"/>
            </a:lvl8pPr>
            <a:lvl9pPr>
              <a:defRPr sz="57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8610" y="593884"/>
            <a:ext cx="1725986" cy="1100243"/>
          </a:xfrm>
        </p:spPr>
        <p:txBody>
          <a:bodyPr/>
          <a:lstStyle>
            <a:lvl1pPr marL="0" indent="0">
              <a:buNone/>
              <a:defRPr sz="462"/>
            </a:lvl1pPr>
            <a:lvl2pPr marL="131994" indent="0">
              <a:buNone/>
              <a:defRPr sz="404"/>
            </a:lvl2pPr>
            <a:lvl3pPr marL="263987" indent="0">
              <a:buNone/>
              <a:defRPr sz="346"/>
            </a:lvl3pPr>
            <a:lvl4pPr marL="395981" indent="0">
              <a:buNone/>
              <a:defRPr sz="289"/>
            </a:lvl4pPr>
            <a:lvl5pPr marL="527975" indent="0">
              <a:buNone/>
              <a:defRPr sz="289"/>
            </a:lvl5pPr>
            <a:lvl6pPr marL="659968" indent="0">
              <a:buNone/>
              <a:defRPr sz="289"/>
            </a:lvl6pPr>
            <a:lvl7pPr marL="791962" indent="0">
              <a:buNone/>
              <a:defRPr sz="289"/>
            </a:lvl7pPr>
            <a:lvl8pPr marL="923955" indent="0">
              <a:buNone/>
              <a:defRPr sz="289"/>
            </a:lvl8pPr>
            <a:lvl9pPr marL="1055949" indent="0">
              <a:buNone/>
              <a:defRPr sz="28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446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610" y="131974"/>
            <a:ext cx="1725986" cy="461910"/>
          </a:xfrm>
        </p:spPr>
        <p:txBody>
          <a:bodyPr anchor="b"/>
          <a:lstStyle>
            <a:lvl1pPr>
              <a:defRPr sz="9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75069" y="285028"/>
            <a:ext cx="2709178" cy="1406808"/>
          </a:xfrm>
        </p:spPr>
        <p:txBody>
          <a:bodyPr anchor="t"/>
          <a:lstStyle>
            <a:lvl1pPr marL="0" indent="0">
              <a:buNone/>
              <a:defRPr sz="924"/>
            </a:lvl1pPr>
            <a:lvl2pPr marL="131994" indent="0">
              <a:buNone/>
              <a:defRPr sz="808"/>
            </a:lvl2pPr>
            <a:lvl3pPr marL="263987" indent="0">
              <a:buNone/>
              <a:defRPr sz="693"/>
            </a:lvl3pPr>
            <a:lvl4pPr marL="395981" indent="0">
              <a:buNone/>
              <a:defRPr sz="577"/>
            </a:lvl4pPr>
            <a:lvl5pPr marL="527975" indent="0">
              <a:buNone/>
              <a:defRPr sz="577"/>
            </a:lvl5pPr>
            <a:lvl6pPr marL="659968" indent="0">
              <a:buNone/>
              <a:defRPr sz="577"/>
            </a:lvl6pPr>
            <a:lvl7pPr marL="791962" indent="0">
              <a:buNone/>
              <a:defRPr sz="577"/>
            </a:lvl7pPr>
            <a:lvl8pPr marL="923955" indent="0">
              <a:buNone/>
              <a:defRPr sz="577"/>
            </a:lvl8pPr>
            <a:lvl9pPr marL="1055949" indent="0">
              <a:buNone/>
              <a:defRPr sz="57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68610" y="593884"/>
            <a:ext cx="1725986" cy="1100243"/>
          </a:xfrm>
        </p:spPr>
        <p:txBody>
          <a:bodyPr/>
          <a:lstStyle>
            <a:lvl1pPr marL="0" indent="0">
              <a:buNone/>
              <a:defRPr sz="462"/>
            </a:lvl1pPr>
            <a:lvl2pPr marL="131994" indent="0">
              <a:buNone/>
              <a:defRPr sz="404"/>
            </a:lvl2pPr>
            <a:lvl3pPr marL="263987" indent="0">
              <a:buNone/>
              <a:defRPr sz="346"/>
            </a:lvl3pPr>
            <a:lvl4pPr marL="395981" indent="0">
              <a:buNone/>
              <a:defRPr sz="289"/>
            </a:lvl4pPr>
            <a:lvl5pPr marL="527975" indent="0">
              <a:buNone/>
              <a:defRPr sz="289"/>
            </a:lvl5pPr>
            <a:lvl6pPr marL="659968" indent="0">
              <a:buNone/>
              <a:defRPr sz="289"/>
            </a:lvl6pPr>
            <a:lvl7pPr marL="791962" indent="0">
              <a:buNone/>
              <a:defRPr sz="289"/>
            </a:lvl7pPr>
            <a:lvl8pPr marL="923955" indent="0">
              <a:buNone/>
              <a:defRPr sz="289"/>
            </a:lvl8pPr>
            <a:lvl9pPr marL="1055949" indent="0">
              <a:buNone/>
              <a:defRPr sz="28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5805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4033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29641" y="105396"/>
            <a:ext cx="1153909" cy="167763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67913" y="105396"/>
            <a:ext cx="3394834" cy="167763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460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7913" y="105396"/>
            <a:ext cx="4615637" cy="3826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7913" y="526980"/>
            <a:ext cx="4615637" cy="1256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7913" y="1834808"/>
            <a:ext cx="1204079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4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1F66C-4B77-4AD7-A093-0F6123A80F07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72672" y="1834808"/>
            <a:ext cx="1806119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4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79471" y="1834808"/>
            <a:ext cx="1204079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4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4FC345-FCD8-49EE-8EFE-40B88BF5EE1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5942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63987" rtl="0" eaLnBrk="1" latinLnBrk="0" hangingPunct="1">
        <a:lnSpc>
          <a:spcPct val="90000"/>
        </a:lnSpc>
        <a:spcBef>
          <a:spcPct val="0"/>
        </a:spcBef>
        <a:buNone/>
        <a:defRPr sz="12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997" indent="-65997" algn="l" defTabSz="263987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808" kern="1200">
          <a:solidFill>
            <a:schemeClr val="tx1"/>
          </a:solidFill>
          <a:latin typeface="+mn-lt"/>
          <a:ea typeface="+mn-ea"/>
          <a:cs typeface="+mn-cs"/>
        </a:defRPr>
      </a:lvl1pPr>
      <a:lvl2pPr marL="197990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693" kern="1200">
          <a:solidFill>
            <a:schemeClr val="tx1"/>
          </a:solidFill>
          <a:latin typeface="+mn-lt"/>
          <a:ea typeface="+mn-ea"/>
          <a:cs typeface="+mn-cs"/>
        </a:defRPr>
      </a:lvl2pPr>
      <a:lvl3pPr marL="329984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77" kern="1200">
          <a:solidFill>
            <a:schemeClr val="tx1"/>
          </a:solidFill>
          <a:latin typeface="+mn-lt"/>
          <a:ea typeface="+mn-ea"/>
          <a:cs typeface="+mn-cs"/>
        </a:defRPr>
      </a:lvl3pPr>
      <a:lvl4pPr marL="461978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4pPr>
      <a:lvl5pPr marL="593971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5pPr>
      <a:lvl6pPr marL="725965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6pPr>
      <a:lvl7pPr marL="857959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7pPr>
      <a:lvl8pPr marL="989952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8pPr>
      <a:lvl9pPr marL="1121946" indent="-65997" algn="l" defTabSz="263987" rtl="0" eaLnBrk="1" latinLnBrk="0" hangingPunct="1">
        <a:lnSpc>
          <a:spcPct val="90000"/>
        </a:lnSpc>
        <a:spcBef>
          <a:spcPts val="144"/>
        </a:spcBef>
        <a:buFont typeface="Arial" panose="020B0604020202020204" pitchFamily="34" charset="0"/>
        <a:buChar char="•"/>
        <a:defRPr sz="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1pPr>
      <a:lvl2pPr marL="131994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2pPr>
      <a:lvl3pPr marL="263987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3pPr>
      <a:lvl4pPr marL="395981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4pPr>
      <a:lvl5pPr marL="527975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5pPr>
      <a:lvl6pPr marL="659968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6pPr>
      <a:lvl7pPr marL="791962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7pPr>
      <a:lvl8pPr marL="923955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8pPr>
      <a:lvl9pPr marL="1055949" algn="l" defTabSz="263987" rtl="0" eaLnBrk="1" latinLnBrk="0" hangingPunct="1">
        <a:defRPr sz="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E1CA7CED-3D03-48B9-9E01-F84EDC860420}"/>
              </a:ext>
            </a:extLst>
          </p:cNvPr>
          <p:cNvGrpSpPr/>
          <p:nvPr/>
        </p:nvGrpSpPr>
        <p:grpSpPr>
          <a:xfrm>
            <a:off x="256292" y="38482"/>
            <a:ext cx="5001841" cy="1852841"/>
            <a:chOff x="3318547" y="2246681"/>
            <a:chExt cx="5001841" cy="1852841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AA25ACE2-121E-4873-83F1-DB1F7B5A58E1}"/>
                </a:ext>
              </a:extLst>
            </p:cNvPr>
            <p:cNvSpPr/>
            <p:nvPr/>
          </p:nvSpPr>
          <p:spPr>
            <a:xfrm>
              <a:off x="3318547" y="2246681"/>
              <a:ext cx="4825946" cy="1852841"/>
            </a:xfrm>
            <a:prstGeom prst="roundRect">
              <a:avLst>
                <a:gd name="adj" fmla="val 0"/>
              </a:avLst>
            </a:prstGeom>
            <a:solidFill>
              <a:srgbClr val="F6BBD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1" name="流程图: 接点 40">
              <a:extLst>
                <a:ext uri="{FF2B5EF4-FFF2-40B4-BE49-F238E27FC236}">
                  <a16:creationId xmlns:a16="http://schemas.microsoft.com/office/drawing/2014/main" id="{8A4D7E02-C6B3-425C-8781-75EFD2CEF966}"/>
                </a:ext>
              </a:extLst>
            </p:cNvPr>
            <p:cNvSpPr/>
            <p:nvPr/>
          </p:nvSpPr>
          <p:spPr>
            <a:xfrm>
              <a:off x="7039996" y="3338441"/>
              <a:ext cx="262203" cy="261074"/>
            </a:xfrm>
            <a:prstGeom prst="flowChartConnector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2" name="流程图: 接点 41">
              <a:extLst>
                <a:ext uri="{FF2B5EF4-FFF2-40B4-BE49-F238E27FC236}">
                  <a16:creationId xmlns:a16="http://schemas.microsoft.com/office/drawing/2014/main" id="{E174F3FC-6A4A-48F3-8C77-E11BCB9D4500}"/>
                </a:ext>
              </a:extLst>
            </p:cNvPr>
            <p:cNvSpPr/>
            <p:nvPr/>
          </p:nvSpPr>
          <p:spPr>
            <a:xfrm>
              <a:off x="6617165" y="2705144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3" name="流程图: 接点 42">
              <a:extLst>
                <a:ext uri="{FF2B5EF4-FFF2-40B4-BE49-F238E27FC236}">
                  <a16:creationId xmlns:a16="http://schemas.microsoft.com/office/drawing/2014/main" id="{78CA9F89-8ECA-41AC-8801-6AEF199B6FDD}"/>
                </a:ext>
              </a:extLst>
            </p:cNvPr>
            <p:cNvSpPr/>
            <p:nvPr/>
          </p:nvSpPr>
          <p:spPr>
            <a:xfrm>
              <a:off x="7243144" y="2718107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4" name="流程图: 接点 43">
              <a:extLst>
                <a:ext uri="{FF2B5EF4-FFF2-40B4-BE49-F238E27FC236}">
                  <a16:creationId xmlns:a16="http://schemas.microsoft.com/office/drawing/2014/main" id="{4039FD71-5BD7-4134-866B-E61796834A32}"/>
                </a:ext>
              </a:extLst>
            </p:cNvPr>
            <p:cNvSpPr/>
            <p:nvPr/>
          </p:nvSpPr>
          <p:spPr>
            <a:xfrm>
              <a:off x="7661251" y="3077367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5" name="流程图: 接点 44">
              <a:extLst>
                <a:ext uri="{FF2B5EF4-FFF2-40B4-BE49-F238E27FC236}">
                  <a16:creationId xmlns:a16="http://schemas.microsoft.com/office/drawing/2014/main" id="{DFE86EFE-28D2-4738-8604-AB56F21DD3C4}"/>
                </a:ext>
              </a:extLst>
            </p:cNvPr>
            <p:cNvSpPr/>
            <p:nvPr/>
          </p:nvSpPr>
          <p:spPr>
            <a:xfrm>
              <a:off x="7438495" y="3711864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p:sp>
          <p:nvSpPr>
            <p:cNvPr id="46" name="流程图: 接点 45">
              <a:extLst>
                <a:ext uri="{FF2B5EF4-FFF2-40B4-BE49-F238E27FC236}">
                  <a16:creationId xmlns:a16="http://schemas.microsoft.com/office/drawing/2014/main" id="{B3B1D226-1D3E-4F9D-83B1-3BDA824817DD}"/>
                </a:ext>
              </a:extLst>
            </p:cNvPr>
            <p:cNvSpPr/>
            <p:nvPr/>
          </p:nvSpPr>
          <p:spPr>
            <a:xfrm>
              <a:off x="6459368" y="3499873"/>
              <a:ext cx="262203" cy="261074"/>
            </a:xfrm>
            <a:prstGeom prst="flowChartConnector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D85693-4C6B-487E-A193-5B81C667A959}"/>
                    </a:ext>
                  </a:extLst>
                </p:cNvPr>
                <p:cNvSpPr txBox="1"/>
                <p:nvPr/>
              </p:nvSpPr>
              <p:spPr>
                <a:xfrm>
                  <a:off x="6783995" y="3207904"/>
                  <a:ext cx="352140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D85693-4C6B-487E-A193-5B81C667A9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995" y="3207904"/>
                  <a:ext cx="352140" cy="29142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BB74DD99-32BA-45AA-ABC7-3CEF8C9EA832}"/>
                    </a:ext>
                  </a:extLst>
                </p:cNvPr>
                <p:cNvSpPr txBox="1"/>
                <p:nvPr/>
              </p:nvSpPr>
              <p:spPr>
                <a:xfrm>
                  <a:off x="6361963" y="2663790"/>
                  <a:ext cx="352140" cy="3034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BB74DD99-32BA-45AA-ABC7-3CEF8C9EA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1963" y="2663790"/>
                  <a:ext cx="352140" cy="303481"/>
                </a:xfrm>
                <a:prstGeom prst="rect">
                  <a:avLst/>
                </a:prstGeom>
                <a:blipFill>
                  <a:blip r:embed="rId3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D95983B-B9B0-4245-8A26-8B92B9514436}"/>
                    </a:ext>
                  </a:extLst>
                </p:cNvPr>
                <p:cNvSpPr txBox="1"/>
                <p:nvPr/>
              </p:nvSpPr>
              <p:spPr>
                <a:xfrm>
                  <a:off x="7111236" y="2483734"/>
                  <a:ext cx="352140" cy="3034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D95983B-B9B0-4245-8A26-8B92B9514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1236" y="2483734"/>
                  <a:ext cx="352140" cy="303481"/>
                </a:xfrm>
                <a:prstGeom prst="rect">
                  <a:avLst/>
                </a:prstGeom>
                <a:blipFill>
                  <a:blip r:embed="rId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59AF76C4-6068-4FEC-B7F9-AE47EB158C03}"/>
                    </a:ext>
                  </a:extLst>
                </p:cNvPr>
                <p:cNvSpPr txBox="1"/>
                <p:nvPr/>
              </p:nvSpPr>
              <p:spPr>
                <a:xfrm>
                  <a:off x="7792353" y="2902699"/>
                  <a:ext cx="352140" cy="3034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59AF76C4-6068-4FEC-B7F9-AE47EB158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2353" y="2902699"/>
                  <a:ext cx="352140" cy="303481"/>
                </a:xfrm>
                <a:prstGeom prst="rect">
                  <a:avLst/>
                </a:prstGeom>
                <a:blipFill>
                  <a:blip r:embed="rId5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045F6FF7-74F4-4951-B071-950AF2D5C1D9}"/>
                    </a:ext>
                  </a:extLst>
                </p:cNvPr>
                <p:cNvSpPr txBox="1"/>
                <p:nvPr/>
              </p:nvSpPr>
              <p:spPr>
                <a:xfrm>
                  <a:off x="7571314" y="3704978"/>
                  <a:ext cx="352140" cy="3034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045F6FF7-74F4-4951-B071-950AF2D5C1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1314" y="3704978"/>
                  <a:ext cx="352140" cy="303481"/>
                </a:xfrm>
                <a:prstGeom prst="rect">
                  <a:avLst/>
                </a:prstGeom>
                <a:blipFill>
                  <a:blip r:embed="rId3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F189C9DB-C829-47F4-8624-CB1F2217A421}"/>
                    </a:ext>
                  </a:extLst>
                </p:cNvPr>
                <p:cNvSpPr txBox="1"/>
                <p:nvPr/>
              </p:nvSpPr>
              <p:spPr>
                <a:xfrm>
                  <a:off x="6220876" y="3559310"/>
                  <a:ext cx="352140" cy="3034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F189C9DB-C829-47F4-8624-CB1F2217A4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0876" y="3559310"/>
                  <a:ext cx="352140" cy="303481"/>
                </a:xfrm>
                <a:prstGeom prst="rect">
                  <a:avLst/>
                </a:prstGeom>
                <a:blipFill>
                  <a:blip r:embed="rId3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1F079D81-A6FE-4453-890C-F4B387A24253}"/>
                </a:ext>
              </a:extLst>
            </p:cNvPr>
            <p:cNvCxnSpPr>
              <a:endCxn id="47" idx="3"/>
            </p:cNvCxnSpPr>
            <p:nvPr/>
          </p:nvCxnSpPr>
          <p:spPr>
            <a:xfrm>
              <a:off x="6783995" y="2932596"/>
              <a:ext cx="352140" cy="421020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224715C4-0E88-4908-84D0-E62617C95E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27894" y="3553092"/>
              <a:ext cx="312103" cy="101928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99EFAE59-B9C3-41A0-AEE8-F55A091D38E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87306" y="3553092"/>
              <a:ext cx="176071" cy="183471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04934065-C1F4-4563-A023-B2E768B605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4755" y="3301294"/>
              <a:ext cx="366497" cy="114359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5E53C939-9F4A-4F16-8AD5-4D277FBD5C04}"/>
                </a:ext>
              </a:extLst>
            </p:cNvPr>
            <p:cNvCxnSpPr>
              <a:cxnSpLocks/>
              <a:stCxn id="43" idx="4"/>
            </p:cNvCxnSpPr>
            <p:nvPr/>
          </p:nvCxnSpPr>
          <p:spPr>
            <a:xfrm flipH="1">
              <a:off x="7254127" y="2979181"/>
              <a:ext cx="120118" cy="353390"/>
            </a:xfrm>
            <a:prstGeom prst="line">
              <a:avLst/>
            </a:prstGeom>
            <a:ln w="12700" cap="flat" cmpd="sng" algn="ctr">
              <a:solidFill>
                <a:srgbClr val="7030A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847A8E9A-2010-47BC-9798-763BB72D30A6}"/>
                    </a:ext>
                  </a:extLst>
                </p:cNvPr>
                <p:cNvSpPr txBox="1"/>
                <p:nvPr/>
              </p:nvSpPr>
              <p:spPr>
                <a:xfrm>
                  <a:off x="6804339" y="2884788"/>
                  <a:ext cx="352140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6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</m:t>
                        </m:r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847A8E9A-2010-47BC-9798-763BB72D3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4339" y="2884788"/>
                  <a:ext cx="352140" cy="29142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ACE88F00-FF46-45FB-88F4-EC078E27A786}"/>
                    </a:ext>
                  </a:extLst>
                </p:cNvPr>
                <p:cNvSpPr txBox="1"/>
                <p:nvPr/>
              </p:nvSpPr>
              <p:spPr>
                <a:xfrm>
                  <a:off x="3718090" y="2933897"/>
                  <a:ext cx="1877107" cy="674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𝐼𝐸𝐷</m:t>
                            </m:r>
                          </m:sub>
                        </m:sSub>
                        <m:r>
                          <a:rPr lang="en-US" altLang="zh-CN" sz="1268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𝑘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𝑗</m:t>
                            </m:r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zh-CN" sz="1268" i="1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||</m:t>
                                </m:r>
                                <m:sSub>
                                  <m:sSubPr>
                                    <m:ctrlP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altLang="zh-CN" sz="1268" i="1">
                                        <a:latin typeface="Cambria Math" panose="02040503050406030204" pitchFamily="18" charset="0"/>
                                        <a:ea typeface="宋体" panose="02010600030101010101" pitchFamily="2" charset="-122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||</m:t>
                                </m:r>
                              </m:e>
                              <m:sub>
                                <m:r>
                                  <a:rPr lang="en-US" altLang="zh-CN" sz="1268" i="1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ACE88F00-FF46-45FB-88F4-EC078E27A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8090" y="2933897"/>
                  <a:ext cx="1877107" cy="67485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9439035F-3C84-42EF-ACAF-94A0EC129687}"/>
                </a:ext>
              </a:extLst>
            </p:cNvPr>
            <p:cNvSpPr txBox="1"/>
            <p:nvPr/>
          </p:nvSpPr>
          <p:spPr>
            <a:xfrm>
              <a:off x="6690306" y="2286858"/>
              <a:ext cx="1630082" cy="291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IED</a:t>
              </a:r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计算（</a:t>
              </a:r>
              <a:r>
                <a:rPr lang="en-US" altLang="zh-CN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k=5</a:t>
              </a:r>
              <a:r>
                <a: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rPr>
                <a:t>）</a:t>
              </a: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23CE6F24-1390-444E-A8A8-692D22FC3933}"/>
                </a:ext>
              </a:extLst>
            </p:cNvPr>
            <p:cNvCxnSpPr>
              <a:stCxn id="47" idx="1"/>
            </p:cNvCxnSpPr>
            <p:nvPr/>
          </p:nvCxnSpPr>
          <p:spPr>
            <a:xfrm flipH="1">
              <a:off x="5595198" y="3353617"/>
              <a:ext cx="1188797" cy="48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EAD780DB-4641-4B34-99AF-7703630243C5}"/>
                    </a:ext>
                  </a:extLst>
                </p:cNvPr>
                <p:cNvSpPr txBox="1"/>
                <p:nvPr/>
              </p:nvSpPr>
              <p:spPr>
                <a:xfrm>
                  <a:off x="5700225" y="3045566"/>
                  <a:ext cx="973012" cy="291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268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平均距离</a:t>
                  </a:r>
                  <a14:m>
                    <m:oMath xmlns:m="http://schemas.openxmlformats.org/officeDocument/2006/math">
                      <m:r>
                        <a:rPr lang="en-US" altLang="zh-CN" sz="126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𝐷</m:t>
                      </m:r>
                    </m:oMath>
                  </a14:m>
                  <a:endPara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EAD780DB-4641-4B34-99AF-770363024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225" y="3045566"/>
                  <a:ext cx="973012" cy="291424"/>
                </a:xfrm>
                <a:prstGeom prst="rect">
                  <a:avLst/>
                </a:prstGeom>
                <a:blipFill>
                  <a:blip r:embed="rId8"/>
                  <a:stretch>
                    <a:fillRect l="-625" b="-145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39744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21</Words>
  <Application>Microsoft Office PowerPoint</Application>
  <PresentationFormat>自定义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4</cp:revision>
  <dcterms:created xsi:type="dcterms:W3CDTF">2026-03-09T07:51:04Z</dcterms:created>
  <dcterms:modified xsi:type="dcterms:W3CDTF">2026-03-19T11:01:48Z</dcterms:modified>
</cp:coreProperties>
</file>