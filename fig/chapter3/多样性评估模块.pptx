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351463" cy="21780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87" autoAdjust="0"/>
    <p:restoredTop sz="94660"/>
  </p:normalViewPr>
  <p:slideViewPr>
    <p:cSldViewPr snapToGrid="0">
      <p:cViewPr varScale="1">
        <p:scale>
          <a:sx n="253" d="100"/>
          <a:sy n="253" d="100"/>
        </p:scale>
        <p:origin x="163" y="9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8933" y="356454"/>
            <a:ext cx="4013597" cy="758284"/>
          </a:xfrm>
        </p:spPr>
        <p:txBody>
          <a:bodyPr anchor="b"/>
          <a:lstStyle>
            <a:lvl1pPr algn="ctr">
              <a:defRPr sz="190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8933" y="1143980"/>
            <a:ext cx="4013597" cy="525858"/>
          </a:xfrm>
        </p:spPr>
        <p:txBody>
          <a:bodyPr/>
          <a:lstStyle>
            <a:lvl1pPr marL="0" indent="0" algn="ctr">
              <a:buNone/>
              <a:defRPr sz="762"/>
            </a:lvl1pPr>
            <a:lvl2pPr marL="145207" indent="0" algn="ctr">
              <a:buNone/>
              <a:defRPr sz="635"/>
            </a:lvl2pPr>
            <a:lvl3pPr marL="290413" indent="0" algn="ctr">
              <a:buNone/>
              <a:defRPr sz="572"/>
            </a:lvl3pPr>
            <a:lvl4pPr marL="435620" indent="0" algn="ctr">
              <a:buNone/>
              <a:defRPr sz="508"/>
            </a:lvl4pPr>
            <a:lvl5pPr marL="580827" indent="0" algn="ctr">
              <a:buNone/>
              <a:defRPr sz="508"/>
            </a:lvl5pPr>
            <a:lvl6pPr marL="726034" indent="0" algn="ctr">
              <a:buNone/>
              <a:defRPr sz="508"/>
            </a:lvl6pPr>
            <a:lvl7pPr marL="871240" indent="0" algn="ctr">
              <a:buNone/>
              <a:defRPr sz="508"/>
            </a:lvl7pPr>
            <a:lvl8pPr marL="1016447" indent="0" algn="ctr">
              <a:buNone/>
              <a:defRPr sz="508"/>
            </a:lvl8pPr>
            <a:lvl9pPr marL="1161654" indent="0" algn="ctr">
              <a:buNone/>
              <a:defRPr sz="50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F66C-4B77-4AD7-A093-0F6123A80F07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C345-FCD8-49EE-8EFE-40B88BF5E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82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F66C-4B77-4AD7-A093-0F6123A80F07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C345-FCD8-49EE-8EFE-40B88BF5E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948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6" y="543000"/>
            <a:ext cx="4615637" cy="906008"/>
          </a:xfrm>
        </p:spPr>
        <p:txBody>
          <a:bodyPr anchor="b"/>
          <a:lstStyle>
            <a:lvl1pPr>
              <a:defRPr sz="190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6" y="1457580"/>
            <a:ext cx="4615637" cy="476448"/>
          </a:xfrm>
        </p:spPr>
        <p:txBody>
          <a:bodyPr/>
          <a:lstStyle>
            <a:lvl1pPr marL="0" indent="0">
              <a:buNone/>
              <a:defRPr sz="762">
                <a:solidFill>
                  <a:schemeClr val="tx1">
                    <a:tint val="75000"/>
                  </a:schemeClr>
                </a:solidFill>
              </a:defRPr>
            </a:lvl1pPr>
            <a:lvl2pPr marL="145207" indent="0">
              <a:buNone/>
              <a:defRPr sz="635">
                <a:solidFill>
                  <a:schemeClr val="tx1">
                    <a:tint val="75000"/>
                  </a:schemeClr>
                </a:solidFill>
              </a:defRPr>
            </a:lvl2pPr>
            <a:lvl3pPr marL="290413" indent="0">
              <a:buNone/>
              <a:defRPr sz="572">
                <a:solidFill>
                  <a:schemeClr val="tx1">
                    <a:tint val="75000"/>
                  </a:schemeClr>
                </a:solidFill>
              </a:defRPr>
            </a:lvl3pPr>
            <a:lvl4pPr marL="435620" indent="0">
              <a:buNone/>
              <a:defRPr sz="508">
                <a:solidFill>
                  <a:schemeClr val="tx1">
                    <a:tint val="75000"/>
                  </a:schemeClr>
                </a:solidFill>
              </a:defRPr>
            </a:lvl4pPr>
            <a:lvl5pPr marL="580827" indent="0">
              <a:buNone/>
              <a:defRPr sz="508">
                <a:solidFill>
                  <a:schemeClr val="tx1">
                    <a:tint val="75000"/>
                  </a:schemeClr>
                </a:solidFill>
              </a:defRPr>
            </a:lvl5pPr>
            <a:lvl6pPr marL="726034" indent="0">
              <a:buNone/>
              <a:defRPr sz="508">
                <a:solidFill>
                  <a:schemeClr val="tx1">
                    <a:tint val="75000"/>
                  </a:schemeClr>
                </a:solidFill>
              </a:defRPr>
            </a:lvl6pPr>
            <a:lvl7pPr marL="871240" indent="0">
              <a:buNone/>
              <a:defRPr sz="508">
                <a:solidFill>
                  <a:schemeClr val="tx1">
                    <a:tint val="75000"/>
                  </a:schemeClr>
                </a:solidFill>
              </a:defRPr>
            </a:lvl7pPr>
            <a:lvl8pPr marL="1016447" indent="0">
              <a:buNone/>
              <a:defRPr sz="508">
                <a:solidFill>
                  <a:schemeClr val="tx1">
                    <a:tint val="75000"/>
                  </a:schemeClr>
                </a:solidFill>
              </a:defRPr>
            </a:lvl8pPr>
            <a:lvl9pPr marL="1161654" indent="0">
              <a:buNone/>
              <a:defRPr sz="5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F66C-4B77-4AD7-A093-0F6123A80F07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C345-FCD8-49EE-8EFE-40B88BF5E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331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7913" y="579805"/>
            <a:ext cx="2274372" cy="13819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09178" y="579805"/>
            <a:ext cx="2274372" cy="13819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F66C-4B77-4AD7-A093-0F6123A80F07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C345-FCD8-49EE-8EFE-40B88BF5E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44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610" y="115961"/>
            <a:ext cx="4615637" cy="42098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611" y="533925"/>
            <a:ext cx="2263919" cy="261668"/>
          </a:xfrm>
        </p:spPr>
        <p:txBody>
          <a:bodyPr anchor="b"/>
          <a:lstStyle>
            <a:lvl1pPr marL="0" indent="0">
              <a:buNone/>
              <a:defRPr sz="762" b="1"/>
            </a:lvl1pPr>
            <a:lvl2pPr marL="145207" indent="0">
              <a:buNone/>
              <a:defRPr sz="635" b="1"/>
            </a:lvl2pPr>
            <a:lvl3pPr marL="290413" indent="0">
              <a:buNone/>
              <a:defRPr sz="572" b="1"/>
            </a:lvl3pPr>
            <a:lvl4pPr marL="435620" indent="0">
              <a:buNone/>
              <a:defRPr sz="508" b="1"/>
            </a:lvl4pPr>
            <a:lvl5pPr marL="580827" indent="0">
              <a:buNone/>
              <a:defRPr sz="508" b="1"/>
            </a:lvl5pPr>
            <a:lvl6pPr marL="726034" indent="0">
              <a:buNone/>
              <a:defRPr sz="508" b="1"/>
            </a:lvl6pPr>
            <a:lvl7pPr marL="871240" indent="0">
              <a:buNone/>
              <a:defRPr sz="508" b="1"/>
            </a:lvl7pPr>
            <a:lvl8pPr marL="1016447" indent="0">
              <a:buNone/>
              <a:defRPr sz="508" b="1"/>
            </a:lvl8pPr>
            <a:lvl9pPr marL="1161654" indent="0">
              <a:buNone/>
              <a:defRPr sz="50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611" y="795593"/>
            <a:ext cx="2263919" cy="11701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09178" y="533925"/>
            <a:ext cx="2275069" cy="261668"/>
          </a:xfrm>
        </p:spPr>
        <p:txBody>
          <a:bodyPr anchor="b"/>
          <a:lstStyle>
            <a:lvl1pPr marL="0" indent="0">
              <a:buNone/>
              <a:defRPr sz="762" b="1"/>
            </a:lvl1pPr>
            <a:lvl2pPr marL="145207" indent="0">
              <a:buNone/>
              <a:defRPr sz="635" b="1"/>
            </a:lvl2pPr>
            <a:lvl3pPr marL="290413" indent="0">
              <a:buNone/>
              <a:defRPr sz="572" b="1"/>
            </a:lvl3pPr>
            <a:lvl4pPr marL="435620" indent="0">
              <a:buNone/>
              <a:defRPr sz="508" b="1"/>
            </a:lvl4pPr>
            <a:lvl5pPr marL="580827" indent="0">
              <a:buNone/>
              <a:defRPr sz="508" b="1"/>
            </a:lvl5pPr>
            <a:lvl6pPr marL="726034" indent="0">
              <a:buNone/>
              <a:defRPr sz="508" b="1"/>
            </a:lvl6pPr>
            <a:lvl7pPr marL="871240" indent="0">
              <a:buNone/>
              <a:defRPr sz="508" b="1"/>
            </a:lvl7pPr>
            <a:lvl8pPr marL="1016447" indent="0">
              <a:buNone/>
              <a:defRPr sz="508" b="1"/>
            </a:lvl8pPr>
            <a:lvl9pPr marL="1161654" indent="0">
              <a:buNone/>
              <a:defRPr sz="50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09178" y="795593"/>
            <a:ext cx="2275069" cy="11701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F66C-4B77-4AD7-A093-0F6123A80F07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C345-FCD8-49EE-8EFE-40B88BF5E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36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F66C-4B77-4AD7-A093-0F6123A80F07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C345-FCD8-49EE-8EFE-40B88BF5E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019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F66C-4B77-4AD7-A093-0F6123A80F07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C345-FCD8-49EE-8EFE-40B88BF5E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12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610" y="145203"/>
            <a:ext cx="1725986" cy="508212"/>
          </a:xfrm>
        </p:spPr>
        <p:txBody>
          <a:bodyPr anchor="b"/>
          <a:lstStyle>
            <a:lvl1pPr>
              <a:defRPr sz="10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5069" y="313599"/>
            <a:ext cx="2709178" cy="1547827"/>
          </a:xfrm>
        </p:spPr>
        <p:txBody>
          <a:bodyPr/>
          <a:lstStyle>
            <a:lvl1pPr>
              <a:defRPr sz="1016"/>
            </a:lvl1pPr>
            <a:lvl2pPr>
              <a:defRPr sz="889"/>
            </a:lvl2pPr>
            <a:lvl3pPr>
              <a:defRPr sz="762"/>
            </a:lvl3pPr>
            <a:lvl4pPr>
              <a:defRPr sz="635"/>
            </a:lvl4pPr>
            <a:lvl5pPr>
              <a:defRPr sz="635"/>
            </a:lvl5pPr>
            <a:lvl6pPr>
              <a:defRPr sz="635"/>
            </a:lvl6pPr>
            <a:lvl7pPr>
              <a:defRPr sz="635"/>
            </a:lvl7pPr>
            <a:lvl8pPr>
              <a:defRPr sz="635"/>
            </a:lvl8pPr>
            <a:lvl9pPr>
              <a:defRPr sz="6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8610" y="653415"/>
            <a:ext cx="1725986" cy="1210532"/>
          </a:xfrm>
        </p:spPr>
        <p:txBody>
          <a:bodyPr/>
          <a:lstStyle>
            <a:lvl1pPr marL="0" indent="0">
              <a:buNone/>
              <a:defRPr sz="508"/>
            </a:lvl1pPr>
            <a:lvl2pPr marL="145207" indent="0">
              <a:buNone/>
              <a:defRPr sz="445"/>
            </a:lvl2pPr>
            <a:lvl3pPr marL="290413" indent="0">
              <a:buNone/>
              <a:defRPr sz="381"/>
            </a:lvl3pPr>
            <a:lvl4pPr marL="435620" indent="0">
              <a:buNone/>
              <a:defRPr sz="318"/>
            </a:lvl4pPr>
            <a:lvl5pPr marL="580827" indent="0">
              <a:buNone/>
              <a:defRPr sz="318"/>
            </a:lvl5pPr>
            <a:lvl6pPr marL="726034" indent="0">
              <a:buNone/>
              <a:defRPr sz="318"/>
            </a:lvl6pPr>
            <a:lvl7pPr marL="871240" indent="0">
              <a:buNone/>
              <a:defRPr sz="318"/>
            </a:lvl7pPr>
            <a:lvl8pPr marL="1016447" indent="0">
              <a:buNone/>
              <a:defRPr sz="318"/>
            </a:lvl8pPr>
            <a:lvl9pPr marL="1161654" indent="0">
              <a:buNone/>
              <a:defRPr sz="31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F66C-4B77-4AD7-A093-0F6123A80F07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C345-FCD8-49EE-8EFE-40B88BF5E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544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610" y="145203"/>
            <a:ext cx="1725986" cy="508212"/>
          </a:xfrm>
        </p:spPr>
        <p:txBody>
          <a:bodyPr anchor="b"/>
          <a:lstStyle>
            <a:lvl1pPr>
              <a:defRPr sz="10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75069" y="313599"/>
            <a:ext cx="2709178" cy="1547827"/>
          </a:xfrm>
        </p:spPr>
        <p:txBody>
          <a:bodyPr anchor="t"/>
          <a:lstStyle>
            <a:lvl1pPr marL="0" indent="0">
              <a:buNone/>
              <a:defRPr sz="1016"/>
            </a:lvl1pPr>
            <a:lvl2pPr marL="145207" indent="0">
              <a:buNone/>
              <a:defRPr sz="889"/>
            </a:lvl2pPr>
            <a:lvl3pPr marL="290413" indent="0">
              <a:buNone/>
              <a:defRPr sz="762"/>
            </a:lvl3pPr>
            <a:lvl4pPr marL="435620" indent="0">
              <a:buNone/>
              <a:defRPr sz="635"/>
            </a:lvl4pPr>
            <a:lvl5pPr marL="580827" indent="0">
              <a:buNone/>
              <a:defRPr sz="635"/>
            </a:lvl5pPr>
            <a:lvl6pPr marL="726034" indent="0">
              <a:buNone/>
              <a:defRPr sz="635"/>
            </a:lvl6pPr>
            <a:lvl7pPr marL="871240" indent="0">
              <a:buNone/>
              <a:defRPr sz="635"/>
            </a:lvl7pPr>
            <a:lvl8pPr marL="1016447" indent="0">
              <a:buNone/>
              <a:defRPr sz="635"/>
            </a:lvl8pPr>
            <a:lvl9pPr marL="1161654" indent="0">
              <a:buNone/>
              <a:defRPr sz="63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8610" y="653415"/>
            <a:ext cx="1725986" cy="1210532"/>
          </a:xfrm>
        </p:spPr>
        <p:txBody>
          <a:bodyPr/>
          <a:lstStyle>
            <a:lvl1pPr marL="0" indent="0">
              <a:buNone/>
              <a:defRPr sz="508"/>
            </a:lvl1pPr>
            <a:lvl2pPr marL="145207" indent="0">
              <a:buNone/>
              <a:defRPr sz="445"/>
            </a:lvl2pPr>
            <a:lvl3pPr marL="290413" indent="0">
              <a:buNone/>
              <a:defRPr sz="381"/>
            </a:lvl3pPr>
            <a:lvl4pPr marL="435620" indent="0">
              <a:buNone/>
              <a:defRPr sz="318"/>
            </a:lvl4pPr>
            <a:lvl5pPr marL="580827" indent="0">
              <a:buNone/>
              <a:defRPr sz="318"/>
            </a:lvl5pPr>
            <a:lvl6pPr marL="726034" indent="0">
              <a:buNone/>
              <a:defRPr sz="318"/>
            </a:lvl6pPr>
            <a:lvl7pPr marL="871240" indent="0">
              <a:buNone/>
              <a:defRPr sz="318"/>
            </a:lvl7pPr>
            <a:lvl8pPr marL="1016447" indent="0">
              <a:buNone/>
              <a:defRPr sz="318"/>
            </a:lvl8pPr>
            <a:lvl9pPr marL="1161654" indent="0">
              <a:buNone/>
              <a:defRPr sz="31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F66C-4B77-4AD7-A093-0F6123A80F07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C345-FCD8-49EE-8EFE-40B88BF5E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7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F66C-4B77-4AD7-A093-0F6123A80F07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C345-FCD8-49EE-8EFE-40B88BF5E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659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29641" y="115961"/>
            <a:ext cx="1153909" cy="184579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7913" y="115961"/>
            <a:ext cx="3394834" cy="184579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F66C-4B77-4AD7-A093-0F6123A80F07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C345-FCD8-49EE-8EFE-40B88BF5E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3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7913" y="115961"/>
            <a:ext cx="4615637" cy="420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7913" y="579805"/>
            <a:ext cx="4615637" cy="1381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7913" y="2018730"/>
            <a:ext cx="1204079" cy="1159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1F66C-4B77-4AD7-A093-0F6123A80F07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72672" y="2018730"/>
            <a:ext cx="1806119" cy="1159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79471" y="2018730"/>
            <a:ext cx="1204079" cy="1159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FC345-FCD8-49EE-8EFE-40B88BF5E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281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90413" rtl="0" eaLnBrk="1" latinLnBrk="0" hangingPunct="1">
        <a:lnSpc>
          <a:spcPct val="90000"/>
        </a:lnSpc>
        <a:spcBef>
          <a:spcPct val="0"/>
        </a:spcBef>
        <a:buNone/>
        <a:defRPr sz="1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603" indent="-72603" algn="l" defTabSz="290413" rtl="0" eaLnBrk="1" latinLnBrk="0" hangingPunct="1">
        <a:lnSpc>
          <a:spcPct val="90000"/>
        </a:lnSpc>
        <a:spcBef>
          <a:spcPts val="318"/>
        </a:spcBef>
        <a:buFont typeface="Arial" panose="020B0604020202020204" pitchFamily="34" charset="0"/>
        <a:buChar char="•"/>
        <a:defRPr sz="889" kern="1200">
          <a:solidFill>
            <a:schemeClr val="tx1"/>
          </a:solidFill>
          <a:latin typeface="+mn-lt"/>
          <a:ea typeface="+mn-ea"/>
          <a:cs typeface="+mn-cs"/>
        </a:defRPr>
      </a:lvl1pPr>
      <a:lvl2pPr marL="217810" indent="-72603" algn="l" defTabSz="290413" rtl="0" eaLnBrk="1" latinLnBrk="0" hangingPunct="1">
        <a:lnSpc>
          <a:spcPct val="90000"/>
        </a:lnSpc>
        <a:spcBef>
          <a:spcPts val="159"/>
        </a:spcBef>
        <a:buFont typeface="Arial" panose="020B0604020202020204" pitchFamily="34" charset="0"/>
        <a:buChar char="•"/>
        <a:defRPr sz="762" kern="1200">
          <a:solidFill>
            <a:schemeClr val="tx1"/>
          </a:solidFill>
          <a:latin typeface="+mn-lt"/>
          <a:ea typeface="+mn-ea"/>
          <a:cs typeface="+mn-cs"/>
        </a:defRPr>
      </a:lvl2pPr>
      <a:lvl3pPr marL="363017" indent="-72603" algn="l" defTabSz="290413" rtl="0" eaLnBrk="1" latinLnBrk="0" hangingPunct="1">
        <a:lnSpc>
          <a:spcPct val="90000"/>
        </a:lnSpc>
        <a:spcBef>
          <a:spcPts val="159"/>
        </a:spcBef>
        <a:buFont typeface="Arial" panose="020B0604020202020204" pitchFamily="34" charset="0"/>
        <a:buChar char="•"/>
        <a:defRPr sz="635" kern="1200">
          <a:solidFill>
            <a:schemeClr val="tx1"/>
          </a:solidFill>
          <a:latin typeface="+mn-lt"/>
          <a:ea typeface="+mn-ea"/>
          <a:cs typeface="+mn-cs"/>
        </a:defRPr>
      </a:lvl3pPr>
      <a:lvl4pPr marL="508224" indent="-72603" algn="l" defTabSz="290413" rtl="0" eaLnBrk="1" latinLnBrk="0" hangingPunct="1">
        <a:lnSpc>
          <a:spcPct val="90000"/>
        </a:lnSpc>
        <a:spcBef>
          <a:spcPts val="159"/>
        </a:spcBef>
        <a:buFont typeface="Arial" panose="020B0604020202020204" pitchFamily="34" charset="0"/>
        <a:buChar char="•"/>
        <a:defRPr sz="572" kern="1200">
          <a:solidFill>
            <a:schemeClr val="tx1"/>
          </a:solidFill>
          <a:latin typeface="+mn-lt"/>
          <a:ea typeface="+mn-ea"/>
          <a:cs typeface="+mn-cs"/>
        </a:defRPr>
      </a:lvl4pPr>
      <a:lvl5pPr marL="653430" indent="-72603" algn="l" defTabSz="290413" rtl="0" eaLnBrk="1" latinLnBrk="0" hangingPunct="1">
        <a:lnSpc>
          <a:spcPct val="90000"/>
        </a:lnSpc>
        <a:spcBef>
          <a:spcPts val="159"/>
        </a:spcBef>
        <a:buFont typeface="Arial" panose="020B0604020202020204" pitchFamily="34" charset="0"/>
        <a:buChar char="•"/>
        <a:defRPr sz="572" kern="1200">
          <a:solidFill>
            <a:schemeClr val="tx1"/>
          </a:solidFill>
          <a:latin typeface="+mn-lt"/>
          <a:ea typeface="+mn-ea"/>
          <a:cs typeface="+mn-cs"/>
        </a:defRPr>
      </a:lvl5pPr>
      <a:lvl6pPr marL="798637" indent="-72603" algn="l" defTabSz="290413" rtl="0" eaLnBrk="1" latinLnBrk="0" hangingPunct="1">
        <a:lnSpc>
          <a:spcPct val="90000"/>
        </a:lnSpc>
        <a:spcBef>
          <a:spcPts val="159"/>
        </a:spcBef>
        <a:buFont typeface="Arial" panose="020B0604020202020204" pitchFamily="34" charset="0"/>
        <a:buChar char="•"/>
        <a:defRPr sz="572" kern="1200">
          <a:solidFill>
            <a:schemeClr val="tx1"/>
          </a:solidFill>
          <a:latin typeface="+mn-lt"/>
          <a:ea typeface="+mn-ea"/>
          <a:cs typeface="+mn-cs"/>
        </a:defRPr>
      </a:lvl6pPr>
      <a:lvl7pPr marL="943844" indent="-72603" algn="l" defTabSz="290413" rtl="0" eaLnBrk="1" latinLnBrk="0" hangingPunct="1">
        <a:lnSpc>
          <a:spcPct val="90000"/>
        </a:lnSpc>
        <a:spcBef>
          <a:spcPts val="159"/>
        </a:spcBef>
        <a:buFont typeface="Arial" panose="020B0604020202020204" pitchFamily="34" charset="0"/>
        <a:buChar char="•"/>
        <a:defRPr sz="572" kern="1200">
          <a:solidFill>
            <a:schemeClr val="tx1"/>
          </a:solidFill>
          <a:latin typeface="+mn-lt"/>
          <a:ea typeface="+mn-ea"/>
          <a:cs typeface="+mn-cs"/>
        </a:defRPr>
      </a:lvl7pPr>
      <a:lvl8pPr marL="1089050" indent="-72603" algn="l" defTabSz="290413" rtl="0" eaLnBrk="1" latinLnBrk="0" hangingPunct="1">
        <a:lnSpc>
          <a:spcPct val="90000"/>
        </a:lnSpc>
        <a:spcBef>
          <a:spcPts val="159"/>
        </a:spcBef>
        <a:buFont typeface="Arial" panose="020B0604020202020204" pitchFamily="34" charset="0"/>
        <a:buChar char="•"/>
        <a:defRPr sz="572" kern="1200">
          <a:solidFill>
            <a:schemeClr val="tx1"/>
          </a:solidFill>
          <a:latin typeface="+mn-lt"/>
          <a:ea typeface="+mn-ea"/>
          <a:cs typeface="+mn-cs"/>
        </a:defRPr>
      </a:lvl8pPr>
      <a:lvl9pPr marL="1234257" indent="-72603" algn="l" defTabSz="290413" rtl="0" eaLnBrk="1" latinLnBrk="0" hangingPunct="1">
        <a:lnSpc>
          <a:spcPct val="90000"/>
        </a:lnSpc>
        <a:spcBef>
          <a:spcPts val="159"/>
        </a:spcBef>
        <a:buFont typeface="Arial" panose="020B0604020202020204" pitchFamily="34" charset="0"/>
        <a:buChar char="•"/>
        <a:defRPr sz="5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0413" rtl="0" eaLnBrk="1" latinLnBrk="0" hangingPunct="1">
        <a:defRPr sz="572" kern="1200">
          <a:solidFill>
            <a:schemeClr val="tx1"/>
          </a:solidFill>
          <a:latin typeface="+mn-lt"/>
          <a:ea typeface="+mn-ea"/>
          <a:cs typeface="+mn-cs"/>
        </a:defRPr>
      </a:lvl1pPr>
      <a:lvl2pPr marL="145207" algn="l" defTabSz="290413" rtl="0" eaLnBrk="1" latinLnBrk="0" hangingPunct="1">
        <a:defRPr sz="572" kern="1200">
          <a:solidFill>
            <a:schemeClr val="tx1"/>
          </a:solidFill>
          <a:latin typeface="+mn-lt"/>
          <a:ea typeface="+mn-ea"/>
          <a:cs typeface="+mn-cs"/>
        </a:defRPr>
      </a:lvl2pPr>
      <a:lvl3pPr marL="290413" algn="l" defTabSz="290413" rtl="0" eaLnBrk="1" latinLnBrk="0" hangingPunct="1">
        <a:defRPr sz="572" kern="1200">
          <a:solidFill>
            <a:schemeClr val="tx1"/>
          </a:solidFill>
          <a:latin typeface="+mn-lt"/>
          <a:ea typeface="+mn-ea"/>
          <a:cs typeface="+mn-cs"/>
        </a:defRPr>
      </a:lvl3pPr>
      <a:lvl4pPr marL="435620" algn="l" defTabSz="290413" rtl="0" eaLnBrk="1" latinLnBrk="0" hangingPunct="1">
        <a:defRPr sz="572" kern="1200">
          <a:solidFill>
            <a:schemeClr val="tx1"/>
          </a:solidFill>
          <a:latin typeface="+mn-lt"/>
          <a:ea typeface="+mn-ea"/>
          <a:cs typeface="+mn-cs"/>
        </a:defRPr>
      </a:lvl4pPr>
      <a:lvl5pPr marL="580827" algn="l" defTabSz="290413" rtl="0" eaLnBrk="1" latinLnBrk="0" hangingPunct="1">
        <a:defRPr sz="572" kern="1200">
          <a:solidFill>
            <a:schemeClr val="tx1"/>
          </a:solidFill>
          <a:latin typeface="+mn-lt"/>
          <a:ea typeface="+mn-ea"/>
          <a:cs typeface="+mn-cs"/>
        </a:defRPr>
      </a:lvl5pPr>
      <a:lvl6pPr marL="726034" algn="l" defTabSz="290413" rtl="0" eaLnBrk="1" latinLnBrk="0" hangingPunct="1">
        <a:defRPr sz="572" kern="1200">
          <a:solidFill>
            <a:schemeClr val="tx1"/>
          </a:solidFill>
          <a:latin typeface="+mn-lt"/>
          <a:ea typeface="+mn-ea"/>
          <a:cs typeface="+mn-cs"/>
        </a:defRPr>
      </a:lvl6pPr>
      <a:lvl7pPr marL="871240" algn="l" defTabSz="290413" rtl="0" eaLnBrk="1" latinLnBrk="0" hangingPunct="1">
        <a:defRPr sz="572" kern="1200">
          <a:solidFill>
            <a:schemeClr val="tx1"/>
          </a:solidFill>
          <a:latin typeface="+mn-lt"/>
          <a:ea typeface="+mn-ea"/>
          <a:cs typeface="+mn-cs"/>
        </a:defRPr>
      </a:lvl7pPr>
      <a:lvl8pPr marL="1016447" algn="l" defTabSz="290413" rtl="0" eaLnBrk="1" latinLnBrk="0" hangingPunct="1">
        <a:defRPr sz="572" kern="1200">
          <a:solidFill>
            <a:schemeClr val="tx1"/>
          </a:solidFill>
          <a:latin typeface="+mn-lt"/>
          <a:ea typeface="+mn-ea"/>
          <a:cs typeface="+mn-cs"/>
        </a:defRPr>
      </a:lvl8pPr>
      <a:lvl9pPr marL="1161654" algn="l" defTabSz="290413" rtl="0" eaLnBrk="1" latinLnBrk="0" hangingPunct="1">
        <a:defRPr sz="5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E1CA7CED-3D03-48B9-9E01-F84EDC860420}"/>
              </a:ext>
            </a:extLst>
          </p:cNvPr>
          <p:cNvGrpSpPr/>
          <p:nvPr/>
        </p:nvGrpSpPr>
        <p:grpSpPr>
          <a:xfrm>
            <a:off x="174810" y="110591"/>
            <a:ext cx="5001841" cy="1854168"/>
            <a:chOff x="3318547" y="2245354"/>
            <a:chExt cx="5001841" cy="1854168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AA25ACE2-121E-4873-83F1-DB1F7B5A58E1}"/>
                </a:ext>
              </a:extLst>
            </p:cNvPr>
            <p:cNvSpPr/>
            <p:nvPr/>
          </p:nvSpPr>
          <p:spPr>
            <a:xfrm>
              <a:off x="3318547" y="2246681"/>
              <a:ext cx="4825946" cy="1852841"/>
            </a:xfrm>
            <a:prstGeom prst="roundRect">
              <a:avLst/>
            </a:prstGeom>
            <a:solidFill>
              <a:srgbClr val="D3C0DE"/>
            </a:solidFill>
            <a:ln>
              <a:solidFill>
                <a:srgbClr val="7C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2"/>
            </a:p>
          </p:txBody>
        </p:sp>
        <p:sp>
          <p:nvSpPr>
            <p:cNvPr id="41" name="流程图: 接点 40">
              <a:extLst>
                <a:ext uri="{FF2B5EF4-FFF2-40B4-BE49-F238E27FC236}">
                  <a16:creationId xmlns:a16="http://schemas.microsoft.com/office/drawing/2014/main" id="{8A4D7E02-C6B3-425C-8781-75EFD2CEF966}"/>
                </a:ext>
              </a:extLst>
            </p:cNvPr>
            <p:cNvSpPr/>
            <p:nvPr/>
          </p:nvSpPr>
          <p:spPr>
            <a:xfrm>
              <a:off x="7039996" y="3338441"/>
              <a:ext cx="262203" cy="261074"/>
            </a:xfrm>
            <a:prstGeom prst="flowChartConnector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2"/>
            </a:p>
          </p:txBody>
        </p:sp>
        <p:sp>
          <p:nvSpPr>
            <p:cNvPr id="42" name="流程图: 接点 41">
              <a:extLst>
                <a:ext uri="{FF2B5EF4-FFF2-40B4-BE49-F238E27FC236}">
                  <a16:creationId xmlns:a16="http://schemas.microsoft.com/office/drawing/2014/main" id="{E174F3FC-6A4A-48F3-8C77-E11BCB9D4500}"/>
                </a:ext>
              </a:extLst>
            </p:cNvPr>
            <p:cNvSpPr/>
            <p:nvPr/>
          </p:nvSpPr>
          <p:spPr>
            <a:xfrm>
              <a:off x="6617165" y="2705144"/>
              <a:ext cx="262203" cy="261074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2"/>
            </a:p>
          </p:txBody>
        </p:sp>
        <p:sp>
          <p:nvSpPr>
            <p:cNvPr id="43" name="流程图: 接点 42">
              <a:extLst>
                <a:ext uri="{FF2B5EF4-FFF2-40B4-BE49-F238E27FC236}">
                  <a16:creationId xmlns:a16="http://schemas.microsoft.com/office/drawing/2014/main" id="{78CA9F89-8ECA-41AC-8801-6AEF199B6FDD}"/>
                </a:ext>
              </a:extLst>
            </p:cNvPr>
            <p:cNvSpPr/>
            <p:nvPr/>
          </p:nvSpPr>
          <p:spPr>
            <a:xfrm>
              <a:off x="7243144" y="2718107"/>
              <a:ext cx="262203" cy="261074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2"/>
            </a:p>
          </p:txBody>
        </p:sp>
        <p:sp>
          <p:nvSpPr>
            <p:cNvPr id="44" name="流程图: 接点 43">
              <a:extLst>
                <a:ext uri="{FF2B5EF4-FFF2-40B4-BE49-F238E27FC236}">
                  <a16:creationId xmlns:a16="http://schemas.microsoft.com/office/drawing/2014/main" id="{4039FD71-5BD7-4134-866B-E61796834A32}"/>
                </a:ext>
              </a:extLst>
            </p:cNvPr>
            <p:cNvSpPr/>
            <p:nvPr/>
          </p:nvSpPr>
          <p:spPr>
            <a:xfrm>
              <a:off x="7661251" y="3077367"/>
              <a:ext cx="262203" cy="261074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2"/>
            </a:p>
          </p:txBody>
        </p:sp>
        <p:sp>
          <p:nvSpPr>
            <p:cNvPr id="45" name="流程图: 接点 44">
              <a:extLst>
                <a:ext uri="{FF2B5EF4-FFF2-40B4-BE49-F238E27FC236}">
                  <a16:creationId xmlns:a16="http://schemas.microsoft.com/office/drawing/2014/main" id="{DFE86EFE-28D2-4738-8604-AB56F21DD3C4}"/>
                </a:ext>
              </a:extLst>
            </p:cNvPr>
            <p:cNvSpPr/>
            <p:nvPr/>
          </p:nvSpPr>
          <p:spPr>
            <a:xfrm>
              <a:off x="7438495" y="3711864"/>
              <a:ext cx="262203" cy="261074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2"/>
            </a:p>
          </p:txBody>
        </p:sp>
        <p:sp>
          <p:nvSpPr>
            <p:cNvPr id="46" name="流程图: 接点 45">
              <a:extLst>
                <a:ext uri="{FF2B5EF4-FFF2-40B4-BE49-F238E27FC236}">
                  <a16:creationId xmlns:a16="http://schemas.microsoft.com/office/drawing/2014/main" id="{B3B1D226-1D3E-4F9D-83B1-3BDA824817DD}"/>
                </a:ext>
              </a:extLst>
            </p:cNvPr>
            <p:cNvSpPr/>
            <p:nvPr/>
          </p:nvSpPr>
          <p:spPr>
            <a:xfrm>
              <a:off x="6459368" y="3499873"/>
              <a:ext cx="262203" cy="261074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2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EFD85693-4C6B-487E-A193-5B81C667A959}"/>
                    </a:ext>
                  </a:extLst>
                </p:cNvPr>
                <p:cNvSpPr txBox="1"/>
                <p:nvPr/>
              </p:nvSpPr>
              <p:spPr>
                <a:xfrm>
                  <a:off x="6783995" y="3207904"/>
                  <a:ext cx="352140" cy="2914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68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EFD85693-4C6B-487E-A193-5B81C667A9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3995" y="3207904"/>
                  <a:ext cx="352140" cy="29142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BB74DD99-32BA-45AA-ABC7-3CEF8C9EA832}"/>
                    </a:ext>
                  </a:extLst>
                </p:cNvPr>
                <p:cNvSpPr txBox="1"/>
                <p:nvPr/>
              </p:nvSpPr>
              <p:spPr>
                <a:xfrm>
                  <a:off x="6361963" y="2663790"/>
                  <a:ext cx="352140" cy="3034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zh-CN" altLang="en-US" sz="1268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BB74DD99-32BA-45AA-ABC7-3CEF8C9EA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1963" y="2663790"/>
                  <a:ext cx="352140" cy="303481"/>
                </a:xfrm>
                <a:prstGeom prst="rect">
                  <a:avLst/>
                </a:prstGeom>
                <a:blipFill>
                  <a:blip r:embed="rId3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DD95983B-B9B0-4245-8A26-8B92B9514436}"/>
                    </a:ext>
                  </a:extLst>
                </p:cNvPr>
                <p:cNvSpPr txBox="1"/>
                <p:nvPr/>
              </p:nvSpPr>
              <p:spPr>
                <a:xfrm>
                  <a:off x="7111236" y="2483734"/>
                  <a:ext cx="352140" cy="3034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zh-CN" altLang="en-US" sz="1268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DD95983B-B9B0-4245-8A26-8B92B95144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1236" y="2483734"/>
                  <a:ext cx="352140" cy="303481"/>
                </a:xfrm>
                <a:prstGeom prst="rect">
                  <a:avLst/>
                </a:prstGeom>
                <a:blipFill>
                  <a:blip r:embed="rId4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59AF76C4-6068-4FEC-B7F9-AE47EB158C03}"/>
                    </a:ext>
                  </a:extLst>
                </p:cNvPr>
                <p:cNvSpPr txBox="1"/>
                <p:nvPr/>
              </p:nvSpPr>
              <p:spPr>
                <a:xfrm>
                  <a:off x="7792353" y="2902699"/>
                  <a:ext cx="352140" cy="3034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zh-CN" altLang="en-US" sz="1268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59AF76C4-6068-4FEC-B7F9-AE47EB158C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2353" y="2902699"/>
                  <a:ext cx="352140" cy="303481"/>
                </a:xfrm>
                <a:prstGeom prst="rect">
                  <a:avLst/>
                </a:prstGeom>
                <a:blipFill>
                  <a:blip r:embed="rId5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045F6FF7-74F4-4951-B071-950AF2D5C1D9}"/>
                    </a:ext>
                  </a:extLst>
                </p:cNvPr>
                <p:cNvSpPr txBox="1"/>
                <p:nvPr/>
              </p:nvSpPr>
              <p:spPr>
                <a:xfrm>
                  <a:off x="7571314" y="3704978"/>
                  <a:ext cx="352140" cy="3034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zh-CN" altLang="en-US" sz="1268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045F6FF7-74F4-4951-B071-950AF2D5C1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1314" y="3704978"/>
                  <a:ext cx="352140" cy="303481"/>
                </a:xfrm>
                <a:prstGeom prst="rect">
                  <a:avLst/>
                </a:prstGeom>
                <a:blipFill>
                  <a:blip r:embed="rId3"/>
                  <a:stretch>
                    <a:fillRect b="-40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189C9DB-C829-47F4-8624-CB1F2217A421}"/>
                    </a:ext>
                  </a:extLst>
                </p:cNvPr>
                <p:cNvSpPr txBox="1"/>
                <p:nvPr/>
              </p:nvSpPr>
              <p:spPr>
                <a:xfrm>
                  <a:off x="6220876" y="3559310"/>
                  <a:ext cx="352140" cy="3034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zh-CN" altLang="en-US" sz="1268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189C9DB-C829-47F4-8624-CB1F2217A4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0876" y="3559310"/>
                  <a:ext cx="352140" cy="303481"/>
                </a:xfrm>
                <a:prstGeom prst="rect">
                  <a:avLst/>
                </a:prstGeom>
                <a:blipFill>
                  <a:blip r:embed="rId3"/>
                  <a:stretch>
                    <a:fillRect b="-40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1F079D81-A6FE-4453-890C-F4B387A24253}"/>
                </a:ext>
              </a:extLst>
            </p:cNvPr>
            <p:cNvCxnSpPr>
              <a:endCxn id="47" idx="3"/>
            </p:cNvCxnSpPr>
            <p:nvPr/>
          </p:nvCxnSpPr>
          <p:spPr>
            <a:xfrm>
              <a:off x="6783995" y="2932596"/>
              <a:ext cx="352140" cy="421020"/>
            </a:xfrm>
            <a:prstGeom prst="line">
              <a:avLst/>
            </a:prstGeom>
            <a:ln w="12700" cap="flat" cmpd="sng" algn="ctr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224715C4-0E88-4908-84D0-E62617C95E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7894" y="3553092"/>
              <a:ext cx="312103" cy="101928"/>
            </a:xfrm>
            <a:prstGeom prst="line">
              <a:avLst/>
            </a:prstGeom>
            <a:ln w="12700" cap="flat" cmpd="sng" algn="ctr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99EFAE59-B9C3-41A0-AEE8-F55A091D38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7306" y="3553092"/>
              <a:ext cx="176071" cy="183471"/>
            </a:xfrm>
            <a:prstGeom prst="line">
              <a:avLst/>
            </a:prstGeom>
            <a:ln w="12700" cap="flat" cmpd="sng" algn="ctr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4934065-C1F4-4563-A023-B2E768B605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94755" y="3301294"/>
              <a:ext cx="366497" cy="114359"/>
            </a:xfrm>
            <a:prstGeom prst="line">
              <a:avLst/>
            </a:prstGeom>
            <a:ln w="12700" cap="flat" cmpd="sng" algn="ctr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5E53C939-9F4A-4F16-8AD5-4D277FBD5C04}"/>
                </a:ext>
              </a:extLst>
            </p:cNvPr>
            <p:cNvCxnSpPr>
              <a:cxnSpLocks/>
              <a:stCxn id="43" idx="4"/>
            </p:cNvCxnSpPr>
            <p:nvPr/>
          </p:nvCxnSpPr>
          <p:spPr>
            <a:xfrm flipH="1">
              <a:off x="7254127" y="2979181"/>
              <a:ext cx="120118" cy="353390"/>
            </a:xfrm>
            <a:prstGeom prst="line">
              <a:avLst/>
            </a:prstGeom>
            <a:ln w="12700" cap="flat" cmpd="sng" algn="ctr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847A8E9A-2010-47BC-9798-763BB72D30A6}"/>
                    </a:ext>
                  </a:extLst>
                </p:cNvPr>
                <p:cNvSpPr txBox="1"/>
                <p:nvPr/>
              </p:nvSpPr>
              <p:spPr>
                <a:xfrm>
                  <a:off x="6804339" y="2884788"/>
                  <a:ext cx="352140" cy="2914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68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𝑑</m:t>
                        </m:r>
                      </m:oMath>
                    </m:oMathPara>
                  </a14:m>
                  <a:endParaRPr lang="zh-CN" altLang="en-US" sz="1268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847A8E9A-2010-47BC-9798-763BB72D30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4339" y="2884788"/>
                  <a:ext cx="352140" cy="29142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ACE88F00-FF46-45FB-88F4-EC078E27A786}"/>
                    </a:ext>
                  </a:extLst>
                </p:cNvPr>
                <p:cNvSpPr txBox="1"/>
                <p:nvPr/>
              </p:nvSpPr>
              <p:spPr>
                <a:xfrm>
                  <a:off x="3718090" y="2933897"/>
                  <a:ext cx="1877107" cy="6748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𝐼𝐸𝐷</m:t>
                            </m:r>
                          </m:sub>
                        </m:sSub>
                        <m:r>
                          <a:rPr lang="en-US" altLang="zh-CN" sz="1268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𝑘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𝑗</m:t>
                            </m:r>
                            <m: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26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126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6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||</m:t>
                                </m:r>
                                <m:sSub>
                                  <m:sSubPr>
                                    <m:ctrlPr>
                                      <a:rPr lang="en-US" altLang="zh-CN" sz="1268" i="1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68" i="1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1268" i="1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126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68" i="1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68" i="1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1268" i="1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zh-CN" sz="126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||</m:t>
                                </m:r>
                              </m:e>
                              <m:sub>
                                <m:r>
                                  <a:rPr lang="en-US" altLang="zh-CN" sz="126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CN" altLang="en-US" sz="1268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ACE88F00-FF46-45FB-88F4-EC078E27A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8090" y="2933897"/>
                  <a:ext cx="1877107" cy="67485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9439035F-3C84-42EF-ACAF-94A0EC129687}"/>
                </a:ext>
              </a:extLst>
            </p:cNvPr>
            <p:cNvSpPr txBox="1"/>
            <p:nvPr/>
          </p:nvSpPr>
          <p:spPr>
            <a:xfrm>
              <a:off x="6690306" y="2286858"/>
              <a:ext cx="1630082" cy="2914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68" dirty="0">
                  <a:latin typeface="宋体" panose="02010600030101010101" pitchFamily="2" charset="-122"/>
                  <a:ea typeface="宋体" panose="02010600030101010101" pitchFamily="2" charset="-122"/>
                </a:rPr>
                <a:t>IED</a:t>
              </a:r>
              <a:r>
                <a:rPr lang="zh-CN" altLang="en-US" sz="1268" dirty="0">
                  <a:latin typeface="宋体" panose="02010600030101010101" pitchFamily="2" charset="-122"/>
                  <a:ea typeface="宋体" panose="02010600030101010101" pitchFamily="2" charset="-122"/>
                </a:rPr>
                <a:t>计算（</a:t>
              </a:r>
              <a:r>
                <a:rPr lang="en-US" altLang="zh-CN" sz="1268" dirty="0">
                  <a:latin typeface="宋体" panose="02010600030101010101" pitchFamily="2" charset="-122"/>
                  <a:ea typeface="宋体" panose="02010600030101010101" pitchFamily="2" charset="-122"/>
                </a:rPr>
                <a:t>k=5</a:t>
              </a:r>
              <a:r>
                <a:rPr lang="zh-CN" altLang="en-US" sz="1268" dirty="0">
                  <a:latin typeface="宋体" panose="02010600030101010101" pitchFamily="2" charset="-122"/>
                  <a:ea typeface="宋体" panose="02010600030101010101" pitchFamily="2" charset="-122"/>
                </a:rPr>
                <a:t>）</a:t>
              </a:r>
            </a:p>
          </p:txBody>
        </p: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23CE6F24-1390-444E-A8A8-692D22FC3933}"/>
                </a:ext>
              </a:extLst>
            </p:cNvPr>
            <p:cNvCxnSpPr>
              <a:stCxn id="47" idx="1"/>
            </p:cNvCxnSpPr>
            <p:nvPr/>
          </p:nvCxnSpPr>
          <p:spPr>
            <a:xfrm flipH="1">
              <a:off x="5595198" y="3353617"/>
              <a:ext cx="1188797" cy="485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EAD780DB-4641-4B34-99AF-7703630243C5}"/>
                    </a:ext>
                  </a:extLst>
                </p:cNvPr>
                <p:cNvSpPr txBox="1"/>
                <p:nvPr/>
              </p:nvSpPr>
              <p:spPr>
                <a:xfrm>
                  <a:off x="5700225" y="3045566"/>
                  <a:ext cx="973012" cy="2914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68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平均距离</a:t>
                  </a:r>
                  <a14:m>
                    <m:oMath xmlns:m="http://schemas.openxmlformats.org/officeDocument/2006/math">
                      <m:r>
                        <a:rPr lang="en-US" altLang="zh-CN" sz="1268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𝐷</m:t>
                      </m:r>
                    </m:oMath>
                  </a14:m>
                  <a:endParaRPr lang="zh-CN" altLang="en-US" sz="1268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EAD780DB-4641-4B34-99AF-7703630243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225" y="3045566"/>
                  <a:ext cx="973012" cy="291424"/>
                </a:xfrm>
                <a:prstGeom prst="rect">
                  <a:avLst/>
                </a:prstGeom>
                <a:blipFill>
                  <a:blip r:embed="rId8"/>
                  <a:stretch>
                    <a:fillRect l="-625" b="-145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C21B0175-A3F6-4B30-BB66-C722377067AD}"/>
                </a:ext>
              </a:extLst>
            </p:cNvPr>
            <p:cNvSpPr txBox="1"/>
            <p:nvPr/>
          </p:nvSpPr>
          <p:spPr>
            <a:xfrm>
              <a:off x="4865569" y="2245354"/>
              <a:ext cx="1630082" cy="2914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68" dirty="0">
                  <a:latin typeface="宋体" panose="02010600030101010101" pitchFamily="2" charset="-122"/>
                  <a:ea typeface="宋体" panose="02010600030101010101" pitchFamily="2" charset="-122"/>
                </a:rPr>
                <a:t>多样性评估模块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9744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24</Words>
  <Application>Microsoft Office PowerPoint</Application>
  <PresentationFormat>自定义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宋体</vt:lpstr>
      <vt:lpstr>Arial</vt:lpstr>
      <vt:lpstr>Calibri</vt:lpstr>
      <vt:lpstr>Calibri Light</vt:lpstr>
      <vt:lpstr>Cambria Math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羲 王</dc:creator>
  <cp:lastModifiedBy>羲 王</cp:lastModifiedBy>
  <cp:revision>1</cp:revision>
  <dcterms:created xsi:type="dcterms:W3CDTF">2026-03-09T07:51:04Z</dcterms:created>
  <dcterms:modified xsi:type="dcterms:W3CDTF">2026-03-09T07:53:05Z</dcterms:modified>
</cp:coreProperties>
</file>