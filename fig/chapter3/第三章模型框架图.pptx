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3"/>
  </p:notesMasterIdLst>
  <p:sldIdLst>
    <p:sldId id="256" r:id="rId2"/>
  </p:sldIdLst>
  <p:sldSz cx="11520488" cy="71993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C4F97"/>
    <a:srgbClr val="D3C0DE"/>
    <a:srgbClr val="A43535"/>
    <a:srgbClr val="723699"/>
    <a:srgbClr val="8FB271"/>
    <a:srgbClr val="6B8B51"/>
    <a:srgbClr val="C9DEB3"/>
    <a:srgbClr val="EE8A31"/>
    <a:srgbClr val="006BB9"/>
    <a:srgbClr val="E1EDD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7" d="100"/>
          <a:sy n="117" d="100"/>
        </p:scale>
        <p:origin x="16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drawings/_rels/vmlDrawing1.vml.rels><?xml version="1.0" encoding="UTF-8" standalone="yes"?>
<Relationships xmlns="http://schemas.openxmlformats.org/package/2006/relationships"><Relationship Id="rId8" Type="http://schemas.openxmlformats.org/officeDocument/2006/relationships/image" Target="../media/image8.wmf"/><Relationship Id="rId13" Type="http://schemas.openxmlformats.org/officeDocument/2006/relationships/image" Target="../media/image13.wmf"/><Relationship Id="rId3" Type="http://schemas.openxmlformats.org/officeDocument/2006/relationships/image" Target="../media/image3.wmf"/><Relationship Id="rId7" Type="http://schemas.openxmlformats.org/officeDocument/2006/relationships/image" Target="../media/image7.wmf"/><Relationship Id="rId12" Type="http://schemas.openxmlformats.org/officeDocument/2006/relationships/image" Target="../media/image12.wmf"/><Relationship Id="rId2" Type="http://schemas.openxmlformats.org/officeDocument/2006/relationships/image" Target="../media/image2.wmf"/><Relationship Id="rId1" Type="http://schemas.openxmlformats.org/officeDocument/2006/relationships/image" Target="../media/image1.wmf"/><Relationship Id="rId6" Type="http://schemas.openxmlformats.org/officeDocument/2006/relationships/image" Target="../media/image6.wmf"/><Relationship Id="rId11" Type="http://schemas.openxmlformats.org/officeDocument/2006/relationships/image" Target="../media/image11.wmf"/><Relationship Id="rId5" Type="http://schemas.openxmlformats.org/officeDocument/2006/relationships/image" Target="../media/image5.wmf"/><Relationship Id="rId10" Type="http://schemas.openxmlformats.org/officeDocument/2006/relationships/image" Target="../media/image10.wmf"/><Relationship Id="rId4" Type="http://schemas.openxmlformats.org/officeDocument/2006/relationships/image" Target="../media/image4.wmf"/><Relationship Id="rId9" Type="http://schemas.openxmlformats.org/officeDocument/2006/relationships/image" Target="../media/image9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FEAB45-F168-40EB-9306-30C85D89BE0A}" type="datetimeFigureOut">
              <a:rPr lang="zh-CN" altLang="en-US" smtClean="0"/>
              <a:t>2026/3/4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960438" y="1143000"/>
            <a:ext cx="49371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694DC1-3B4E-4954-8E0E-2E57984AA75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710881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32322" rtl="0" eaLnBrk="1" latinLnBrk="0" hangingPunct="1">
      <a:defRPr sz="1224" kern="1200">
        <a:solidFill>
          <a:schemeClr val="tx1"/>
        </a:solidFill>
        <a:latin typeface="+mn-lt"/>
        <a:ea typeface="+mn-ea"/>
        <a:cs typeface="+mn-cs"/>
      </a:defRPr>
    </a:lvl1pPr>
    <a:lvl2pPr marL="466161" algn="l" defTabSz="932322" rtl="0" eaLnBrk="1" latinLnBrk="0" hangingPunct="1">
      <a:defRPr sz="1224" kern="1200">
        <a:solidFill>
          <a:schemeClr val="tx1"/>
        </a:solidFill>
        <a:latin typeface="+mn-lt"/>
        <a:ea typeface="+mn-ea"/>
        <a:cs typeface="+mn-cs"/>
      </a:defRPr>
    </a:lvl2pPr>
    <a:lvl3pPr marL="932322" algn="l" defTabSz="932322" rtl="0" eaLnBrk="1" latinLnBrk="0" hangingPunct="1">
      <a:defRPr sz="1224" kern="1200">
        <a:solidFill>
          <a:schemeClr val="tx1"/>
        </a:solidFill>
        <a:latin typeface="+mn-lt"/>
        <a:ea typeface="+mn-ea"/>
        <a:cs typeface="+mn-cs"/>
      </a:defRPr>
    </a:lvl3pPr>
    <a:lvl4pPr marL="1398483" algn="l" defTabSz="932322" rtl="0" eaLnBrk="1" latinLnBrk="0" hangingPunct="1">
      <a:defRPr sz="1224" kern="1200">
        <a:solidFill>
          <a:schemeClr val="tx1"/>
        </a:solidFill>
        <a:latin typeface="+mn-lt"/>
        <a:ea typeface="+mn-ea"/>
        <a:cs typeface="+mn-cs"/>
      </a:defRPr>
    </a:lvl4pPr>
    <a:lvl5pPr marL="1864644" algn="l" defTabSz="932322" rtl="0" eaLnBrk="1" latinLnBrk="0" hangingPunct="1">
      <a:defRPr sz="1224" kern="1200">
        <a:solidFill>
          <a:schemeClr val="tx1"/>
        </a:solidFill>
        <a:latin typeface="+mn-lt"/>
        <a:ea typeface="+mn-ea"/>
        <a:cs typeface="+mn-cs"/>
      </a:defRPr>
    </a:lvl5pPr>
    <a:lvl6pPr marL="2330806" algn="l" defTabSz="932322" rtl="0" eaLnBrk="1" latinLnBrk="0" hangingPunct="1">
      <a:defRPr sz="1224" kern="1200">
        <a:solidFill>
          <a:schemeClr val="tx1"/>
        </a:solidFill>
        <a:latin typeface="+mn-lt"/>
        <a:ea typeface="+mn-ea"/>
        <a:cs typeface="+mn-cs"/>
      </a:defRPr>
    </a:lvl6pPr>
    <a:lvl7pPr marL="2796967" algn="l" defTabSz="932322" rtl="0" eaLnBrk="1" latinLnBrk="0" hangingPunct="1">
      <a:defRPr sz="1224" kern="1200">
        <a:solidFill>
          <a:schemeClr val="tx1"/>
        </a:solidFill>
        <a:latin typeface="+mn-lt"/>
        <a:ea typeface="+mn-ea"/>
        <a:cs typeface="+mn-cs"/>
      </a:defRPr>
    </a:lvl7pPr>
    <a:lvl8pPr marL="3263128" algn="l" defTabSz="932322" rtl="0" eaLnBrk="1" latinLnBrk="0" hangingPunct="1">
      <a:defRPr sz="1224" kern="1200">
        <a:solidFill>
          <a:schemeClr val="tx1"/>
        </a:solidFill>
        <a:latin typeface="+mn-lt"/>
        <a:ea typeface="+mn-ea"/>
        <a:cs typeface="+mn-cs"/>
      </a:defRPr>
    </a:lvl8pPr>
    <a:lvl9pPr marL="3729289" algn="l" defTabSz="932322" rtl="0" eaLnBrk="1" latinLnBrk="0" hangingPunct="1">
      <a:defRPr sz="1224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694DC1-3B4E-4954-8E0E-2E57984AA75B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62784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40061" y="1178222"/>
            <a:ext cx="8640366" cy="2506427"/>
          </a:xfrm>
        </p:spPr>
        <p:txBody>
          <a:bodyPr anchor="b"/>
          <a:lstStyle>
            <a:lvl1pPr algn="ctr">
              <a:defRPr sz="566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40061" y="3781306"/>
            <a:ext cx="8640366" cy="1738167"/>
          </a:xfrm>
        </p:spPr>
        <p:txBody>
          <a:bodyPr/>
          <a:lstStyle>
            <a:lvl1pPr marL="0" indent="0" algn="ctr">
              <a:buNone/>
              <a:defRPr sz="2268"/>
            </a:lvl1pPr>
            <a:lvl2pPr marL="432008" indent="0" algn="ctr">
              <a:buNone/>
              <a:defRPr sz="1890"/>
            </a:lvl2pPr>
            <a:lvl3pPr marL="864017" indent="0" algn="ctr">
              <a:buNone/>
              <a:defRPr sz="1701"/>
            </a:lvl3pPr>
            <a:lvl4pPr marL="1296025" indent="0" algn="ctr">
              <a:buNone/>
              <a:defRPr sz="1512"/>
            </a:lvl4pPr>
            <a:lvl5pPr marL="1728033" indent="0" algn="ctr">
              <a:buNone/>
              <a:defRPr sz="1512"/>
            </a:lvl5pPr>
            <a:lvl6pPr marL="2160041" indent="0" algn="ctr">
              <a:buNone/>
              <a:defRPr sz="1512"/>
            </a:lvl6pPr>
            <a:lvl7pPr marL="2592050" indent="0" algn="ctr">
              <a:buNone/>
              <a:defRPr sz="1512"/>
            </a:lvl7pPr>
            <a:lvl8pPr marL="3024058" indent="0" algn="ctr">
              <a:buNone/>
              <a:defRPr sz="1512"/>
            </a:lvl8pPr>
            <a:lvl9pPr marL="3456066" indent="0" algn="ctr">
              <a:buNone/>
              <a:defRPr sz="1512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6C3967-68A1-4212-8084-A25F43C8529A}" type="datetimeFigureOut">
              <a:rPr lang="zh-CN" altLang="en-US" smtClean="0"/>
              <a:t>2026/3/4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6E47BB-A579-4FF1-9933-77D291A0DBE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10636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6C3967-68A1-4212-8084-A25F43C8529A}" type="datetimeFigureOut">
              <a:rPr lang="zh-CN" altLang="en-US" smtClean="0"/>
              <a:t>2026/3/4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6E47BB-A579-4FF1-9933-77D291A0DBE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430001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6033" y="1794830"/>
            <a:ext cx="9936421" cy="2994714"/>
          </a:xfrm>
        </p:spPr>
        <p:txBody>
          <a:bodyPr anchor="b"/>
          <a:lstStyle>
            <a:lvl1pPr>
              <a:defRPr sz="566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6033" y="4817875"/>
            <a:ext cx="9936421" cy="1574849"/>
          </a:xfrm>
        </p:spPr>
        <p:txBody>
          <a:bodyPr/>
          <a:lstStyle>
            <a:lvl1pPr marL="0" indent="0">
              <a:buNone/>
              <a:defRPr sz="2268">
                <a:solidFill>
                  <a:schemeClr val="tx1">
                    <a:tint val="75000"/>
                  </a:schemeClr>
                </a:solidFill>
              </a:defRPr>
            </a:lvl1pPr>
            <a:lvl2pPr marL="432008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2pPr>
            <a:lvl3pPr marL="864017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3pPr>
            <a:lvl4pPr marL="1296025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4pPr>
            <a:lvl5pPr marL="1728033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5pPr>
            <a:lvl6pPr marL="2160041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6pPr>
            <a:lvl7pPr marL="2592050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7pPr>
            <a:lvl8pPr marL="3024058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8pPr>
            <a:lvl9pPr marL="3456066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6C3967-68A1-4212-8084-A25F43C8529A}" type="datetimeFigureOut">
              <a:rPr lang="zh-CN" altLang="en-US" smtClean="0"/>
              <a:t>2026/3/4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6E47BB-A579-4FF1-9933-77D291A0DBE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054377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92034" y="1916484"/>
            <a:ext cx="4896207" cy="456789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32247" y="1916484"/>
            <a:ext cx="4896207" cy="456789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6C3967-68A1-4212-8084-A25F43C8529A}" type="datetimeFigureOut">
              <a:rPr lang="zh-CN" altLang="en-US" smtClean="0"/>
              <a:t>2026/3/4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6E47BB-A579-4FF1-9933-77D291A0DBE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058796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3534" y="383297"/>
            <a:ext cx="9936421" cy="1391534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93535" y="1764832"/>
            <a:ext cx="4873706" cy="864917"/>
          </a:xfrm>
        </p:spPr>
        <p:txBody>
          <a:bodyPr anchor="b"/>
          <a:lstStyle>
            <a:lvl1pPr marL="0" indent="0">
              <a:buNone/>
              <a:defRPr sz="2268" b="1"/>
            </a:lvl1pPr>
            <a:lvl2pPr marL="432008" indent="0">
              <a:buNone/>
              <a:defRPr sz="1890" b="1"/>
            </a:lvl2pPr>
            <a:lvl3pPr marL="864017" indent="0">
              <a:buNone/>
              <a:defRPr sz="1701" b="1"/>
            </a:lvl3pPr>
            <a:lvl4pPr marL="1296025" indent="0">
              <a:buNone/>
              <a:defRPr sz="1512" b="1"/>
            </a:lvl4pPr>
            <a:lvl5pPr marL="1728033" indent="0">
              <a:buNone/>
              <a:defRPr sz="1512" b="1"/>
            </a:lvl5pPr>
            <a:lvl6pPr marL="2160041" indent="0">
              <a:buNone/>
              <a:defRPr sz="1512" b="1"/>
            </a:lvl6pPr>
            <a:lvl7pPr marL="2592050" indent="0">
              <a:buNone/>
              <a:defRPr sz="1512" b="1"/>
            </a:lvl7pPr>
            <a:lvl8pPr marL="3024058" indent="0">
              <a:buNone/>
              <a:defRPr sz="1512" b="1"/>
            </a:lvl8pPr>
            <a:lvl9pPr marL="3456066" indent="0">
              <a:buNone/>
              <a:defRPr sz="1512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3535" y="2629749"/>
            <a:ext cx="4873706" cy="386796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32247" y="1764832"/>
            <a:ext cx="4897708" cy="864917"/>
          </a:xfrm>
        </p:spPr>
        <p:txBody>
          <a:bodyPr anchor="b"/>
          <a:lstStyle>
            <a:lvl1pPr marL="0" indent="0">
              <a:buNone/>
              <a:defRPr sz="2268" b="1"/>
            </a:lvl1pPr>
            <a:lvl2pPr marL="432008" indent="0">
              <a:buNone/>
              <a:defRPr sz="1890" b="1"/>
            </a:lvl2pPr>
            <a:lvl3pPr marL="864017" indent="0">
              <a:buNone/>
              <a:defRPr sz="1701" b="1"/>
            </a:lvl3pPr>
            <a:lvl4pPr marL="1296025" indent="0">
              <a:buNone/>
              <a:defRPr sz="1512" b="1"/>
            </a:lvl4pPr>
            <a:lvl5pPr marL="1728033" indent="0">
              <a:buNone/>
              <a:defRPr sz="1512" b="1"/>
            </a:lvl5pPr>
            <a:lvl6pPr marL="2160041" indent="0">
              <a:buNone/>
              <a:defRPr sz="1512" b="1"/>
            </a:lvl6pPr>
            <a:lvl7pPr marL="2592050" indent="0">
              <a:buNone/>
              <a:defRPr sz="1512" b="1"/>
            </a:lvl7pPr>
            <a:lvl8pPr marL="3024058" indent="0">
              <a:buNone/>
              <a:defRPr sz="1512" b="1"/>
            </a:lvl8pPr>
            <a:lvl9pPr marL="3456066" indent="0">
              <a:buNone/>
              <a:defRPr sz="1512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32247" y="2629749"/>
            <a:ext cx="4897708" cy="386796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6C3967-68A1-4212-8084-A25F43C8529A}" type="datetimeFigureOut">
              <a:rPr lang="zh-CN" altLang="en-US" smtClean="0"/>
              <a:t>2026/3/4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6E47BB-A579-4FF1-9933-77D291A0DBE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421677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6C3967-68A1-4212-8084-A25F43C8529A}" type="datetimeFigureOut">
              <a:rPr lang="zh-CN" altLang="en-US" smtClean="0"/>
              <a:t>2026/3/4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6E47BB-A579-4FF1-9933-77D291A0DBE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481380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6C3967-68A1-4212-8084-A25F43C8529A}" type="datetimeFigureOut">
              <a:rPr lang="zh-CN" altLang="en-US" smtClean="0"/>
              <a:t>2026/3/4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6E47BB-A579-4FF1-9933-77D291A0DBE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048052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3535" y="479954"/>
            <a:ext cx="3715657" cy="1679840"/>
          </a:xfrm>
        </p:spPr>
        <p:txBody>
          <a:bodyPr anchor="b"/>
          <a:lstStyle>
            <a:lvl1pPr>
              <a:defRPr sz="3024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97708" y="1036569"/>
            <a:ext cx="5832247" cy="5116178"/>
          </a:xfrm>
        </p:spPr>
        <p:txBody>
          <a:bodyPr/>
          <a:lstStyle>
            <a:lvl1pPr>
              <a:defRPr sz="3024"/>
            </a:lvl1pPr>
            <a:lvl2pPr>
              <a:defRPr sz="2646"/>
            </a:lvl2pPr>
            <a:lvl3pPr>
              <a:defRPr sz="2268"/>
            </a:lvl3pPr>
            <a:lvl4pPr>
              <a:defRPr sz="1890"/>
            </a:lvl4pPr>
            <a:lvl5pPr>
              <a:defRPr sz="1890"/>
            </a:lvl5pPr>
            <a:lvl6pPr>
              <a:defRPr sz="1890"/>
            </a:lvl6pPr>
            <a:lvl7pPr>
              <a:defRPr sz="1890"/>
            </a:lvl7pPr>
            <a:lvl8pPr>
              <a:defRPr sz="1890"/>
            </a:lvl8pPr>
            <a:lvl9pPr>
              <a:defRPr sz="189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93535" y="2159794"/>
            <a:ext cx="3715657" cy="4001285"/>
          </a:xfrm>
        </p:spPr>
        <p:txBody>
          <a:bodyPr/>
          <a:lstStyle>
            <a:lvl1pPr marL="0" indent="0">
              <a:buNone/>
              <a:defRPr sz="1512"/>
            </a:lvl1pPr>
            <a:lvl2pPr marL="432008" indent="0">
              <a:buNone/>
              <a:defRPr sz="1323"/>
            </a:lvl2pPr>
            <a:lvl3pPr marL="864017" indent="0">
              <a:buNone/>
              <a:defRPr sz="1134"/>
            </a:lvl3pPr>
            <a:lvl4pPr marL="1296025" indent="0">
              <a:buNone/>
              <a:defRPr sz="945"/>
            </a:lvl4pPr>
            <a:lvl5pPr marL="1728033" indent="0">
              <a:buNone/>
              <a:defRPr sz="945"/>
            </a:lvl5pPr>
            <a:lvl6pPr marL="2160041" indent="0">
              <a:buNone/>
              <a:defRPr sz="945"/>
            </a:lvl6pPr>
            <a:lvl7pPr marL="2592050" indent="0">
              <a:buNone/>
              <a:defRPr sz="945"/>
            </a:lvl7pPr>
            <a:lvl8pPr marL="3024058" indent="0">
              <a:buNone/>
              <a:defRPr sz="945"/>
            </a:lvl8pPr>
            <a:lvl9pPr marL="3456066" indent="0">
              <a:buNone/>
              <a:defRPr sz="945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6C3967-68A1-4212-8084-A25F43C8529A}" type="datetimeFigureOut">
              <a:rPr lang="zh-CN" altLang="en-US" smtClean="0"/>
              <a:t>2026/3/4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6E47BB-A579-4FF1-9933-77D291A0DBE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42186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3535" y="479954"/>
            <a:ext cx="3715657" cy="1679840"/>
          </a:xfrm>
        </p:spPr>
        <p:txBody>
          <a:bodyPr anchor="b"/>
          <a:lstStyle>
            <a:lvl1pPr>
              <a:defRPr sz="3024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97708" y="1036569"/>
            <a:ext cx="5832247" cy="5116178"/>
          </a:xfrm>
        </p:spPr>
        <p:txBody>
          <a:bodyPr anchor="t"/>
          <a:lstStyle>
            <a:lvl1pPr marL="0" indent="0">
              <a:buNone/>
              <a:defRPr sz="3024"/>
            </a:lvl1pPr>
            <a:lvl2pPr marL="432008" indent="0">
              <a:buNone/>
              <a:defRPr sz="2646"/>
            </a:lvl2pPr>
            <a:lvl3pPr marL="864017" indent="0">
              <a:buNone/>
              <a:defRPr sz="2268"/>
            </a:lvl3pPr>
            <a:lvl4pPr marL="1296025" indent="0">
              <a:buNone/>
              <a:defRPr sz="1890"/>
            </a:lvl4pPr>
            <a:lvl5pPr marL="1728033" indent="0">
              <a:buNone/>
              <a:defRPr sz="1890"/>
            </a:lvl5pPr>
            <a:lvl6pPr marL="2160041" indent="0">
              <a:buNone/>
              <a:defRPr sz="1890"/>
            </a:lvl6pPr>
            <a:lvl7pPr marL="2592050" indent="0">
              <a:buNone/>
              <a:defRPr sz="1890"/>
            </a:lvl7pPr>
            <a:lvl8pPr marL="3024058" indent="0">
              <a:buNone/>
              <a:defRPr sz="1890"/>
            </a:lvl8pPr>
            <a:lvl9pPr marL="3456066" indent="0">
              <a:buNone/>
              <a:defRPr sz="189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93535" y="2159794"/>
            <a:ext cx="3715657" cy="4001285"/>
          </a:xfrm>
        </p:spPr>
        <p:txBody>
          <a:bodyPr/>
          <a:lstStyle>
            <a:lvl1pPr marL="0" indent="0">
              <a:buNone/>
              <a:defRPr sz="1512"/>
            </a:lvl1pPr>
            <a:lvl2pPr marL="432008" indent="0">
              <a:buNone/>
              <a:defRPr sz="1323"/>
            </a:lvl2pPr>
            <a:lvl3pPr marL="864017" indent="0">
              <a:buNone/>
              <a:defRPr sz="1134"/>
            </a:lvl3pPr>
            <a:lvl4pPr marL="1296025" indent="0">
              <a:buNone/>
              <a:defRPr sz="945"/>
            </a:lvl4pPr>
            <a:lvl5pPr marL="1728033" indent="0">
              <a:buNone/>
              <a:defRPr sz="945"/>
            </a:lvl5pPr>
            <a:lvl6pPr marL="2160041" indent="0">
              <a:buNone/>
              <a:defRPr sz="945"/>
            </a:lvl6pPr>
            <a:lvl7pPr marL="2592050" indent="0">
              <a:buNone/>
              <a:defRPr sz="945"/>
            </a:lvl7pPr>
            <a:lvl8pPr marL="3024058" indent="0">
              <a:buNone/>
              <a:defRPr sz="945"/>
            </a:lvl8pPr>
            <a:lvl9pPr marL="3456066" indent="0">
              <a:buNone/>
              <a:defRPr sz="945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6C3967-68A1-4212-8084-A25F43C8529A}" type="datetimeFigureOut">
              <a:rPr lang="zh-CN" altLang="en-US" smtClean="0"/>
              <a:t>2026/3/4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6E47BB-A579-4FF1-9933-77D291A0DBE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187986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6C3967-68A1-4212-8084-A25F43C8529A}" type="datetimeFigureOut">
              <a:rPr lang="zh-CN" altLang="en-US" smtClean="0"/>
              <a:t>2026/3/4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6E47BB-A579-4FF1-9933-77D291A0DBE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044703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244349" y="383297"/>
            <a:ext cx="2484105" cy="610108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92033" y="383297"/>
            <a:ext cx="7308310" cy="610108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6C3967-68A1-4212-8084-A25F43C8529A}" type="datetimeFigureOut">
              <a:rPr lang="zh-CN" altLang="en-US" smtClean="0"/>
              <a:t>2026/3/4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6E47BB-A579-4FF1-9933-77D291A0DBE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01103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92034" y="383297"/>
            <a:ext cx="9936421" cy="13915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92034" y="1916484"/>
            <a:ext cx="9936421" cy="45678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92033" y="6672697"/>
            <a:ext cx="2592110" cy="3832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6C3967-68A1-4212-8084-A25F43C8529A}" type="datetimeFigureOut">
              <a:rPr lang="zh-CN" altLang="en-US" smtClean="0"/>
              <a:t>2026/3/4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16162" y="6672697"/>
            <a:ext cx="3888165" cy="3832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136345" y="6672697"/>
            <a:ext cx="2592110" cy="3832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6E47BB-A579-4FF1-9933-77D291A0DBE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012189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864017" rtl="0" eaLnBrk="1" latinLnBrk="0" hangingPunct="1">
        <a:lnSpc>
          <a:spcPct val="90000"/>
        </a:lnSpc>
        <a:spcBef>
          <a:spcPct val="0"/>
        </a:spcBef>
        <a:buNone/>
        <a:defRPr sz="415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16004" indent="-216004" algn="l" defTabSz="864017" rtl="0" eaLnBrk="1" latinLnBrk="0" hangingPunct="1">
        <a:lnSpc>
          <a:spcPct val="90000"/>
        </a:lnSpc>
        <a:spcBef>
          <a:spcPts val="945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1pPr>
      <a:lvl2pPr marL="648012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2268" kern="1200">
          <a:solidFill>
            <a:schemeClr val="tx1"/>
          </a:solidFill>
          <a:latin typeface="+mn-lt"/>
          <a:ea typeface="+mn-ea"/>
          <a:cs typeface="+mn-cs"/>
        </a:defRPr>
      </a:lvl2pPr>
      <a:lvl3pPr marL="1080021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3pPr>
      <a:lvl4pPr marL="1512029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4pPr>
      <a:lvl5pPr marL="1944037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5pPr>
      <a:lvl6pPr marL="2376046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6pPr>
      <a:lvl7pPr marL="2808054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7pPr>
      <a:lvl8pPr marL="3240062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8pPr>
      <a:lvl9pPr marL="3672070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1pPr>
      <a:lvl2pPr marL="432008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2pPr>
      <a:lvl3pPr marL="864017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3pPr>
      <a:lvl4pPr marL="1296025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4pPr>
      <a:lvl5pPr marL="1728033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5pPr>
      <a:lvl6pPr marL="2160041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6pPr>
      <a:lvl7pPr marL="2592050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7pPr>
      <a:lvl8pPr marL="3024058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8pPr>
      <a:lvl9pPr marL="3456066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17" Type="http://schemas.openxmlformats.org/officeDocument/2006/relationships/oleObject" Target="../embeddings/oleObject10.bin"/><Relationship Id="rId21" Type="http://schemas.openxmlformats.org/officeDocument/2006/relationships/tags" Target="../tags/tag20.xml"/><Relationship Id="rId42" Type="http://schemas.openxmlformats.org/officeDocument/2006/relationships/tags" Target="../tags/tag41.xml"/><Relationship Id="rId63" Type="http://schemas.openxmlformats.org/officeDocument/2006/relationships/tags" Target="../tags/tag62.xml"/><Relationship Id="rId84" Type="http://schemas.openxmlformats.org/officeDocument/2006/relationships/tags" Target="../tags/tag60.xml"/><Relationship Id="rId138" Type="http://schemas.openxmlformats.org/officeDocument/2006/relationships/image" Target="../media/image20.png"/><Relationship Id="rId159" Type="http://schemas.openxmlformats.org/officeDocument/2006/relationships/image" Target="../media/image41.png"/><Relationship Id="rId107" Type="http://schemas.openxmlformats.org/officeDocument/2006/relationships/oleObject" Target="../embeddings/oleObject8.bin"/><Relationship Id="rId11" Type="http://schemas.openxmlformats.org/officeDocument/2006/relationships/tags" Target="../tags/tag10.xml"/><Relationship Id="rId32" Type="http://schemas.openxmlformats.org/officeDocument/2006/relationships/tags" Target="../tags/tag31.xml"/><Relationship Id="rId53" Type="http://schemas.openxmlformats.org/officeDocument/2006/relationships/tags" Target="../tags/tag52.xml"/><Relationship Id="rId74" Type="http://schemas.openxmlformats.org/officeDocument/2006/relationships/tags" Target="../tags/tag56.xml"/><Relationship Id="rId128" Type="http://schemas.openxmlformats.org/officeDocument/2006/relationships/image" Target="../media/image12.wmf"/><Relationship Id="rId149" Type="http://schemas.openxmlformats.org/officeDocument/2006/relationships/image" Target="../media/image31.png"/><Relationship Id="rId5" Type="http://schemas.openxmlformats.org/officeDocument/2006/relationships/tags" Target="../tags/tag4.xml"/><Relationship Id="rId95" Type="http://schemas.openxmlformats.org/officeDocument/2006/relationships/oleObject" Target="../embeddings/oleObject5.bin"/><Relationship Id="rId160" Type="http://schemas.openxmlformats.org/officeDocument/2006/relationships/image" Target="../media/image42.png"/><Relationship Id="rId22" Type="http://schemas.openxmlformats.org/officeDocument/2006/relationships/tags" Target="../tags/tag21.xml"/><Relationship Id="rId43" Type="http://schemas.openxmlformats.org/officeDocument/2006/relationships/tags" Target="../tags/tag42.xml"/><Relationship Id="rId64" Type="http://schemas.openxmlformats.org/officeDocument/2006/relationships/tags" Target="../tags/tag63.xml"/><Relationship Id="rId118" Type="http://schemas.openxmlformats.org/officeDocument/2006/relationships/image" Target="../media/image10.wmf"/><Relationship Id="rId139" Type="http://schemas.openxmlformats.org/officeDocument/2006/relationships/image" Target="../media/image21.png"/><Relationship Id="rId85" Type="http://schemas.openxmlformats.org/officeDocument/2006/relationships/oleObject" Target="../embeddings/oleObject3.bin"/><Relationship Id="rId150" Type="http://schemas.openxmlformats.org/officeDocument/2006/relationships/image" Target="../media/image32.png"/><Relationship Id="rId12" Type="http://schemas.openxmlformats.org/officeDocument/2006/relationships/tags" Target="../tags/tag11.xml"/><Relationship Id="rId17" Type="http://schemas.openxmlformats.org/officeDocument/2006/relationships/tags" Target="../tags/tag16.xml"/><Relationship Id="rId33" Type="http://schemas.openxmlformats.org/officeDocument/2006/relationships/tags" Target="../tags/tag32.xml"/><Relationship Id="rId38" Type="http://schemas.openxmlformats.org/officeDocument/2006/relationships/tags" Target="../tags/tag37.xml"/><Relationship Id="rId59" Type="http://schemas.openxmlformats.org/officeDocument/2006/relationships/tags" Target="../tags/tag58.xml"/><Relationship Id="rId103" Type="http://schemas.openxmlformats.org/officeDocument/2006/relationships/image" Target="../media/image7.wmf"/><Relationship Id="rId108" Type="http://schemas.openxmlformats.org/officeDocument/2006/relationships/image" Target="../media/image8.wmf"/><Relationship Id="rId124" Type="http://schemas.openxmlformats.org/officeDocument/2006/relationships/tags" Target="../tags/tag40.xml"/><Relationship Id="rId129" Type="http://schemas.openxmlformats.org/officeDocument/2006/relationships/tags" Target="../tags/tag41.xml"/><Relationship Id="rId54" Type="http://schemas.openxmlformats.org/officeDocument/2006/relationships/tags" Target="../tags/tag53.xml"/><Relationship Id="rId70" Type="http://schemas.openxmlformats.org/officeDocument/2006/relationships/image" Target="../media/image17.png"/><Relationship Id="rId75" Type="http://schemas.openxmlformats.org/officeDocument/2006/relationships/oleObject" Target="../embeddings/oleObject1.bin"/><Relationship Id="rId91" Type="http://schemas.openxmlformats.org/officeDocument/2006/relationships/image" Target="../media/image4.wmf"/><Relationship Id="rId96" Type="http://schemas.openxmlformats.org/officeDocument/2006/relationships/image" Target="../media/image5.wmf"/><Relationship Id="rId140" Type="http://schemas.openxmlformats.org/officeDocument/2006/relationships/image" Target="../media/image22.png"/><Relationship Id="rId145" Type="http://schemas.openxmlformats.org/officeDocument/2006/relationships/image" Target="../media/image27.png"/><Relationship Id="rId161" Type="http://schemas.openxmlformats.org/officeDocument/2006/relationships/image" Target="../media/image43.png"/><Relationship Id="rId1" Type="http://schemas.openxmlformats.org/officeDocument/2006/relationships/vmlDrawing" Target="../drawings/vmlDrawing1.vml"/><Relationship Id="rId6" Type="http://schemas.openxmlformats.org/officeDocument/2006/relationships/tags" Target="../tags/tag5.xml"/><Relationship Id="rId23" Type="http://schemas.openxmlformats.org/officeDocument/2006/relationships/tags" Target="../tags/tag22.xml"/><Relationship Id="rId28" Type="http://schemas.openxmlformats.org/officeDocument/2006/relationships/tags" Target="../tags/tag27.xml"/><Relationship Id="rId49" Type="http://schemas.openxmlformats.org/officeDocument/2006/relationships/tags" Target="../tags/tag48.xml"/><Relationship Id="rId114" Type="http://schemas.openxmlformats.org/officeDocument/2006/relationships/tags" Target="../tags/tag54.xml"/><Relationship Id="rId119" Type="http://schemas.openxmlformats.org/officeDocument/2006/relationships/tags" Target="../tags/tag39.xml"/><Relationship Id="rId44" Type="http://schemas.openxmlformats.org/officeDocument/2006/relationships/tags" Target="../tags/tag43.xml"/><Relationship Id="rId60" Type="http://schemas.openxmlformats.org/officeDocument/2006/relationships/tags" Target="../tags/tag59.xml"/><Relationship Id="rId65" Type="http://schemas.openxmlformats.org/officeDocument/2006/relationships/slideLayout" Target="../slideLayouts/slideLayout1.xml"/><Relationship Id="rId81" Type="http://schemas.openxmlformats.org/officeDocument/2006/relationships/image" Target="../media/image2.wmf"/><Relationship Id="rId86" Type="http://schemas.openxmlformats.org/officeDocument/2006/relationships/image" Target="../media/image3.wmf"/><Relationship Id="rId130" Type="http://schemas.openxmlformats.org/officeDocument/2006/relationships/oleObject" Target="../embeddings/oleObject12.bin"/><Relationship Id="rId135" Type="http://schemas.openxmlformats.org/officeDocument/2006/relationships/oleObject" Target="../embeddings/oleObject13.bin"/><Relationship Id="rId151" Type="http://schemas.openxmlformats.org/officeDocument/2006/relationships/image" Target="../media/image33.png"/><Relationship Id="rId156" Type="http://schemas.openxmlformats.org/officeDocument/2006/relationships/image" Target="../media/image38.png"/><Relationship Id="rId13" Type="http://schemas.openxmlformats.org/officeDocument/2006/relationships/tags" Target="../tags/tag12.xml"/><Relationship Id="rId18" Type="http://schemas.openxmlformats.org/officeDocument/2006/relationships/tags" Target="../tags/tag17.xml"/><Relationship Id="rId39" Type="http://schemas.openxmlformats.org/officeDocument/2006/relationships/tags" Target="../tags/tag38.xml"/><Relationship Id="rId109" Type="http://schemas.openxmlformats.org/officeDocument/2006/relationships/tags" Target="../tags/tag53.xml"/><Relationship Id="rId34" Type="http://schemas.openxmlformats.org/officeDocument/2006/relationships/tags" Target="../tags/tag33.xml"/><Relationship Id="rId50" Type="http://schemas.openxmlformats.org/officeDocument/2006/relationships/tags" Target="../tags/tag49.xml"/><Relationship Id="rId55" Type="http://schemas.openxmlformats.org/officeDocument/2006/relationships/tags" Target="../tags/tag54.xml"/><Relationship Id="rId76" Type="http://schemas.openxmlformats.org/officeDocument/2006/relationships/image" Target="../media/image1.wmf"/><Relationship Id="rId97" Type="http://schemas.openxmlformats.org/officeDocument/2006/relationships/oleObject" Target="../embeddings/oleObject6.bin"/><Relationship Id="rId104" Type="http://schemas.openxmlformats.org/officeDocument/2006/relationships/tags" Target="../tags/tag52.xml"/><Relationship Id="rId120" Type="http://schemas.openxmlformats.org/officeDocument/2006/relationships/oleObject" Target="../embeddings/oleObject10.bin"/><Relationship Id="rId125" Type="http://schemas.openxmlformats.org/officeDocument/2006/relationships/oleObject" Target="../embeddings/oleObject11.bin"/><Relationship Id="rId141" Type="http://schemas.openxmlformats.org/officeDocument/2006/relationships/image" Target="../media/image23.png"/><Relationship Id="rId146" Type="http://schemas.openxmlformats.org/officeDocument/2006/relationships/image" Target="../media/image28.png"/><Relationship Id="rId7" Type="http://schemas.openxmlformats.org/officeDocument/2006/relationships/tags" Target="../tags/tag6.xml"/><Relationship Id="rId71" Type="http://schemas.openxmlformats.org/officeDocument/2006/relationships/image" Target="../media/image18.png"/><Relationship Id="rId92" Type="http://schemas.openxmlformats.org/officeDocument/2006/relationships/oleObject" Target="../embeddings/oleObject5.bin"/><Relationship Id="rId162" Type="http://schemas.openxmlformats.org/officeDocument/2006/relationships/image" Target="../media/image44.png"/><Relationship Id="rId2" Type="http://schemas.openxmlformats.org/officeDocument/2006/relationships/tags" Target="../tags/tag1.xml"/><Relationship Id="rId29" Type="http://schemas.openxmlformats.org/officeDocument/2006/relationships/tags" Target="../tags/tag28.xml"/><Relationship Id="rId24" Type="http://schemas.openxmlformats.org/officeDocument/2006/relationships/tags" Target="../tags/tag23.xml"/><Relationship Id="rId40" Type="http://schemas.openxmlformats.org/officeDocument/2006/relationships/tags" Target="../tags/tag39.xml"/><Relationship Id="rId45" Type="http://schemas.openxmlformats.org/officeDocument/2006/relationships/tags" Target="../tags/tag44.xml"/><Relationship Id="rId66" Type="http://schemas.openxmlformats.org/officeDocument/2006/relationships/notesSlide" Target="../notesSlides/notesSlide1.xml"/><Relationship Id="rId87" Type="http://schemas.openxmlformats.org/officeDocument/2006/relationships/oleObject" Target="../embeddings/oleObject4.bin"/><Relationship Id="rId110" Type="http://schemas.openxmlformats.org/officeDocument/2006/relationships/oleObject" Target="../embeddings/oleObject8.bin"/><Relationship Id="rId115" Type="http://schemas.openxmlformats.org/officeDocument/2006/relationships/oleObject" Target="../embeddings/oleObject9.bin"/><Relationship Id="rId131" Type="http://schemas.openxmlformats.org/officeDocument/2006/relationships/image" Target="../media/image12.wmf"/><Relationship Id="rId136" Type="http://schemas.openxmlformats.org/officeDocument/2006/relationships/image" Target="../media/image13.wmf"/><Relationship Id="rId157" Type="http://schemas.openxmlformats.org/officeDocument/2006/relationships/image" Target="../media/image39.png"/><Relationship Id="rId61" Type="http://schemas.openxmlformats.org/officeDocument/2006/relationships/tags" Target="../tags/tag60.xml"/><Relationship Id="rId82" Type="http://schemas.openxmlformats.org/officeDocument/2006/relationships/oleObject" Target="../embeddings/oleObject3.bin"/><Relationship Id="rId152" Type="http://schemas.openxmlformats.org/officeDocument/2006/relationships/image" Target="../media/image34.png"/><Relationship Id="rId19" Type="http://schemas.openxmlformats.org/officeDocument/2006/relationships/tags" Target="../tags/tag18.xml"/><Relationship Id="rId14" Type="http://schemas.openxmlformats.org/officeDocument/2006/relationships/tags" Target="../tags/tag13.xml"/><Relationship Id="rId30" Type="http://schemas.openxmlformats.org/officeDocument/2006/relationships/tags" Target="../tags/tag29.xml"/><Relationship Id="rId35" Type="http://schemas.openxmlformats.org/officeDocument/2006/relationships/tags" Target="../tags/tag34.xml"/><Relationship Id="rId56" Type="http://schemas.openxmlformats.org/officeDocument/2006/relationships/tags" Target="../tags/tag55.xml"/><Relationship Id="rId77" Type="http://schemas.openxmlformats.org/officeDocument/2006/relationships/oleObject" Target="../embeddings/oleObject2.bin"/><Relationship Id="rId100" Type="http://schemas.openxmlformats.org/officeDocument/2006/relationships/oleObject" Target="../embeddings/oleObject6.bin"/><Relationship Id="rId105" Type="http://schemas.openxmlformats.org/officeDocument/2006/relationships/oleObject" Target="../embeddings/oleObject7.bin"/><Relationship Id="rId126" Type="http://schemas.openxmlformats.org/officeDocument/2006/relationships/image" Target="../media/image11.wmf"/><Relationship Id="rId147" Type="http://schemas.openxmlformats.org/officeDocument/2006/relationships/image" Target="../media/image29.png"/><Relationship Id="rId8" Type="http://schemas.openxmlformats.org/officeDocument/2006/relationships/tags" Target="../tags/tag7.xml"/><Relationship Id="rId51" Type="http://schemas.openxmlformats.org/officeDocument/2006/relationships/tags" Target="../tags/tag50.xml"/><Relationship Id="rId72" Type="http://schemas.openxmlformats.org/officeDocument/2006/relationships/oleObject" Target="../embeddings/oleObject1.bin"/><Relationship Id="rId93" Type="http://schemas.openxmlformats.org/officeDocument/2006/relationships/image" Target="../media/image5.wmf"/><Relationship Id="rId98" Type="http://schemas.openxmlformats.org/officeDocument/2006/relationships/image" Target="../media/image6.wmf"/><Relationship Id="rId121" Type="http://schemas.openxmlformats.org/officeDocument/2006/relationships/image" Target="../media/image10.wmf"/><Relationship Id="rId142" Type="http://schemas.openxmlformats.org/officeDocument/2006/relationships/image" Target="../media/image24.png"/><Relationship Id="rId163" Type="http://schemas.openxmlformats.org/officeDocument/2006/relationships/image" Target="../media/image45.png"/><Relationship Id="rId3" Type="http://schemas.openxmlformats.org/officeDocument/2006/relationships/tags" Target="../tags/tag2.xml"/><Relationship Id="rId25" Type="http://schemas.openxmlformats.org/officeDocument/2006/relationships/tags" Target="../tags/tag24.xml"/><Relationship Id="rId46" Type="http://schemas.openxmlformats.org/officeDocument/2006/relationships/tags" Target="../tags/tag45.xml"/><Relationship Id="rId67" Type="http://schemas.openxmlformats.org/officeDocument/2006/relationships/image" Target="../media/image14.png"/><Relationship Id="rId116" Type="http://schemas.openxmlformats.org/officeDocument/2006/relationships/image" Target="../media/image9.wmf"/><Relationship Id="rId137" Type="http://schemas.openxmlformats.org/officeDocument/2006/relationships/image" Target="../media/image19.png"/><Relationship Id="rId158" Type="http://schemas.openxmlformats.org/officeDocument/2006/relationships/image" Target="../media/image40.png"/><Relationship Id="rId20" Type="http://schemas.openxmlformats.org/officeDocument/2006/relationships/tags" Target="../tags/tag19.xml"/><Relationship Id="rId41" Type="http://schemas.openxmlformats.org/officeDocument/2006/relationships/tags" Target="../tags/tag40.xml"/><Relationship Id="rId62" Type="http://schemas.openxmlformats.org/officeDocument/2006/relationships/tags" Target="../tags/tag61.xml"/><Relationship Id="rId83" Type="http://schemas.openxmlformats.org/officeDocument/2006/relationships/image" Target="../media/image3.wmf"/><Relationship Id="rId88" Type="http://schemas.openxmlformats.org/officeDocument/2006/relationships/image" Target="../media/image4.wmf"/><Relationship Id="rId111" Type="http://schemas.openxmlformats.org/officeDocument/2006/relationships/image" Target="../media/image8.wmf"/><Relationship Id="rId132" Type="http://schemas.openxmlformats.org/officeDocument/2006/relationships/oleObject" Target="../embeddings/oleObject13.bin"/><Relationship Id="rId153" Type="http://schemas.openxmlformats.org/officeDocument/2006/relationships/image" Target="../media/image35.png"/><Relationship Id="rId15" Type="http://schemas.openxmlformats.org/officeDocument/2006/relationships/tags" Target="../tags/tag14.xml"/><Relationship Id="rId36" Type="http://schemas.openxmlformats.org/officeDocument/2006/relationships/tags" Target="../tags/tag35.xml"/><Relationship Id="rId57" Type="http://schemas.openxmlformats.org/officeDocument/2006/relationships/tags" Target="../tags/tag56.xml"/><Relationship Id="rId106" Type="http://schemas.openxmlformats.org/officeDocument/2006/relationships/image" Target="../media/image7.wmf"/><Relationship Id="rId127" Type="http://schemas.openxmlformats.org/officeDocument/2006/relationships/oleObject" Target="../embeddings/oleObject12.bin"/><Relationship Id="rId10" Type="http://schemas.openxmlformats.org/officeDocument/2006/relationships/tags" Target="../tags/tag9.xml"/><Relationship Id="rId31" Type="http://schemas.openxmlformats.org/officeDocument/2006/relationships/tags" Target="../tags/tag30.xml"/><Relationship Id="rId52" Type="http://schemas.openxmlformats.org/officeDocument/2006/relationships/tags" Target="../tags/tag51.xml"/><Relationship Id="rId73" Type="http://schemas.openxmlformats.org/officeDocument/2006/relationships/image" Target="../media/image1.wmf"/><Relationship Id="rId78" Type="http://schemas.openxmlformats.org/officeDocument/2006/relationships/image" Target="../media/image2.wmf"/><Relationship Id="rId94" Type="http://schemas.openxmlformats.org/officeDocument/2006/relationships/tags" Target="../tags/tag50.xml"/><Relationship Id="rId99" Type="http://schemas.openxmlformats.org/officeDocument/2006/relationships/tags" Target="../tags/tag51.xml"/><Relationship Id="rId101" Type="http://schemas.openxmlformats.org/officeDocument/2006/relationships/image" Target="../media/image6.wmf"/><Relationship Id="rId122" Type="http://schemas.openxmlformats.org/officeDocument/2006/relationships/oleObject" Target="../embeddings/oleObject11.bin"/><Relationship Id="rId143" Type="http://schemas.openxmlformats.org/officeDocument/2006/relationships/image" Target="../media/image25.png"/><Relationship Id="rId148" Type="http://schemas.openxmlformats.org/officeDocument/2006/relationships/image" Target="../media/image30.png"/><Relationship Id="rId164" Type="http://schemas.openxmlformats.org/officeDocument/2006/relationships/image" Target="../media/image46.png"/><Relationship Id="rId4" Type="http://schemas.openxmlformats.org/officeDocument/2006/relationships/tags" Target="../tags/tag3.xml"/><Relationship Id="rId9" Type="http://schemas.openxmlformats.org/officeDocument/2006/relationships/tags" Target="../tags/tag8.xml"/><Relationship Id="rId26" Type="http://schemas.openxmlformats.org/officeDocument/2006/relationships/tags" Target="../tags/tag25.xml"/><Relationship Id="rId47" Type="http://schemas.openxmlformats.org/officeDocument/2006/relationships/tags" Target="../tags/tag46.xml"/><Relationship Id="rId68" Type="http://schemas.openxmlformats.org/officeDocument/2006/relationships/image" Target="../media/image15.png"/><Relationship Id="rId89" Type="http://schemas.openxmlformats.org/officeDocument/2006/relationships/tags" Target="../tags/tag63.xml"/><Relationship Id="rId112" Type="http://schemas.openxmlformats.org/officeDocument/2006/relationships/oleObject" Target="../embeddings/oleObject9.bin"/><Relationship Id="rId133" Type="http://schemas.openxmlformats.org/officeDocument/2006/relationships/image" Target="../media/image13.wmf"/><Relationship Id="rId154" Type="http://schemas.openxmlformats.org/officeDocument/2006/relationships/image" Target="../media/image36.png"/><Relationship Id="rId16" Type="http://schemas.openxmlformats.org/officeDocument/2006/relationships/tags" Target="../tags/tag15.xml"/><Relationship Id="rId37" Type="http://schemas.openxmlformats.org/officeDocument/2006/relationships/tags" Target="../tags/tag36.xml"/><Relationship Id="rId58" Type="http://schemas.openxmlformats.org/officeDocument/2006/relationships/tags" Target="../tags/tag57.xml"/><Relationship Id="rId79" Type="http://schemas.openxmlformats.org/officeDocument/2006/relationships/tags" Target="../tags/tag59.xml"/><Relationship Id="rId102" Type="http://schemas.openxmlformats.org/officeDocument/2006/relationships/oleObject" Target="../embeddings/oleObject7.bin"/><Relationship Id="rId123" Type="http://schemas.openxmlformats.org/officeDocument/2006/relationships/image" Target="../media/image11.wmf"/><Relationship Id="rId144" Type="http://schemas.openxmlformats.org/officeDocument/2006/relationships/image" Target="../media/image26.png"/><Relationship Id="rId90" Type="http://schemas.openxmlformats.org/officeDocument/2006/relationships/oleObject" Target="../embeddings/oleObject4.bin"/><Relationship Id="rId27" Type="http://schemas.openxmlformats.org/officeDocument/2006/relationships/tags" Target="../tags/tag26.xml"/><Relationship Id="rId48" Type="http://schemas.openxmlformats.org/officeDocument/2006/relationships/tags" Target="../tags/tag47.xml"/><Relationship Id="rId69" Type="http://schemas.openxmlformats.org/officeDocument/2006/relationships/image" Target="../media/image16.png"/><Relationship Id="rId113" Type="http://schemas.openxmlformats.org/officeDocument/2006/relationships/image" Target="../media/image9.wmf"/><Relationship Id="rId134" Type="http://schemas.openxmlformats.org/officeDocument/2006/relationships/tags" Target="../tags/tag42.xml"/><Relationship Id="rId80" Type="http://schemas.openxmlformats.org/officeDocument/2006/relationships/oleObject" Target="../embeddings/oleObject2.bin"/><Relationship Id="rId155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组合 66">
            <a:extLst>
              <a:ext uri="{FF2B5EF4-FFF2-40B4-BE49-F238E27FC236}">
                <a16:creationId xmlns:a16="http://schemas.microsoft.com/office/drawing/2014/main" id="{1DFFE017-DC61-4B44-88B5-30F073883562}"/>
              </a:ext>
            </a:extLst>
          </p:cNvPr>
          <p:cNvGrpSpPr/>
          <p:nvPr/>
        </p:nvGrpSpPr>
        <p:grpSpPr>
          <a:xfrm>
            <a:off x="65948" y="67092"/>
            <a:ext cx="11388592" cy="6961832"/>
            <a:chOff x="65948" y="67092"/>
            <a:chExt cx="11388592" cy="6961832"/>
          </a:xfrm>
        </p:grpSpPr>
        <p:sp>
          <p:nvSpPr>
            <p:cNvPr id="175" name="矩形 174">
              <a:extLst>
                <a:ext uri="{FF2B5EF4-FFF2-40B4-BE49-F238E27FC236}">
                  <a16:creationId xmlns:a16="http://schemas.microsoft.com/office/drawing/2014/main" id="{6CAE9398-CF71-4947-9A63-50D9DAA3FEB0}"/>
                </a:ext>
              </a:extLst>
            </p:cNvPr>
            <p:cNvSpPr/>
            <p:nvPr/>
          </p:nvSpPr>
          <p:spPr>
            <a:xfrm>
              <a:off x="65948" y="93073"/>
              <a:ext cx="11388592" cy="6935851"/>
            </a:xfrm>
            <a:prstGeom prst="rect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sz="1902" dirty="0"/>
            </a:p>
          </p:txBody>
        </p:sp>
        <p:grpSp>
          <p:nvGrpSpPr>
            <p:cNvPr id="105" name="组合 104">
              <a:extLst>
                <a:ext uri="{FF2B5EF4-FFF2-40B4-BE49-F238E27FC236}">
                  <a16:creationId xmlns:a16="http://schemas.microsoft.com/office/drawing/2014/main" id="{CE069318-8684-4001-B44E-A137A21E0FC0}"/>
                </a:ext>
              </a:extLst>
            </p:cNvPr>
            <p:cNvGrpSpPr/>
            <p:nvPr/>
          </p:nvGrpSpPr>
          <p:grpSpPr>
            <a:xfrm>
              <a:off x="796395" y="67092"/>
              <a:ext cx="2136771" cy="757731"/>
              <a:chOff x="1578412" y="292187"/>
              <a:chExt cx="2057568" cy="731396"/>
            </a:xfrm>
          </p:grpSpPr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79A72051-E5BF-41C2-BDAA-17086FEC51FF}"/>
                  </a:ext>
                </a:extLst>
              </p:cNvPr>
              <p:cNvSpPr/>
              <p:nvPr/>
            </p:nvSpPr>
            <p:spPr>
              <a:xfrm>
                <a:off x="1578412" y="630746"/>
                <a:ext cx="2057568" cy="392837"/>
              </a:xfrm>
              <a:prstGeom prst="rect">
                <a:avLst/>
              </a:prstGeom>
              <a:noFill/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902" dirty="0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7" name="文本框 6">
                    <a:extLst>
                      <a:ext uri="{FF2B5EF4-FFF2-40B4-BE49-F238E27FC236}">
                        <a16:creationId xmlns:a16="http://schemas.microsoft.com/office/drawing/2014/main" id="{9F379769-6EDC-4AD9-8B90-9E736D297D63}"/>
                      </a:ext>
                    </a:extLst>
                  </p:cNvPr>
                  <p:cNvSpPr txBox="1"/>
                  <p:nvPr/>
                </p:nvSpPr>
                <p:spPr>
                  <a:xfrm>
                    <a:off x="1848537" y="292187"/>
                    <a:ext cx="1569660" cy="28129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268" dirty="0">
                        <a:latin typeface="宋体" panose="02010600030101010101" pitchFamily="2" charset="-122"/>
                        <a:ea typeface="宋体" panose="02010600030101010101" pitchFamily="2" charset="-122"/>
                      </a:rPr>
                      <a:t>输入流量批次</a:t>
                    </a:r>
                    <a:r>
                      <a:rPr lang="en-US" altLang="zh-CN" sz="1268" dirty="0">
                        <a:latin typeface="宋体" panose="02010600030101010101" pitchFamily="2" charset="-122"/>
                        <a:ea typeface="宋体" panose="02010600030101010101" pitchFamily="2" charset="-122"/>
                      </a:rPr>
                      <a:t>(</a:t>
                    </a:r>
                    <a14:m>
                      <m:oMath xmlns:m="http://schemas.openxmlformats.org/officeDocument/2006/math">
                        <m:r>
                          <a:rPr lang="zh-CN" altLang="en-US" sz="1268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𝜒</m:t>
                        </m:r>
                      </m:oMath>
                    </a14:m>
                    <a:r>
                      <a:rPr lang="en-US" altLang="zh-CN" sz="1268" dirty="0">
                        <a:latin typeface="宋体" panose="02010600030101010101" pitchFamily="2" charset="-122"/>
                        <a:ea typeface="宋体" panose="02010600030101010101" pitchFamily="2" charset="-122"/>
                      </a:rPr>
                      <a:t>)</a:t>
                    </a:r>
                    <a:endParaRPr lang="zh-CN" altLang="en-US" sz="1268" dirty="0">
                      <a:latin typeface="宋体" panose="02010600030101010101" pitchFamily="2" charset="-122"/>
                      <a:ea typeface="宋体" panose="02010600030101010101" pitchFamily="2" charset="-122"/>
                    </a:endParaRPr>
                  </a:p>
                </p:txBody>
              </p:sp>
            </mc:Choice>
            <mc:Fallback>
              <p:sp>
                <p:nvSpPr>
                  <p:cNvPr id="7" name="文本框 6">
                    <a:extLst>
                      <a:ext uri="{FF2B5EF4-FFF2-40B4-BE49-F238E27FC236}">
                        <a16:creationId xmlns:a16="http://schemas.microsoft.com/office/drawing/2014/main" id="{9F379769-6EDC-4AD9-8B90-9E736D297D6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48537" y="292187"/>
                    <a:ext cx="1569660" cy="281295"/>
                  </a:xfrm>
                  <a:prstGeom prst="rect">
                    <a:avLst/>
                  </a:prstGeom>
                  <a:blipFill>
                    <a:blip r:embed="rId67"/>
                    <a:stretch>
                      <a:fillRect l="-375" t="-2083" b="-1458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流程图: 接点 7">
                    <a:extLst>
                      <a:ext uri="{FF2B5EF4-FFF2-40B4-BE49-F238E27FC236}">
                        <a16:creationId xmlns:a16="http://schemas.microsoft.com/office/drawing/2014/main" id="{E2FB2813-E045-4C43-8691-E6C24C80EE8B}"/>
                      </a:ext>
                    </a:extLst>
                  </p:cNvPr>
                  <p:cNvSpPr/>
                  <p:nvPr/>
                </p:nvSpPr>
                <p:spPr>
                  <a:xfrm>
                    <a:off x="1697737" y="683774"/>
                    <a:ext cx="284400" cy="282575"/>
                  </a:xfrm>
                  <a:prstGeom prst="flowChartConnector">
                    <a:avLst/>
                  </a:prstGeom>
                  <a:noFill/>
                  <a:ln>
                    <a:solidFill>
                      <a:schemeClr val="bg1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79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79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CN" sz="1479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479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8" name="流程图: 接点 7">
                    <a:extLst>
                      <a:ext uri="{FF2B5EF4-FFF2-40B4-BE49-F238E27FC236}">
                        <a16:creationId xmlns:a16="http://schemas.microsoft.com/office/drawing/2014/main" id="{E2FB2813-E045-4C43-8691-E6C24C80EE8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97737" y="683774"/>
                    <a:ext cx="284400" cy="282575"/>
                  </a:xfrm>
                  <a:prstGeom prst="flowChartConnector">
                    <a:avLst/>
                  </a:prstGeom>
                  <a:blipFill>
                    <a:blip r:embed="rId68"/>
                    <a:stretch>
                      <a:fillRect l="-4167"/>
                    </a:stretch>
                  </a:blipFill>
                  <a:ln>
                    <a:solidFill>
                      <a:schemeClr val="bg1">
                        <a:lumMod val="50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流程图: 接点 8">
                    <a:extLst>
                      <a:ext uri="{FF2B5EF4-FFF2-40B4-BE49-F238E27FC236}">
                        <a16:creationId xmlns:a16="http://schemas.microsoft.com/office/drawing/2014/main" id="{D854E323-F739-405D-90CA-2E4FA8F7B006}"/>
                      </a:ext>
                    </a:extLst>
                  </p:cNvPr>
                  <p:cNvSpPr/>
                  <p:nvPr/>
                </p:nvSpPr>
                <p:spPr>
                  <a:xfrm>
                    <a:off x="2108634" y="683774"/>
                    <a:ext cx="284400" cy="282575"/>
                  </a:xfrm>
                  <a:prstGeom prst="flowChartConnector">
                    <a:avLst/>
                  </a:prstGeom>
                  <a:noFill/>
                  <a:ln>
                    <a:solidFill>
                      <a:schemeClr val="bg1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79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79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CN" sz="1479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479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9" name="流程图: 接点 8">
                    <a:extLst>
                      <a:ext uri="{FF2B5EF4-FFF2-40B4-BE49-F238E27FC236}">
                        <a16:creationId xmlns:a16="http://schemas.microsoft.com/office/drawing/2014/main" id="{D854E323-F739-405D-90CA-2E4FA8F7B00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08634" y="683774"/>
                    <a:ext cx="284400" cy="282575"/>
                  </a:xfrm>
                  <a:prstGeom prst="flowChartConnector">
                    <a:avLst/>
                  </a:prstGeom>
                  <a:blipFill>
                    <a:blip r:embed="rId69"/>
                    <a:stretch>
                      <a:fillRect l="-4082"/>
                    </a:stretch>
                  </a:blipFill>
                  <a:ln>
                    <a:solidFill>
                      <a:schemeClr val="bg1">
                        <a:lumMod val="50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流程图: 接点 9">
                    <a:extLst>
                      <a:ext uri="{FF2B5EF4-FFF2-40B4-BE49-F238E27FC236}">
                        <a16:creationId xmlns:a16="http://schemas.microsoft.com/office/drawing/2014/main" id="{26B9D1D7-D2D3-4C5E-B270-9D0E374FCD8C}"/>
                      </a:ext>
                    </a:extLst>
                  </p:cNvPr>
                  <p:cNvSpPr/>
                  <p:nvPr/>
                </p:nvSpPr>
                <p:spPr>
                  <a:xfrm>
                    <a:off x="2519531" y="683774"/>
                    <a:ext cx="284400" cy="282575"/>
                  </a:xfrm>
                  <a:prstGeom prst="flowChartConnector">
                    <a:avLst/>
                  </a:prstGeom>
                  <a:noFill/>
                  <a:ln>
                    <a:solidFill>
                      <a:schemeClr val="bg1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79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79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CN" sz="1479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479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" name="流程图: 接点 9">
                    <a:extLst>
                      <a:ext uri="{FF2B5EF4-FFF2-40B4-BE49-F238E27FC236}">
                        <a16:creationId xmlns:a16="http://schemas.microsoft.com/office/drawing/2014/main" id="{26B9D1D7-D2D3-4C5E-B270-9D0E374FCD8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519531" y="683774"/>
                    <a:ext cx="284400" cy="282575"/>
                  </a:xfrm>
                  <a:prstGeom prst="flowChartConnector">
                    <a:avLst/>
                  </a:prstGeom>
                  <a:blipFill>
                    <a:blip r:embed="rId70"/>
                    <a:stretch>
                      <a:fillRect l="-2041"/>
                    </a:stretch>
                  </a:blipFill>
                  <a:ln>
                    <a:solidFill>
                      <a:schemeClr val="bg1">
                        <a:lumMod val="50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8F6CAE02-AC72-4C98-9893-7B8E0C22B202}"/>
                  </a:ext>
                </a:extLst>
              </p:cNvPr>
              <p:cNvSpPr txBox="1"/>
              <p:nvPr/>
            </p:nvSpPr>
            <p:spPr>
              <a:xfrm>
                <a:off x="2782374" y="593286"/>
                <a:ext cx="430970" cy="3716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902" b="1" dirty="0"/>
                  <a:t>....</a:t>
                </a:r>
                <a:endParaRPr lang="zh-CN" altLang="en-US" sz="1902" b="1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流程图: 接点 11">
                    <a:extLst>
                      <a:ext uri="{FF2B5EF4-FFF2-40B4-BE49-F238E27FC236}">
                        <a16:creationId xmlns:a16="http://schemas.microsoft.com/office/drawing/2014/main" id="{ED511816-0C8C-4BFC-AC89-B082942C6E88}"/>
                      </a:ext>
                    </a:extLst>
                  </p:cNvPr>
                  <p:cNvSpPr/>
                  <p:nvPr/>
                </p:nvSpPr>
                <p:spPr>
                  <a:xfrm>
                    <a:off x="3191460" y="683774"/>
                    <a:ext cx="284400" cy="282575"/>
                  </a:xfrm>
                  <a:prstGeom prst="flowChartConnector">
                    <a:avLst/>
                  </a:prstGeom>
                  <a:noFill/>
                  <a:ln>
                    <a:solidFill>
                      <a:schemeClr val="bg1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79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79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CN" sz="1479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479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2" name="流程图: 接点 11">
                    <a:extLst>
                      <a:ext uri="{FF2B5EF4-FFF2-40B4-BE49-F238E27FC236}">
                        <a16:creationId xmlns:a16="http://schemas.microsoft.com/office/drawing/2014/main" id="{ED511816-0C8C-4BFC-AC89-B082942C6E88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91460" y="683774"/>
                    <a:ext cx="284400" cy="282575"/>
                  </a:xfrm>
                  <a:prstGeom prst="flowChartConnector">
                    <a:avLst/>
                  </a:prstGeom>
                  <a:blipFill>
                    <a:blip r:embed="rId71"/>
                    <a:stretch>
                      <a:fillRect l="-2083"/>
                    </a:stretch>
                  </a:blipFill>
                  <a:ln>
                    <a:solidFill>
                      <a:schemeClr val="bg1">
                        <a:lumMod val="50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4" name="矩形: 圆角 3">
              <a:extLst>
                <a:ext uri="{FF2B5EF4-FFF2-40B4-BE49-F238E27FC236}">
                  <a16:creationId xmlns:a16="http://schemas.microsoft.com/office/drawing/2014/main" id="{0EDFBDC9-435C-4403-B698-52830D524B7C}"/>
                </a:ext>
              </a:extLst>
            </p:cNvPr>
            <p:cNvSpPr/>
            <p:nvPr/>
          </p:nvSpPr>
          <p:spPr>
            <a:xfrm>
              <a:off x="393307" y="1884472"/>
              <a:ext cx="2792673" cy="4457507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902" dirty="0"/>
            </a:p>
          </p:txBody>
        </p:sp>
        <p:sp>
          <p:nvSpPr>
            <p:cNvPr id="13" name="箭头: 右 12">
              <a:extLst>
                <a:ext uri="{FF2B5EF4-FFF2-40B4-BE49-F238E27FC236}">
                  <a16:creationId xmlns:a16="http://schemas.microsoft.com/office/drawing/2014/main" id="{14C9A901-0FE5-4C39-A4C0-0B02622D729D}"/>
                </a:ext>
              </a:extLst>
            </p:cNvPr>
            <p:cNvSpPr/>
            <p:nvPr/>
          </p:nvSpPr>
          <p:spPr>
            <a:xfrm rot="5400000">
              <a:off x="1777930" y="1629049"/>
              <a:ext cx="286971" cy="212260"/>
            </a:xfrm>
            <a:prstGeom prst="rightArrow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902"/>
            </a:p>
          </p:txBody>
        </p:sp>
        <p:grpSp>
          <p:nvGrpSpPr>
            <p:cNvPr id="14" name="组合 13">
              <a:extLst>
                <a:ext uri="{FF2B5EF4-FFF2-40B4-BE49-F238E27FC236}">
                  <a16:creationId xmlns:a16="http://schemas.microsoft.com/office/drawing/2014/main" id="{EC6B2E8E-1FE4-4EF7-94EE-09FE14229C0F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861804" y="2607547"/>
              <a:ext cx="2075593" cy="1702719"/>
              <a:chOff x="6964" y="969"/>
              <a:chExt cx="5173" cy="4568"/>
            </a:xfrm>
          </p:grpSpPr>
          <p:cxnSp>
            <p:nvCxnSpPr>
              <p:cNvPr id="15" name="直接箭头连接符 14">
                <a:extLst>
                  <a:ext uri="{FF2B5EF4-FFF2-40B4-BE49-F238E27FC236}">
                    <a16:creationId xmlns:a16="http://schemas.microsoft.com/office/drawing/2014/main" id="{0DEA40A5-2E5A-463F-A1E6-A8648FA2F877}"/>
                  </a:ext>
                </a:extLst>
              </p:cNvPr>
              <p:cNvCxnSpPr>
                <a:stCxn id="73" idx="6"/>
                <a:endCxn id="37" idx="1"/>
              </p:cNvCxnSpPr>
              <p:nvPr>
                <p:custDataLst>
                  <p:tags r:id="rId2"/>
                </p:custDataLst>
              </p:nvPr>
            </p:nvCxnSpPr>
            <p:spPr>
              <a:xfrm>
                <a:off x="9717" y="1309"/>
                <a:ext cx="1540" cy="388"/>
              </a:xfrm>
              <a:prstGeom prst="straightConnector1">
                <a:avLst/>
              </a:prstGeom>
              <a:ln>
                <a:solidFill>
                  <a:schemeClr val="tx2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grpSp>
            <p:nvGrpSpPr>
              <p:cNvPr id="16" name="组合 15">
                <a:extLst>
                  <a:ext uri="{FF2B5EF4-FFF2-40B4-BE49-F238E27FC236}">
                    <a16:creationId xmlns:a16="http://schemas.microsoft.com/office/drawing/2014/main" id="{86CA022A-416E-47BA-8242-FDD66EAD0F3E}"/>
                  </a:ext>
                </a:extLst>
              </p:cNvPr>
              <p:cNvGrpSpPr/>
              <p:nvPr/>
            </p:nvGrpSpPr>
            <p:grpSpPr>
              <a:xfrm>
                <a:off x="6964" y="1309"/>
                <a:ext cx="991" cy="3635"/>
                <a:chOff x="11509" y="4815"/>
                <a:chExt cx="991" cy="3635"/>
              </a:xfrm>
            </p:grpSpPr>
            <p:sp>
              <p:nvSpPr>
                <p:cNvPr id="85" name="椭圆 84">
                  <a:extLst>
                    <a:ext uri="{FF2B5EF4-FFF2-40B4-BE49-F238E27FC236}">
                      <a16:creationId xmlns:a16="http://schemas.microsoft.com/office/drawing/2014/main" id="{DCD7D5F1-4885-49DE-8E04-84755585A1A7}"/>
                    </a:ext>
                  </a:extLst>
                </p:cNvPr>
                <p:cNvSpPr/>
                <p:nvPr>
                  <p:custDataLst>
                    <p:tags r:id="rId56"/>
                  </p:custDataLst>
                </p:nvPr>
              </p:nvSpPr>
              <p:spPr>
                <a:xfrm>
                  <a:off x="11509" y="4833"/>
                  <a:ext cx="681" cy="680"/>
                </a:xfrm>
                <a:prstGeom prst="ellipse">
                  <a:avLst/>
                </a:prstGeom>
                <a:solidFill>
                  <a:srgbClr val="B5D8FF"/>
                </a:solidFill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902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graphicFrame>
                  <p:nvGraphicFramePr>
                    <p:cNvPr id="86" name="对象 85">
                      <a:hlinkClick r:id="" action="ppaction://ole?verb=0"/>
                      <a:extLst>
                        <a:ext uri="{FF2B5EF4-FFF2-40B4-BE49-F238E27FC236}">
                          <a16:creationId xmlns:a16="http://schemas.microsoft.com/office/drawing/2014/main" id="{BA1FAEE8-F1A0-4183-85A4-55A8D9CA9AAC}"/>
                        </a:ext>
                      </a:extLst>
                    </p:cNvPr>
                    <p:cNvGraphicFramePr>
                      <a:graphicFrameLocks noChangeAspect="1"/>
                    </p:cNvGraphicFramePr>
                    <p:nvPr>
                      <p:custDataLst>
                        <p:tags r:id="rId57"/>
                      </p:custDataLst>
                    </p:nvPr>
                  </p:nvGraphicFramePr>
                  <p:xfrm>
                    <a:off x="11641" y="4815"/>
                    <a:ext cx="428" cy="607"/>
                  </p:xfrm>
                  <a:graphic>
                    <a:graphicData uri="http://schemas.openxmlformats.org/presentationml/2006/ole">
                      <mc:AlternateContent>
                        <mc:Choice xmlns:v="urn:schemas-microsoft-com:vml" Requires="v">
                          <p:oleObj spid="_x0000_s1442" r:id="rId72" imgW="152400" imgH="215900" progId="Equation.KSEE3">
                            <p:embed/>
                          </p:oleObj>
                        </mc:Choice>
                        <mc:Fallback>
                          <p:oleObj r:id="rId72" imgW="152400" imgH="215900" progId="Equation.KSEE3">
                            <p:embed/>
                            <p:pic>
                              <p:nvPicPr>
                                <p:cNvPr id="394" name="对象 393">
                                  <a:hlinkClick r:id="" action="ppaction://ole?verb=0"/>
                                </p:cNvPr>
                                <p:cNvPicPr/>
                                <p:nvPr/>
                              </p:nvPicPr>
                              <p:blipFill>
                                <a:blip r:embed="rId73"/>
                                <a:stretch>
                                  <a:fillRect/>
                                </a:stretch>
                              </p:blipFill>
                              <p:spPr>
                                <a:xfrm>
                                  <a:off x="11641" y="4815"/>
                                  <a:ext cx="428" cy="607"/>
                                </a:xfrm>
                                <a:prstGeom prst="rect">
                                  <a:avLst/>
                                </a:prstGeom>
                              </p:spPr>
                            </p:pic>
                          </p:oleObj>
                        </mc:Fallback>
                      </mc:AlternateContent>
                    </a:graphicData>
                  </a:graphic>
                </p:graphicFrame>
              </mc:Choice>
              <mc:Fallback xmlns="">
                <p:graphicFrame>
                  <p:nvGraphicFramePr>
                    <p:cNvPr id="86" name="对象 85">
                      <a:hlinkClick r:id="" action="ppaction://ole?verb=0"/>
                      <a:extLst>
                        <a:ext uri="{FF2B5EF4-FFF2-40B4-BE49-F238E27FC236}">
                          <a16:creationId xmlns:a16="http://schemas.microsoft.com/office/drawing/2014/main" id="{BA1FAEE8-F1A0-4183-85A4-55A8D9CA9AAC}"/>
                        </a:ext>
                      </a:extLst>
                    </p:cNvPr>
                    <p:cNvGraphicFramePr>
                      <a:graphicFrameLocks noChangeAspect="1"/>
                    </p:cNvGraphicFramePr>
                    <p:nvPr>
                      <p:custDataLst>
                        <p:tags r:id="rId74"/>
                      </p:custDataLst>
                    </p:nvPr>
                  </p:nvGraphicFramePr>
                  <p:xfrm>
                    <a:off x="11641" y="4815"/>
                    <a:ext cx="428" cy="607"/>
                  </p:xfrm>
                  <a:graphic>
                    <a:graphicData uri="http://schemas.openxmlformats.org/presentationml/2006/ole">
                      <mc:AlternateContent>
                        <mc:Choice xmlns:v="urn:schemas-microsoft-com:vml" Requires="v">
                          <p:oleObj spid="_x0000_s1312" r:id="rId75" imgW="152400" imgH="215900" progId="Equation.KSEE3">
                            <p:embed/>
                          </p:oleObj>
                        </mc:Choice>
                        <mc:Fallback>
                          <p:oleObj r:id="rId75" imgW="152400" imgH="215900" progId="Equation.KSEE3">
                            <p:embed/>
                            <p:pic>
                              <p:nvPicPr>
                                <p:cNvPr id="394" name="对象 393">
                                  <a:hlinkClick r:id="" action="ppaction://ole?verb=0"/>
                                </p:cNvPr>
                                <p:cNvPicPr/>
                                <p:nvPr/>
                              </p:nvPicPr>
                              <p:blipFill>
                                <a:blip r:embed="rId76"/>
                                <a:stretch>
                                  <a:fillRect/>
                                </a:stretch>
                              </p:blipFill>
                              <p:spPr>
                                <a:xfrm>
                                  <a:off x="11641" y="4815"/>
                                  <a:ext cx="428" cy="607"/>
                                </a:xfrm>
                                <a:prstGeom prst="rect">
                                  <a:avLst/>
                                </a:prstGeom>
                              </p:spPr>
                            </p:pic>
                          </p:oleObj>
                        </mc:Fallback>
                      </mc:AlternateContent>
                    </a:graphicData>
                  </a:graphic>
                </p:graphicFrame>
              </mc:Fallback>
            </mc:AlternateContent>
            <p:grpSp>
              <p:nvGrpSpPr>
                <p:cNvPr id="87" name="组合 86">
                  <a:extLst>
                    <a:ext uri="{FF2B5EF4-FFF2-40B4-BE49-F238E27FC236}">
                      <a16:creationId xmlns:a16="http://schemas.microsoft.com/office/drawing/2014/main" id="{311AEEC1-2704-44BC-9872-06EAD69D9AAC}"/>
                    </a:ext>
                  </a:extLst>
                </p:cNvPr>
                <p:cNvGrpSpPr/>
                <p:nvPr/>
              </p:nvGrpSpPr>
              <p:grpSpPr>
                <a:xfrm>
                  <a:off x="11509" y="5761"/>
                  <a:ext cx="991" cy="2689"/>
                  <a:chOff x="11509" y="5761"/>
                  <a:chExt cx="991" cy="2689"/>
                </a:xfrm>
              </p:grpSpPr>
              <p:sp>
                <p:nvSpPr>
                  <p:cNvPr id="88" name="椭圆 87">
                    <a:extLst>
                      <a:ext uri="{FF2B5EF4-FFF2-40B4-BE49-F238E27FC236}">
                        <a16:creationId xmlns:a16="http://schemas.microsoft.com/office/drawing/2014/main" id="{2834824F-974C-43B4-8191-1552A6FEB2EB}"/>
                      </a:ext>
                    </a:extLst>
                  </p:cNvPr>
                  <p:cNvSpPr/>
                  <p:nvPr>
                    <p:custDataLst>
                      <p:tags r:id="rId58"/>
                    </p:custDataLst>
                  </p:nvPr>
                </p:nvSpPr>
                <p:spPr>
                  <a:xfrm>
                    <a:off x="11509" y="5761"/>
                    <a:ext cx="681" cy="680"/>
                  </a:xfrm>
                  <a:prstGeom prst="ellipse">
                    <a:avLst/>
                  </a:prstGeom>
                  <a:solidFill>
                    <a:srgbClr val="B5D8FF"/>
                  </a:solidFill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902"/>
                  </a:p>
                </p:txBody>
              </p:sp>
              <p:sp>
                <p:nvSpPr>
                  <p:cNvPr id="89" name="椭圆 88">
                    <a:extLst>
                      <a:ext uri="{FF2B5EF4-FFF2-40B4-BE49-F238E27FC236}">
                        <a16:creationId xmlns:a16="http://schemas.microsoft.com/office/drawing/2014/main" id="{1D5DF195-169D-47B3-80FD-AA99433557C1}"/>
                      </a:ext>
                    </a:extLst>
                  </p:cNvPr>
                  <p:cNvSpPr/>
                  <p:nvPr>
                    <p:custDataLst>
                      <p:tags r:id="rId59"/>
                    </p:custDataLst>
                  </p:nvPr>
                </p:nvSpPr>
                <p:spPr>
                  <a:xfrm>
                    <a:off x="11509" y="6691"/>
                    <a:ext cx="681" cy="680"/>
                  </a:xfrm>
                  <a:prstGeom prst="ellipse">
                    <a:avLst/>
                  </a:prstGeom>
                  <a:solidFill>
                    <a:srgbClr val="B5D8FF"/>
                  </a:solidFill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902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graphicFrame>
                    <p:nvGraphicFramePr>
                      <p:cNvPr id="91" name="对象 90">
                        <a:hlinkClick r:id="" action="ppaction://ole?verb=0"/>
                        <a:extLst>
                          <a:ext uri="{FF2B5EF4-FFF2-40B4-BE49-F238E27FC236}">
                            <a16:creationId xmlns:a16="http://schemas.microsoft.com/office/drawing/2014/main" id="{7EFA8A5F-C72D-4BDF-BEC1-C73861E2F32A}"/>
                          </a:ext>
                        </a:extLst>
                      </p:cNvPr>
                      <p:cNvGraphicFramePr>
                        <a:graphicFrameLocks noChangeAspect="1"/>
                      </p:cNvGraphicFramePr>
                      <p:nvPr>
                        <p:custDataLst>
                          <p:tags r:id="rId60"/>
                        </p:custDataLst>
                      </p:nvPr>
                    </p:nvGraphicFramePr>
                    <p:xfrm>
                      <a:off x="11623" y="5761"/>
                      <a:ext cx="464" cy="607"/>
                    </p:xfrm>
                    <a:graphic>
                      <a:graphicData uri="http://schemas.openxmlformats.org/presentationml/2006/ole">
                        <mc:AlternateContent>
                          <mc:Choice xmlns:v="urn:schemas-microsoft-com:vml" Requires="v">
                            <p:oleObj spid="_x0000_s1443" r:id="rId77" imgW="165100" imgH="215900" progId="Equation.KSEE3">
                              <p:embed/>
                            </p:oleObj>
                          </mc:Choice>
                          <mc:Fallback>
                            <p:oleObj r:id="rId77" imgW="165100" imgH="215900" progId="Equation.KSEE3">
                              <p:embed/>
                              <p:pic>
                                <p:nvPicPr>
                                  <p:cNvPr id="396" name="对象 395">
                                    <a:hlinkClick r:id="" action="ppaction://ole?verb=0"/>
                                  </p:cNvPr>
                                  <p:cNvPicPr/>
                                  <p:nvPr/>
                                </p:nvPicPr>
                                <p:blipFill>
                                  <a:blip r:embed="rId78"/>
                                  <a:stretch>
                                    <a:fillRect/>
                                  </a:stretch>
                                </p:blipFill>
                                <p:spPr>
                                  <a:xfrm>
                                    <a:off x="11623" y="5761"/>
                                    <a:ext cx="464" cy="607"/>
                                  </a:xfrm>
                                  <a:prstGeom prst="rect">
                                    <a:avLst/>
                                  </a:prstGeom>
                                </p:spPr>
                              </p:pic>
                            </p:oleObj>
                          </mc:Fallback>
                        </mc:AlternateContent>
                      </a:graphicData>
                    </a:graphic>
                  </p:graphicFrame>
                </mc:Choice>
                <mc:Fallback xmlns="">
                  <p:graphicFrame>
                    <p:nvGraphicFramePr>
                      <p:cNvPr id="91" name="对象 90">
                        <a:hlinkClick r:id="" action="ppaction://ole?verb=0"/>
                        <a:extLst>
                          <a:ext uri="{FF2B5EF4-FFF2-40B4-BE49-F238E27FC236}">
                            <a16:creationId xmlns:a16="http://schemas.microsoft.com/office/drawing/2014/main" id="{7EFA8A5F-C72D-4BDF-BEC1-C73861E2F32A}"/>
                          </a:ext>
                        </a:extLst>
                      </p:cNvPr>
                      <p:cNvGraphicFramePr>
                        <a:graphicFrameLocks noChangeAspect="1"/>
                      </p:cNvGraphicFramePr>
                      <p:nvPr>
                        <p:custDataLst>
                          <p:tags r:id="rId79"/>
                        </p:custDataLst>
                      </p:nvPr>
                    </p:nvGraphicFramePr>
                    <p:xfrm>
                      <a:off x="11623" y="5761"/>
                      <a:ext cx="464" cy="607"/>
                    </p:xfrm>
                    <a:graphic>
                      <a:graphicData uri="http://schemas.openxmlformats.org/presentationml/2006/ole">
                        <mc:AlternateContent>
                          <mc:Choice xmlns:v="urn:schemas-microsoft-com:vml" Requires="v">
                            <p:oleObj spid="_x0000_s1313" r:id="rId80" imgW="165100" imgH="215900" progId="Equation.KSEE3">
                              <p:embed/>
                            </p:oleObj>
                          </mc:Choice>
                          <mc:Fallback>
                            <p:oleObj r:id="rId80" imgW="165100" imgH="215900" progId="Equation.KSEE3">
                              <p:embed/>
                              <p:pic>
                                <p:nvPicPr>
                                  <p:cNvPr id="396" name="对象 395">
                                    <a:hlinkClick r:id="" action="ppaction://ole?verb=0"/>
                                  </p:cNvPr>
                                  <p:cNvPicPr/>
                                  <p:nvPr/>
                                </p:nvPicPr>
                                <p:blipFill>
                                  <a:blip r:embed="rId81"/>
                                  <a:stretch>
                                    <a:fillRect/>
                                  </a:stretch>
                                </p:blipFill>
                                <p:spPr>
                                  <a:xfrm>
                                    <a:off x="11623" y="5761"/>
                                    <a:ext cx="464" cy="607"/>
                                  </a:xfrm>
                                  <a:prstGeom prst="rect">
                                    <a:avLst/>
                                  </a:prstGeom>
                                </p:spPr>
                              </p:pic>
                            </p:oleObj>
                          </mc:Fallback>
                        </mc:AlternateContent>
                      </a:graphicData>
                    </a:graphic>
                  </p:graphicFrame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graphicFrame>
                    <p:nvGraphicFramePr>
                      <p:cNvPr id="92" name="对象 91">
                        <a:hlinkClick r:id="" action="ppaction://ole?verb=0"/>
                        <a:extLst>
                          <a:ext uri="{FF2B5EF4-FFF2-40B4-BE49-F238E27FC236}">
                            <a16:creationId xmlns:a16="http://schemas.microsoft.com/office/drawing/2014/main" id="{CBAFC9C6-5365-40C5-8554-211739F5D904}"/>
                          </a:ext>
                        </a:extLst>
                      </p:cNvPr>
                      <p:cNvGraphicFramePr>
                        <a:graphicFrameLocks noChangeAspect="1"/>
                      </p:cNvGraphicFramePr>
                      <p:nvPr>
                        <p:custDataLst>
                          <p:tags r:id="rId61"/>
                        </p:custDataLst>
                      </p:nvPr>
                    </p:nvGraphicFramePr>
                    <p:xfrm>
                      <a:off x="11623" y="6691"/>
                      <a:ext cx="464" cy="643"/>
                    </p:xfrm>
                    <a:graphic>
                      <a:graphicData uri="http://schemas.openxmlformats.org/presentationml/2006/ole">
                        <mc:AlternateContent>
                          <mc:Choice xmlns:v="urn:schemas-microsoft-com:vml" Requires="v">
                            <p:oleObj spid="_x0000_s1444" r:id="rId82" imgW="165100" imgH="228600" progId="Equation.KSEE3">
                              <p:embed/>
                            </p:oleObj>
                          </mc:Choice>
                          <mc:Fallback>
                            <p:oleObj r:id="rId82" imgW="165100" imgH="228600" progId="Equation.KSEE3">
                              <p:embed/>
                              <p:pic>
                                <p:nvPicPr>
                                  <p:cNvPr id="398" name="对象 397">
                                    <a:hlinkClick r:id="" action="ppaction://ole?verb=0"/>
                                  </p:cNvPr>
                                  <p:cNvPicPr/>
                                  <p:nvPr/>
                                </p:nvPicPr>
                                <p:blipFill>
                                  <a:blip r:embed="rId83"/>
                                  <a:stretch>
                                    <a:fillRect/>
                                  </a:stretch>
                                </p:blipFill>
                                <p:spPr>
                                  <a:xfrm>
                                    <a:off x="11623" y="6691"/>
                                    <a:ext cx="464" cy="643"/>
                                  </a:xfrm>
                                  <a:prstGeom prst="rect">
                                    <a:avLst/>
                                  </a:prstGeom>
                                </p:spPr>
                              </p:pic>
                            </p:oleObj>
                          </mc:Fallback>
                        </mc:AlternateContent>
                      </a:graphicData>
                    </a:graphic>
                  </p:graphicFrame>
                </mc:Choice>
                <mc:Fallback xmlns="">
                  <p:graphicFrame>
                    <p:nvGraphicFramePr>
                      <p:cNvPr id="92" name="对象 91">
                        <a:hlinkClick r:id="" action="ppaction://ole?verb=0"/>
                        <a:extLst>
                          <a:ext uri="{FF2B5EF4-FFF2-40B4-BE49-F238E27FC236}">
                            <a16:creationId xmlns:a16="http://schemas.microsoft.com/office/drawing/2014/main" id="{CBAFC9C6-5365-40C5-8554-211739F5D904}"/>
                          </a:ext>
                        </a:extLst>
                      </p:cNvPr>
                      <p:cNvGraphicFramePr>
                        <a:graphicFrameLocks noChangeAspect="1"/>
                      </p:cNvGraphicFramePr>
                      <p:nvPr>
                        <p:custDataLst>
                          <p:tags r:id="rId84"/>
                        </p:custDataLst>
                      </p:nvPr>
                    </p:nvGraphicFramePr>
                    <p:xfrm>
                      <a:off x="11623" y="6691"/>
                      <a:ext cx="464" cy="643"/>
                    </p:xfrm>
                    <a:graphic>
                      <a:graphicData uri="http://schemas.openxmlformats.org/presentationml/2006/ole">
                        <mc:AlternateContent>
                          <mc:Choice xmlns:v="urn:schemas-microsoft-com:vml" Requires="v">
                            <p:oleObj spid="_x0000_s1314" r:id="rId85" imgW="165100" imgH="228600" progId="Equation.KSEE3">
                              <p:embed/>
                            </p:oleObj>
                          </mc:Choice>
                          <mc:Fallback>
                            <p:oleObj r:id="rId85" imgW="165100" imgH="228600" progId="Equation.KSEE3">
                              <p:embed/>
                              <p:pic>
                                <p:nvPicPr>
                                  <p:cNvPr id="398" name="对象 397">
                                    <a:hlinkClick r:id="" action="ppaction://ole?verb=0"/>
                                  </p:cNvPr>
                                  <p:cNvPicPr/>
                                  <p:nvPr/>
                                </p:nvPicPr>
                                <p:blipFill>
                                  <a:blip r:embed="rId86"/>
                                  <a:stretch>
                                    <a:fillRect/>
                                  </a:stretch>
                                </p:blipFill>
                                <p:spPr>
                                  <a:xfrm>
                                    <a:off x="11623" y="6691"/>
                                    <a:ext cx="464" cy="643"/>
                                  </a:xfrm>
                                  <a:prstGeom prst="rect">
                                    <a:avLst/>
                                  </a:prstGeom>
                                </p:spPr>
                              </p:pic>
                            </p:oleObj>
                          </mc:Fallback>
                        </mc:AlternateContent>
                      </a:graphicData>
                    </a:graphic>
                  </p:graphicFrame>
                </mc:Fallback>
              </mc:AlternateContent>
              <p:grpSp>
                <p:nvGrpSpPr>
                  <p:cNvPr id="93" name="组合 92">
                    <a:extLst>
                      <a:ext uri="{FF2B5EF4-FFF2-40B4-BE49-F238E27FC236}">
                        <a16:creationId xmlns:a16="http://schemas.microsoft.com/office/drawing/2014/main" id="{4BFF6D24-1F2C-4977-94BD-17A053F71167}"/>
                      </a:ext>
                    </a:extLst>
                  </p:cNvPr>
                  <p:cNvGrpSpPr/>
                  <p:nvPr/>
                </p:nvGrpSpPr>
                <p:grpSpPr>
                  <a:xfrm>
                    <a:off x="11509" y="7756"/>
                    <a:ext cx="680" cy="694"/>
                    <a:chOff x="11509" y="7632"/>
                    <a:chExt cx="680" cy="694"/>
                  </a:xfrm>
                </p:grpSpPr>
                <p:sp>
                  <p:nvSpPr>
                    <p:cNvPr id="96" name="椭圆 95">
                      <a:extLst>
                        <a:ext uri="{FF2B5EF4-FFF2-40B4-BE49-F238E27FC236}">
                          <a16:creationId xmlns:a16="http://schemas.microsoft.com/office/drawing/2014/main" id="{4C219CC7-1F6D-4C82-A2E3-7F31AE7498A9}"/>
                        </a:ext>
                      </a:extLst>
                    </p:cNvPr>
                    <p:cNvSpPr/>
                    <p:nvPr>
                      <p:custDataLst>
                        <p:tags r:id="rId63"/>
                      </p:custDataLst>
                    </p:nvPr>
                  </p:nvSpPr>
                  <p:spPr>
                    <a:xfrm>
                      <a:off x="11509" y="7646"/>
                      <a:ext cx="681" cy="680"/>
                    </a:xfrm>
                    <a:prstGeom prst="ellipse">
                      <a:avLst/>
                    </a:prstGeom>
                    <a:solidFill>
                      <a:srgbClr val="B5D8FF"/>
                    </a:solidFill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902"/>
                    </a:p>
                  </p:txBody>
                </p:sp>
                <mc:AlternateContent xmlns:mc="http://schemas.openxmlformats.org/markup-compatibility/2006" xmlns:a14="http://schemas.microsoft.com/office/drawing/2010/main">
                  <mc:Choice Requires="a14">
                    <p:graphicFrame>
                      <p:nvGraphicFramePr>
                        <p:cNvPr id="97" name="对象 96">
                          <a:hlinkClick r:id="" action="ppaction://ole?verb=0"/>
                          <a:extLst>
                            <a:ext uri="{FF2B5EF4-FFF2-40B4-BE49-F238E27FC236}">
                              <a16:creationId xmlns:a16="http://schemas.microsoft.com/office/drawing/2014/main" id="{FC4306B4-0CCD-4477-B98A-ACF0937E69BA}"/>
                            </a:ext>
                          </a:extLst>
                        </p:cNvPr>
                        <p:cNvGraphicFramePr>
                          <a:graphicFrameLocks noChangeAspect="1"/>
                        </p:cNvGraphicFramePr>
                        <p:nvPr>
                          <p:custDataLst>
                            <p:tags r:id="rId64"/>
                          </p:custDataLst>
                        </p:nvPr>
                      </p:nvGraphicFramePr>
                      <p:xfrm>
                        <a:off x="11627" y="7632"/>
                        <a:ext cx="498" cy="643"/>
                      </p:xfrm>
                      <a:graphic>
                        <a:graphicData uri="http://schemas.openxmlformats.org/presentationml/2006/ole">
                          <mc:AlternateContent>
                            <mc:Choice xmlns:v="urn:schemas-microsoft-com:vml" Requires="v">
                              <p:oleObj spid="_x0000_s1445" r:id="rId87" imgW="177165" imgH="228600" progId="Equation.KSEE3">
                                <p:embed/>
                              </p:oleObj>
                            </mc:Choice>
                            <mc:Fallback>
                              <p:oleObj r:id="rId87" imgW="177165" imgH="228600" progId="Equation.KSEE3">
                                <p:embed/>
                                <p:pic>
                                  <p:nvPicPr>
                                    <p:cNvPr id="400" name="对象 399">
                                      <a:hlinkClick r:id="" action="ppaction://ole?verb=0"/>
                                    </p:cNvPr>
                                    <p:cNvPicPr/>
                                    <p:nvPr/>
                                  </p:nvPicPr>
                                  <p:blipFill>
                                    <a:blip r:embed="rId88"/>
                                    <a:stretch>
                                      <a:fillRect/>
                                    </a:stretch>
                                  </p:blipFill>
                                  <p:spPr>
                                    <a:xfrm>
                                      <a:off x="11627" y="7632"/>
                                      <a:ext cx="498" cy="643"/>
                                    </a:xfrm>
                                    <a:prstGeom prst="rect">
                                      <a:avLst/>
                                    </a:prstGeom>
                                  </p:spPr>
                                </p:pic>
                              </p:oleObj>
                            </mc:Fallback>
                          </mc:AlternateContent>
                        </a:graphicData>
                      </a:graphic>
                    </p:graphicFrame>
                  </mc:Choice>
                  <mc:Fallback xmlns="">
                    <p:graphicFrame>
                      <p:nvGraphicFramePr>
                        <p:cNvPr id="97" name="对象 96">
                          <a:hlinkClick r:id="" action="ppaction://ole?verb=0"/>
                          <a:extLst>
                            <a:ext uri="{FF2B5EF4-FFF2-40B4-BE49-F238E27FC236}">
                              <a16:creationId xmlns:a16="http://schemas.microsoft.com/office/drawing/2014/main" id="{FC4306B4-0CCD-4477-B98A-ACF0937E69BA}"/>
                            </a:ext>
                          </a:extLst>
                        </p:cNvPr>
                        <p:cNvGraphicFramePr>
                          <a:graphicFrameLocks noChangeAspect="1"/>
                        </p:cNvGraphicFramePr>
                        <p:nvPr>
                          <p:custDataLst>
                            <p:tags r:id="rId89"/>
                          </p:custDataLst>
                        </p:nvPr>
                      </p:nvGraphicFramePr>
                      <p:xfrm>
                        <a:off x="11627" y="7632"/>
                        <a:ext cx="498" cy="643"/>
                      </p:xfrm>
                      <a:graphic>
                        <a:graphicData uri="http://schemas.openxmlformats.org/presentationml/2006/ole">
                          <mc:AlternateContent>
                            <mc:Choice xmlns:v="urn:schemas-microsoft-com:vml" Requires="v">
                              <p:oleObj spid="_x0000_s1315" r:id="rId90" imgW="177165" imgH="228600" progId="Equation.KSEE3">
                                <p:embed/>
                              </p:oleObj>
                            </mc:Choice>
                            <mc:Fallback>
                              <p:oleObj r:id="rId90" imgW="177165" imgH="228600" progId="Equation.KSEE3">
                                <p:embed/>
                                <p:pic>
                                  <p:nvPicPr>
                                    <p:cNvPr id="400" name="对象 399">
                                      <a:hlinkClick r:id="" action="ppaction://ole?verb=0"/>
                                    </p:cNvPr>
                                    <p:cNvPicPr/>
                                    <p:nvPr/>
                                  </p:nvPicPr>
                                  <p:blipFill>
                                    <a:blip r:embed="rId91"/>
                                    <a:stretch>
                                      <a:fillRect/>
                                    </a:stretch>
                                  </p:blipFill>
                                  <p:spPr>
                                    <a:xfrm>
                                      <a:off x="11627" y="7632"/>
                                      <a:ext cx="498" cy="643"/>
                                    </a:xfrm>
                                    <a:prstGeom prst="rect">
                                      <a:avLst/>
                                    </a:prstGeom>
                                  </p:spPr>
                                </p:pic>
                              </p:oleObj>
                            </mc:Fallback>
                          </mc:AlternateContent>
                        </a:graphicData>
                      </a:graphic>
                    </p:graphicFrame>
                  </mc:Fallback>
                </mc:AlternateContent>
              </p:grpSp>
              <p:sp>
                <p:nvSpPr>
                  <p:cNvPr id="95" name="文本框 94">
                    <a:extLst>
                      <a:ext uri="{FF2B5EF4-FFF2-40B4-BE49-F238E27FC236}">
                        <a16:creationId xmlns:a16="http://schemas.microsoft.com/office/drawing/2014/main" id="{1D9E5D2B-3645-48EA-B634-1CBE4804A1E9}"/>
                      </a:ext>
                    </a:extLst>
                  </p:cNvPr>
                  <p:cNvSpPr txBox="1"/>
                  <p:nvPr>
                    <p:custDataLst>
                      <p:tags r:id="rId62"/>
                    </p:custDataLst>
                  </p:nvPr>
                </p:nvSpPr>
                <p:spPr>
                  <a:xfrm rot="5400000">
                    <a:off x="11926" y="7352"/>
                    <a:ext cx="693" cy="45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:r>
                      <a:rPr lang="en-US" altLang="zh-CN" sz="1902" dirty="0">
                        <a:latin typeface="Times New Roman" panose="02020603050405020304" charset="0"/>
                        <a:cs typeface="Times New Roman" panose="02020603050405020304" charset="0"/>
                      </a:rPr>
                      <a:t>..</a:t>
                    </a:r>
                  </a:p>
                </p:txBody>
              </p:sp>
            </p:grpSp>
          </p:grpSp>
          <p:grpSp>
            <p:nvGrpSpPr>
              <p:cNvPr id="17" name="组合 16">
                <a:extLst>
                  <a:ext uri="{FF2B5EF4-FFF2-40B4-BE49-F238E27FC236}">
                    <a16:creationId xmlns:a16="http://schemas.microsoft.com/office/drawing/2014/main" id="{B54203CD-DDC4-40F1-8E67-ABBDF952A1FC}"/>
                  </a:ext>
                </a:extLst>
              </p:cNvPr>
              <p:cNvGrpSpPr/>
              <p:nvPr/>
            </p:nvGrpSpPr>
            <p:grpSpPr>
              <a:xfrm>
                <a:off x="9036" y="969"/>
                <a:ext cx="681" cy="4568"/>
                <a:chOff x="12757" y="4833"/>
                <a:chExt cx="681" cy="4568"/>
              </a:xfrm>
            </p:grpSpPr>
            <p:sp>
              <p:nvSpPr>
                <p:cNvPr id="73" name="椭圆 72">
                  <a:extLst>
                    <a:ext uri="{FF2B5EF4-FFF2-40B4-BE49-F238E27FC236}">
                      <a16:creationId xmlns:a16="http://schemas.microsoft.com/office/drawing/2014/main" id="{775AE20C-6517-4323-BEF0-BDE505186F51}"/>
                    </a:ext>
                  </a:extLst>
                </p:cNvPr>
                <p:cNvSpPr/>
                <p:nvPr>
                  <p:custDataLst>
                    <p:tags r:id="rId46"/>
                  </p:custDataLst>
                </p:nvPr>
              </p:nvSpPr>
              <p:spPr>
                <a:xfrm>
                  <a:off x="12757" y="4833"/>
                  <a:ext cx="681" cy="680"/>
                </a:xfrm>
                <a:prstGeom prst="ellipse">
                  <a:avLst/>
                </a:prstGeom>
                <a:solidFill>
                  <a:srgbClr val="AEEBEC"/>
                </a:solidFill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902"/>
                </a:p>
              </p:txBody>
            </p:sp>
            <p:sp>
              <p:nvSpPr>
                <p:cNvPr id="74" name="椭圆 73">
                  <a:extLst>
                    <a:ext uri="{FF2B5EF4-FFF2-40B4-BE49-F238E27FC236}">
                      <a16:creationId xmlns:a16="http://schemas.microsoft.com/office/drawing/2014/main" id="{4FBA3926-8624-4C58-A4C6-4658D718855F}"/>
                    </a:ext>
                  </a:extLst>
                </p:cNvPr>
                <p:cNvSpPr/>
                <p:nvPr>
                  <p:custDataLst>
                    <p:tags r:id="rId47"/>
                  </p:custDataLst>
                </p:nvPr>
              </p:nvSpPr>
              <p:spPr>
                <a:xfrm>
                  <a:off x="12757" y="5761"/>
                  <a:ext cx="681" cy="680"/>
                </a:xfrm>
                <a:prstGeom prst="ellipse">
                  <a:avLst/>
                </a:prstGeom>
                <a:solidFill>
                  <a:srgbClr val="AEEBEC"/>
                </a:solidFill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902"/>
                </a:p>
              </p:txBody>
            </p:sp>
            <p:sp>
              <p:nvSpPr>
                <p:cNvPr id="75" name="椭圆 74">
                  <a:extLst>
                    <a:ext uri="{FF2B5EF4-FFF2-40B4-BE49-F238E27FC236}">
                      <a16:creationId xmlns:a16="http://schemas.microsoft.com/office/drawing/2014/main" id="{F7FFB02A-2583-44CE-A119-7D969B340CD5}"/>
                    </a:ext>
                  </a:extLst>
                </p:cNvPr>
                <p:cNvSpPr/>
                <p:nvPr>
                  <p:custDataLst>
                    <p:tags r:id="rId48"/>
                  </p:custDataLst>
                </p:nvPr>
              </p:nvSpPr>
              <p:spPr>
                <a:xfrm>
                  <a:off x="12757" y="6691"/>
                  <a:ext cx="681" cy="680"/>
                </a:xfrm>
                <a:prstGeom prst="ellipse">
                  <a:avLst/>
                </a:prstGeom>
                <a:solidFill>
                  <a:srgbClr val="AEEBEC"/>
                </a:solidFill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902"/>
                </a:p>
              </p:txBody>
            </p:sp>
            <p:sp>
              <p:nvSpPr>
                <p:cNvPr id="76" name="椭圆 75">
                  <a:extLst>
                    <a:ext uri="{FF2B5EF4-FFF2-40B4-BE49-F238E27FC236}">
                      <a16:creationId xmlns:a16="http://schemas.microsoft.com/office/drawing/2014/main" id="{8BA6B9B9-102A-4F58-ACA7-FF04B7CAA46A}"/>
                    </a:ext>
                  </a:extLst>
                </p:cNvPr>
                <p:cNvSpPr/>
                <p:nvPr>
                  <p:custDataLst>
                    <p:tags r:id="rId49"/>
                  </p:custDataLst>
                </p:nvPr>
              </p:nvSpPr>
              <p:spPr>
                <a:xfrm>
                  <a:off x="12757" y="7646"/>
                  <a:ext cx="681" cy="680"/>
                </a:xfrm>
                <a:prstGeom prst="ellipse">
                  <a:avLst/>
                </a:prstGeom>
                <a:solidFill>
                  <a:srgbClr val="AEEBEC"/>
                </a:solidFill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902"/>
                </a:p>
              </p:txBody>
            </p:sp>
            <p:sp>
              <p:nvSpPr>
                <p:cNvPr id="77" name="椭圆 76">
                  <a:extLst>
                    <a:ext uri="{FF2B5EF4-FFF2-40B4-BE49-F238E27FC236}">
                      <a16:creationId xmlns:a16="http://schemas.microsoft.com/office/drawing/2014/main" id="{F4C69D78-5979-4696-8ECA-013E62115988}"/>
                    </a:ext>
                  </a:extLst>
                </p:cNvPr>
                <p:cNvSpPr/>
                <p:nvPr>
                  <p:custDataLst>
                    <p:tags r:id="rId50"/>
                  </p:custDataLst>
                </p:nvPr>
              </p:nvSpPr>
              <p:spPr>
                <a:xfrm>
                  <a:off x="12757" y="8721"/>
                  <a:ext cx="681" cy="680"/>
                </a:xfrm>
                <a:prstGeom prst="ellipse">
                  <a:avLst/>
                </a:prstGeom>
                <a:solidFill>
                  <a:srgbClr val="AEEBEC"/>
                </a:solidFill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902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graphicFrame>
                  <p:nvGraphicFramePr>
                    <p:cNvPr id="78" name="对象 77">
                      <a:hlinkClick r:id="" action="ppaction://ole?verb=0"/>
                      <a:extLst>
                        <a:ext uri="{FF2B5EF4-FFF2-40B4-BE49-F238E27FC236}">
                          <a16:creationId xmlns:a16="http://schemas.microsoft.com/office/drawing/2014/main" id="{7F3F6C4A-0DC0-4579-AA3D-22F452218F53}"/>
                        </a:ext>
                      </a:extLst>
                    </p:cNvPr>
                    <p:cNvGraphicFramePr>
                      <a:graphicFrameLocks noChangeAspect="1"/>
                    </p:cNvGraphicFramePr>
                    <p:nvPr>
                      <p:custDataLst>
                        <p:tags r:id="rId51"/>
                      </p:custDataLst>
                    </p:nvPr>
                  </p:nvGraphicFramePr>
                  <p:xfrm>
                    <a:off x="12884" y="4833"/>
                    <a:ext cx="428" cy="607"/>
                  </p:xfrm>
                  <a:graphic>
                    <a:graphicData uri="http://schemas.openxmlformats.org/presentationml/2006/ole">
                      <mc:AlternateContent>
                        <mc:Choice xmlns:v="urn:schemas-microsoft-com:vml" Requires="v">
                          <p:oleObj spid="_x0000_s1446" r:id="rId92" imgW="152400" imgH="215900" progId="Equation.KSEE3">
                            <p:embed/>
                          </p:oleObj>
                        </mc:Choice>
                        <mc:Fallback>
                          <p:oleObj r:id="rId92" imgW="152400" imgH="215900" progId="Equation.KSEE3">
                            <p:embed/>
                            <p:pic>
                              <p:nvPicPr>
                                <p:cNvPr id="408" name="对象 407">
                                  <a:hlinkClick r:id="" action="ppaction://ole?verb=0"/>
                                </p:cNvPr>
                                <p:cNvPicPr/>
                                <p:nvPr/>
                              </p:nvPicPr>
                              <p:blipFill>
                                <a:blip r:embed="rId93"/>
                                <a:stretch>
                                  <a:fillRect/>
                                </a:stretch>
                              </p:blipFill>
                              <p:spPr>
                                <a:xfrm>
                                  <a:off x="12884" y="4833"/>
                                  <a:ext cx="428" cy="607"/>
                                </a:xfrm>
                                <a:prstGeom prst="rect">
                                  <a:avLst/>
                                </a:prstGeom>
                              </p:spPr>
                            </p:pic>
                          </p:oleObj>
                        </mc:Fallback>
                      </mc:AlternateContent>
                    </a:graphicData>
                  </a:graphic>
                </p:graphicFrame>
              </mc:Choice>
              <mc:Fallback xmlns="">
                <p:graphicFrame>
                  <p:nvGraphicFramePr>
                    <p:cNvPr id="78" name="对象 77">
                      <a:hlinkClick r:id="" action="ppaction://ole?verb=0"/>
                      <a:extLst>
                        <a:ext uri="{FF2B5EF4-FFF2-40B4-BE49-F238E27FC236}">
                          <a16:creationId xmlns:a16="http://schemas.microsoft.com/office/drawing/2014/main" id="{7F3F6C4A-0DC0-4579-AA3D-22F452218F53}"/>
                        </a:ext>
                      </a:extLst>
                    </p:cNvPr>
                    <p:cNvGraphicFramePr>
                      <a:graphicFrameLocks noChangeAspect="1"/>
                    </p:cNvGraphicFramePr>
                    <p:nvPr>
                      <p:custDataLst>
                        <p:tags r:id="rId94"/>
                      </p:custDataLst>
                    </p:nvPr>
                  </p:nvGraphicFramePr>
                  <p:xfrm>
                    <a:off x="12884" y="4833"/>
                    <a:ext cx="428" cy="607"/>
                  </p:xfrm>
                  <a:graphic>
                    <a:graphicData uri="http://schemas.openxmlformats.org/presentationml/2006/ole">
                      <mc:AlternateContent>
                        <mc:Choice xmlns:v="urn:schemas-microsoft-com:vml" Requires="v">
                          <p:oleObj spid="_x0000_s1316" r:id="rId95" imgW="152400" imgH="215900" progId="Equation.KSEE3">
                            <p:embed/>
                          </p:oleObj>
                        </mc:Choice>
                        <mc:Fallback>
                          <p:oleObj r:id="rId95" imgW="152400" imgH="215900" progId="Equation.KSEE3">
                            <p:embed/>
                            <p:pic>
                              <p:nvPicPr>
                                <p:cNvPr id="408" name="对象 407">
                                  <a:hlinkClick r:id="" action="ppaction://ole?verb=0"/>
                                </p:cNvPr>
                                <p:cNvPicPr/>
                                <p:nvPr/>
                              </p:nvPicPr>
                              <p:blipFill>
                                <a:blip r:embed="rId96"/>
                                <a:stretch>
                                  <a:fillRect/>
                                </a:stretch>
                              </p:blipFill>
                              <p:spPr>
                                <a:xfrm>
                                  <a:off x="12884" y="4833"/>
                                  <a:ext cx="428" cy="607"/>
                                </a:xfrm>
                                <a:prstGeom prst="rect">
                                  <a:avLst/>
                                </a:prstGeom>
                              </p:spPr>
                            </p:pic>
                          </p:oleObj>
                        </mc:Fallback>
                      </mc:AlternateContent>
                    </a:graphicData>
                  </a:graphic>
                </p:graphicFrame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graphicFrame>
                  <p:nvGraphicFramePr>
                    <p:cNvPr id="79" name="对象 78">
                      <a:hlinkClick r:id="" action="ppaction://ole?verb=0"/>
                      <a:extLst>
                        <a:ext uri="{FF2B5EF4-FFF2-40B4-BE49-F238E27FC236}">
                          <a16:creationId xmlns:a16="http://schemas.microsoft.com/office/drawing/2014/main" id="{51E074F5-6610-40FB-A497-31D3A35A9FF5}"/>
                        </a:ext>
                      </a:extLst>
                    </p:cNvPr>
                    <p:cNvGraphicFramePr>
                      <a:graphicFrameLocks noChangeAspect="1"/>
                    </p:cNvGraphicFramePr>
                    <p:nvPr>
                      <p:custDataLst>
                        <p:tags r:id="rId52"/>
                      </p:custDataLst>
                    </p:nvPr>
                  </p:nvGraphicFramePr>
                  <p:xfrm>
                    <a:off x="12849" y="8708"/>
                    <a:ext cx="498" cy="643"/>
                  </p:xfrm>
                  <a:graphic>
                    <a:graphicData uri="http://schemas.openxmlformats.org/presentationml/2006/ole">
                      <mc:AlternateContent>
                        <mc:Choice xmlns:v="urn:schemas-microsoft-com:vml" Requires="v">
                          <p:oleObj spid="_x0000_s1447" r:id="rId97" imgW="177165" imgH="228600" progId="Equation.KSEE3">
                            <p:embed/>
                          </p:oleObj>
                        </mc:Choice>
                        <mc:Fallback>
                          <p:oleObj r:id="rId97" imgW="177165" imgH="228600" progId="Equation.KSEE3">
                            <p:embed/>
                            <p:pic>
                              <p:nvPicPr>
                                <p:cNvPr id="410" name="对象 409">
                                  <a:hlinkClick r:id="" action="ppaction://ole?verb=0"/>
                                </p:cNvPr>
                                <p:cNvPicPr/>
                                <p:nvPr/>
                              </p:nvPicPr>
                              <p:blipFill>
                                <a:blip r:embed="rId98"/>
                                <a:stretch>
                                  <a:fillRect/>
                                </a:stretch>
                              </p:blipFill>
                              <p:spPr>
                                <a:xfrm>
                                  <a:off x="12849" y="8708"/>
                                  <a:ext cx="498" cy="643"/>
                                </a:xfrm>
                                <a:prstGeom prst="rect">
                                  <a:avLst/>
                                </a:prstGeom>
                              </p:spPr>
                            </p:pic>
                          </p:oleObj>
                        </mc:Fallback>
                      </mc:AlternateContent>
                    </a:graphicData>
                  </a:graphic>
                </p:graphicFrame>
              </mc:Choice>
              <mc:Fallback xmlns="">
                <p:graphicFrame>
                  <p:nvGraphicFramePr>
                    <p:cNvPr id="79" name="对象 78">
                      <a:hlinkClick r:id="" action="ppaction://ole?verb=0"/>
                      <a:extLst>
                        <a:ext uri="{FF2B5EF4-FFF2-40B4-BE49-F238E27FC236}">
                          <a16:creationId xmlns:a16="http://schemas.microsoft.com/office/drawing/2014/main" id="{51E074F5-6610-40FB-A497-31D3A35A9FF5}"/>
                        </a:ext>
                      </a:extLst>
                    </p:cNvPr>
                    <p:cNvGraphicFramePr>
                      <a:graphicFrameLocks noChangeAspect="1"/>
                    </p:cNvGraphicFramePr>
                    <p:nvPr>
                      <p:custDataLst>
                        <p:tags r:id="rId99"/>
                      </p:custDataLst>
                    </p:nvPr>
                  </p:nvGraphicFramePr>
                  <p:xfrm>
                    <a:off x="12849" y="8708"/>
                    <a:ext cx="498" cy="643"/>
                  </p:xfrm>
                  <a:graphic>
                    <a:graphicData uri="http://schemas.openxmlformats.org/presentationml/2006/ole">
                      <mc:AlternateContent>
                        <mc:Choice xmlns:v="urn:schemas-microsoft-com:vml" Requires="v">
                          <p:oleObj spid="_x0000_s1317" r:id="rId100" imgW="177165" imgH="228600" progId="Equation.KSEE3">
                            <p:embed/>
                          </p:oleObj>
                        </mc:Choice>
                        <mc:Fallback>
                          <p:oleObj r:id="rId100" imgW="177165" imgH="228600" progId="Equation.KSEE3">
                            <p:embed/>
                            <p:pic>
                              <p:nvPicPr>
                                <p:cNvPr id="410" name="对象 409">
                                  <a:hlinkClick r:id="" action="ppaction://ole?verb=0"/>
                                </p:cNvPr>
                                <p:cNvPicPr/>
                                <p:nvPr/>
                              </p:nvPicPr>
                              <p:blipFill>
                                <a:blip r:embed="rId101"/>
                                <a:stretch>
                                  <a:fillRect/>
                                </a:stretch>
                              </p:blipFill>
                              <p:spPr>
                                <a:xfrm>
                                  <a:off x="12849" y="8708"/>
                                  <a:ext cx="498" cy="643"/>
                                </a:xfrm>
                                <a:prstGeom prst="rect">
                                  <a:avLst/>
                                </a:prstGeom>
                              </p:spPr>
                            </p:pic>
                          </p:oleObj>
                        </mc:Fallback>
                      </mc:AlternateContent>
                    </a:graphicData>
                  </a:graphic>
                </p:graphicFrame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graphicFrame>
                  <p:nvGraphicFramePr>
                    <p:cNvPr id="80" name="对象 79">
                      <a:hlinkClick r:id="" action="ppaction://ole?verb=0"/>
                      <a:extLst>
                        <a:ext uri="{FF2B5EF4-FFF2-40B4-BE49-F238E27FC236}">
                          <a16:creationId xmlns:a16="http://schemas.microsoft.com/office/drawing/2014/main" id="{F455CD7E-19B5-4F82-8358-D6993E35E6B4}"/>
                        </a:ext>
                      </a:extLst>
                    </p:cNvPr>
                    <p:cNvGraphicFramePr>
                      <a:graphicFrameLocks noChangeAspect="1"/>
                    </p:cNvGraphicFramePr>
                    <p:nvPr>
                      <p:custDataLst>
                        <p:tags r:id="rId53"/>
                      </p:custDataLst>
                    </p:nvPr>
                  </p:nvGraphicFramePr>
                  <p:xfrm>
                    <a:off x="12849" y="7646"/>
                    <a:ext cx="498" cy="607"/>
                  </p:xfrm>
                  <a:graphic>
                    <a:graphicData uri="http://schemas.openxmlformats.org/presentationml/2006/ole">
                      <mc:AlternateContent>
                        <mc:Choice xmlns:v="urn:schemas-microsoft-com:vml" Requires="v">
                          <p:oleObj spid="_x0000_s1448" r:id="rId102" imgW="177165" imgH="215900" progId="Equation.KSEE3">
                            <p:embed/>
                          </p:oleObj>
                        </mc:Choice>
                        <mc:Fallback>
                          <p:oleObj r:id="rId102" imgW="177165" imgH="215900" progId="Equation.KSEE3">
                            <p:embed/>
                            <p:pic>
                              <p:nvPicPr>
                                <p:cNvPr id="412" name="对象 411">
                                  <a:hlinkClick r:id="" action="ppaction://ole?verb=0"/>
                                </p:cNvPr>
                                <p:cNvPicPr/>
                                <p:nvPr/>
                              </p:nvPicPr>
                              <p:blipFill>
                                <a:blip r:embed="rId103"/>
                                <a:stretch>
                                  <a:fillRect/>
                                </a:stretch>
                              </p:blipFill>
                              <p:spPr>
                                <a:xfrm>
                                  <a:off x="12849" y="7646"/>
                                  <a:ext cx="498" cy="607"/>
                                </a:xfrm>
                                <a:prstGeom prst="rect">
                                  <a:avLst/>
                                </a:prstGeom>
                              </p:spPr>
                            </p:pic>
                          </p:oleObj>
                        </mc:Fallback>
                      </mc:AlternateContent>
                    </a:graphicData>
                  </a:graphic>
                </p:graphicFrame>
              </mc:Choice>
              <mc:Fallback xmlns="">
                <p:graphicFrame>
                  <p:nvGraphicFramePr>
                    <p:cNvPr id="80" name="对象 79">
                      <a:hlinkClick r:id="" action="ppaction://ole?verb=0"/>
                      <a:extLst>
                        <a:ext uri="{FF2B5EF4-FFF2-40B4-BE49-F238E27FC236}">
                          <a16:creationId xmlns:a16="http://schemas.microsoft.com/office/drawing/2014/main" id="{F455CD7E-19B5-4F82-8358-D6993E35E6B4}"/>
                        </a:ext>
                      </a:extLst>
                    </p:cNvPr>
                    <p:cNvGraphicFramePr>
                      <a:graphicFrameLocks noChangeAspect="1"/>
                    </p:cNvGraphicFramePr>
                    <p:nvPr>
                      <p:custDataLst>
                        <p:tags r:id="rId104"/>
                      </p:custDataLst>
                    </p:nvPr>
                  </p:nvGraphicFramePr>
                  <p:xfrm>
                    <a:off x="12849" y="7646"/>
                    <a:ext cx="498" cy="607"/>
                  </p:xfrm>
                  <a:graphic>
                    <a:graphicData uri="http://schemas.openxmlformats.org/presentationml/2006/ole">
                      <mc:AlternateContent>
                        <mc:Choice xmlns:v="urn:schemas-microsoft-com:vml" Requires="v">
                          <p:oleObj spid="_x0000_s1318" r:id="rId105" imgW="177165" imgH="215900" progId="Equation.KSEE3">
                            <p:embed/>
                          </p:oleObj>
                        </mc:Choice>
                        <mc:Fallback>
                          <p:oleObj r:id="rId105" imgW="177165" imgH="215900" progId="Equation.KSEE3">
                            <p:embed/>
                            <p:pic>
                              <p:nvPicPr>
                                <p:cNvPr id="412" name="对象 411">
                                  <a:hlinkClick r:id="" action="ppaction://ole?verb=0"/>
                                </p:cNvPr>
                                <p:cNvPicPr/>
                                <p:nvPr/>
                              </p:nvPicPr>
                              <p:blipFill>
                                <a:blip r:embed="rId106"/>
                                <a:stretch>
                                  <a:fillRect/>
                                </a:stretch>
                              </p:blipFill>
                              <p:spPr>
                                <a:xfrm>
                                  <a:off x="12849" y="7646"/>
                                  <a:ext cx="498" cy="607"/>
                                </a:xfrm>
                                <a:prstGeom prst="rect">
                                  <a:avLst/>
                                </a:prstGeom>
                              </p:spPr>
                            </p:pic>
                          </p:oleObj>
                        </mc:Fallback>
                      </mc:AlternateContent>
                    </a:graphicData>
                  </a:graphic>
                </p:graphicFrame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graphicFrame>
                  <p:nvGraphicFramePr>
                    <p:cNvPr id="81" name="对象 80">
                      <a:hlinkClick r:id="" action="ppaction://ole?verb=0"/>
                      <a:extLst>
                        <a:ext uri="{FF2B5EF4-FFF2-40B4-BE49-F238E27FC236}">
                          <a16:creationId xmlns:a16="http://schemas.microsoft.com/office/drawing/2014/main" id="{A9CB8456-078E-4E0E-9971-B8994BAC73A4}"/>
                        </a:ext>
                      </a:extLst>
                    </p:cNvPr>
                    <p:cNvGraphicFramePr>
                      <a:graphicFrameLocks noChangeAspect="1"/>
                    </p:cNvGraphicFramePr>
                    <p:nvPr>
                      <p:custDataLst>
                        <p:tags r:id="rId54"/>
                      </p:custDataLst>
                    </p:nvPr>
                  </p:nvGraphicFramePr>
                  <p:xfrm>
                    <a:off x="12866" y="6673"/>
                    <a:ext cx="464" cy="643"/>
                  </p:xfrm>
                  <a:graphic>
                    <a:graphicData uri="http://schemas.openxmlformats.org/presentationml/2006/ole">
                      <mc:AlternateContent>
                        <mc:Choice xmlns:v="urn:schemas-microsoft-com:vml" Requires="v">
                          <p:oleObj spid="_x0000_s1449" r:id="rId107" imgW="165100" imgH="228600" progId="Equation.KSEE3">
                            <p:embed/>
                          </p:oleObj>
                        </mc:Choice>
                        <mc:Fallback>
                          <p:oleObj r:id="rId107" imgW="165100" imgH="228600" progId="Equation.KSEE3">
                            <p:embed/>
                            <p:pic>
                              <p:nvPicPr>
                                <p:cNvPr id="414" name="对象 413">
                                  <a:hlinkClick r:id="" action="ppaction://ole?verb=0"/>
                                </p:cNvPr>
                                <p:cNvPicPr/>
                                <p:nvPr/>
                              </p:nvPicPr>
                              <p:blipFill>
                                <a:blip r:embed="rId108"/>
                                <a:stretch>
                                  <a:fillRect/>
                                </a:stretch>
                              </p:blipFill>
                              <p:spPr>
                                <a:xfrm>
                                  <a:off x="12866" y="6673"/>
                                  <a:ext cx="464" cy="643"/>
                                </a:xfrm>
                                <a:prstGeom prst="rect">
                                  <a:avLst/>
                                </a:prstGeom>
                              </p:spPr>
                            </p:pic>
                          </p:oleObj>
                        </mc:Fallback>
                      </mc:AlternateContent>
                    </a:graphicData>
                  </a:graphic>
                </p:graphicFrame>
              </mc:Choice>
              <mc:Fallback xmlns="">
                <p:graphicFrame>
                  <p:nvGraphicFramePr>
                    <p:cNvPr id="81" name="对象 80">
                      <a:hlinkClick r:id="" action="ppaction://ole?verb=0"/>
                      <a:extLst>
                        <a:ext uri="{FF2B5EF4-FFF2-40B4-BE49-F238E27FC236}">
                          <a16:creationId xmlns:a16="http://schemas.microsoft.com/office/drawing/2014/main" id="{A9CB8456-078E-4E0E-9971-B8994BAC73A4}"/>
                        </a:ext>
                      </a:extLst>
                    </p:cNvPr>
                    <p:cNvGraphicFramePr>
                      <a:graphicFrameLocks noChangeAspect="1"/>
                    </p:cNvGraphicFramePr>
                    <p:nvPr>
                      <p:custDataLst>
                        <p:tags r:id="rId109"/>
                      </p:custDataLst>
                    </p:nvPr>
                  </p:nvGraphicFramePr>
                  <p:xfrm>
                    <a:off x="12866" y="6673"/>
                    <a:ext cx="464" cy="643"/>
                  </p:xfrm>
                  <a:graphic>
                    <a:graphicData uri="http://schemas.openxmlformats.org/presentationml/2006/ole">
                      <mc:AlternateContent>
                        <mc:Choice xmlns:v="urn:schemas-microsoft-com:vml" Requires="v">
                          <p:oleObj spid="_x0000_s1319" r:id="rId110" imgW="165100" imgH="228600" progId="Equation.KSEE3">
                            <p:embed/>
                          </p:oleObj>
                        </mc:Choice>
                        <mc:Fallback>
                          <p:oleObj r:id="rId110" imgW="165100" imgH="228600" progId="Equation.KSEE3">
                            <p:embed/>
                            <p:pic>
                              <p:nvPicPr>
                                <p:cNvPr id="414" name="对象 413">
                                  <a:hlinkClick r:id="" action="ppaction://ole?verb=0"/>
                                </p:cNvPr>
                                <p:cNvPicPr/>
                                <p:nvPr/>
                              </p:nvPicPr>
                              <p:blipFill>
                                <a:blip r:embed="rId111"/>
                                <a:stretch>
                                  <a:fillRect/>
                                </a:stretch>
                              </p:blipFill>
                              <p:spPr>
                                <a:xfrm>
                                  <a:off x="12866" y="6673"/>
                                  <a:ext cx="464" cy="643"/>
                                </a:xfrm>
                                <a:prstGeom prst="rect">
                                  <a:avLst/>
                                </a:prstGeom>
                              </p:spPr>
                            </p:pic>
                          </p:oleObj>
                        </mc:Fallback>
                      </mc:AlternateContent>
                    </a:graphicData>
                  </a:graphic>
                </p:graphicFrame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graphicFrame>
                  <p:nvGraphicFramePr>
                    <p:cNvPr id="82" name="对象 81">
                      <a:hlinkClick r:id="" action="ppaction://ole?verb=0"/>
                      <a:extLst>
                        <a:ext uri="{FF2B5EF4-FFF2-40B4-BE49-F238E27FC236}">
                          <a16:creationId xmlns:a16="http://schemas.microsoft.com/office/drawing/2014/main" id="{A0169853-32B7-435C-BFAC-4EC49AE5A60C}"/>
                        </a:ext>
                      </a:extLst>
                    </p:cNvPr>
                    <p:cNvGraphicFramePr>
                      <a:graphicFrameLocks noChangeAspect="1"/>
                    </p:cNvGraphicFramePr>
                    <p:nvPr>
                      <p:custDataLst>
                        <p:tags r:id="rId55"/>
                      </p:custDataLst>
                    </p:nvPr>
                  </p:nvGraphicFramePr>
                  <p:xfrm>
                    <a:off x="12849" y="5740"/>
                    <a:ext cx="498" cy="607"/>
                  </p:xfrm>
                  <a:graphic>
                    <a:graphicData uri="http://schemas.openxmlformats.org/presentationml/2006/ole">
                      <mc:AlternateContent>
                        <mc:Choice xmlns:v="urn:schemas-microsoft-com:vml" Requires="v">
                          <p:oleObj spid="_x0000_s1450" r:id="rId112" imgW="177165" imgH="215900" progId="Equation.KSEE3">
                            <p:embed/>
                          </p:oleObj>
                        </mc:Choice>
                        <mc:Fallback>
                          <p:oleObj r:id="rId112" imgW="177165" imgH="215900" progId="Equation.KSEE3">
                            <p:embed/>
                            <p:pic>
                              <p:nvPicPr>
                                <p:cNvPr id="416" name="对象 415">
                                  <a:hlinkClick r:id="" action="ppaction://ole?verb=0"/>
                                </p:cNvPr>
                                <p:cNvPicPr/>
                                <p:nvPr/>
                              </p:nvPicPr>
                              <p:blipFill>
                                <a:blip r:embed="rId113"/>
                                <a:stretch>
                                  <a:fillRect/>
                                </a:stretch>
                              </p:blipFill>
                              <p:spPr>
                                <a:xfrm>
                                  <a:off x="12849" y="5740"/>
                                  <a:ext cx="498" cy="607"/>
                                </a:xfrm>
                                <a:prstGeom prst="rect">
                                  <a:avLst/>
                                </a:prstGeom>
                              </p:spPr>
                            </p:pic>
                          </p:oleObj>
                        </mc:Fallback>
                      </mc:AlternateContent>
                    </a:graphicData>
                  </a:graphic>
                </p:graphicFrame>
              </mc:Choice>
              <mc:Fallback xmlns="">
                <p:graphicFrame>
                  <p:nvGraphicFramePr>
                    <p:cNvPr id="82" name="对象 81">
                      <a:hlinkClick r:id="" action="ppaction://ole?verb=0"/>
                      <a:extLst>
                        <a:ext uri="{FF2B5EF4-FFF2-40B4-BE49-F238E27FC236}">
                          <a16:creationId xmlns:a16="http://schemas.microsoft.com/office/drawing/2014/main" id="{A0169853-32B7-435C-BFAC-4EC49AE5A60C}"/>
                        </a:ext>
                      </a:extLst>
                    </p:cNvPr>
                    <p:cNvGraphicFramePr>
                      <a:graphicFrameLocks noChangeAspect="1"/>
                    </p:cNvGraphicFramePr>
                    <p:nvPr>
                      <p:custDataLst>
                        <p:tags r:id="rId114"/>
                      </p:custDataLst>
                    </p:nvPr>
                  </p:nvGraphicFramePr>
                  <p:xfrm>
                    <a:off x="12849" y="5740"/>
                    <a:ext cx="498" cy="607"/>
                  </p:xfrm>
                  <a:graphic>
                    <a:graphicData uri="http://schemas.openxmlformats.org/presentationml/2006/ole">
                      <mc:AlternateContent>
                        <mc:Choice xmlns:v="urn:schemas-microsoft-com:vml" Requires="v">
                          <p:oleObj spid="_x0000_s1320" r:id="rId115" imgW="177165" imgH="215900" progId="Equation.KSEE3">
                            <p:embed/>
                          </p:oleObj>
                        </mc:Choice>
                        <mc:Fallback>
                          <p:oleObj r:id="rId115" imgW="177165" imgH="215900" progId="Equation.KSEE3">
                            <p:embed/>
                            <p:pic>
                              <p:nvPicPr>
                                <p:cNvPr id="416" name="对象 415">
                                  <a:hlinkClick r:id="" action="ppaction://ole?verb=0"/>
                                </p:cNvPr>
                                <p:cNvPicPr/>
                                <p:nvPr/>
                              </p:nvPicPr>
                              <p:blipFill>
                                <a:blip r:embed="rId116"/>
                                <a:stretch>
                                  <a:fillRect/>
                                </a:stretch>
                              </p:blipFill>
                              <p:spPr>
                                <a:xfrm>
                                  <a:off x="12849" y="5740"/>
                                  <a:ext cx="498" cy="607"/>
                                </a:xfrm>
                                <a:prstGeom prst="rect">
                                  <a:avLst/>
                                </a:prstGeom>
                              </p:spPr>
                            </p:pic>
                          </p:oleObj>
                        </mc:Fallback>
                      </mc:AlternateContent>
                    </a:graphicData>
                  </a:graphic>
                </p:graphicFrame>
              </mc:Fallback>
            </mc:AlternateContent>
          </p:grpSp>
          <p:cxnSp>
            <p:nvCxnSpPr>
              <p:cNvPr id="18" name="直接箭头连接符 17">
                <a:extLst>
                  <a:ext uri="{FF2B5EF4-FFF2-40B4-BE49-F238E27FC236}">
                    <a16:creationId xmlns:a16="http://schemas.microsoft.com/office/drawing/2014/main" id="{AEA4ADFF-5392-4D9F-8D7D-C410EF6B2949}"/>
                  </a:ext>
                </a:extLst>
              </p:cNvPr>
              <p:cNvCxnSpPr>
                <a:stCxn id="85" idx="6"/>
                <a:endCxn id="73" idx="1"/>
              </p:cNvCxnSpPr>
              <p:nvPr>
                <p:custDataLst>
                  <p:tags r:id="rId3"/>
                </p:custDataLst>
              </p:nvPr>
            </p:nvCxnSpPr>
            <p:spPr>
              <a:xfrm flipV="1">
                <a:off x="7645" y="1069"/>
                <a:ext cx="1491" cy="598"/>
              </a:xfrm>
              <a:prstGeom prst="straightConnector1">
                <a:avLst/>
              </a:prstGeom>
              <a:ln>
                <a:solidFill>
                  <a:schemeClr val="tx2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9" name="直接箭头连接符 18">
                <a:extLst>
                  <a:ext uri="{FF2B5EF4-FFF2-40B4-BE49-F238E27FC236}">
                    <a16:creationId xmlns:a16="http://schemas.microsoft.com/office/drawing/2014/main" id="{7F784863-F8DF-42CB-8331-D80420C66273}"/>
                  </a:ext>
                </a:extLst>
              </p:cNvPr>
              <p:cNvCxnSpPr>
                <a:stCxn id="85" idx="6"/>
                <a:endCxn id="74" idx="2"/>
              </p:cNvCxnSpPr>
              <p:nvPr>
                <p:custDataLst>
                  <p:tags r:id="rId4"/>
                </p:custDataLst>
              </p:nvPr>
            </p:nvCxnSpPr>
            <p:spPr>
              <a:xfrm>
                <a:off x="7645" y="1667"/>
                <a:ext cx="1391" cy="570"/>
              </a:xfrm>
              <a:prstGeom prst="straightConnector1">
                <a:avLst/>
              </a:prstGeom>
              <a:ln>
                <a:solidFill>
                  <a:schemeClr val="tx2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20" name="直接箭头连接符 19">
                <a:extLst>
                  <a:ext uri="{FF2B5EF4-FFF2-40B4-BE49-F238E27FC236}">
                    <a16:creationId xmlns:a16="http://schemas.microsoft.com/office/drawing/2014/main" id="{27D4606D-E27E-480E-8C9A-C5E529A675F5}"/>
                  </a:ext>
                </a:extLst>
              </p:cNvPr>
              <p:cNvCxnSpPr>
                <a:stCxn id="85" idx="5"/>
                <a:endCxn id="75" idx="2"/>
              </p:cNvCxnSpPr>
              <p:nvPr>
                <p:custDataLst>
                  <p:tags r:id="rId5"/>
                </p:custDataLst>
              </p:nvPr>
            </p:nvCxnSpPr>
            <p:spPr>
              <a:xfrm>
                <a:off x="7545" y="1907"/>
                <a:ext cx="1491" cy="1260"/>
              </a:xfrm>
              <a:prstGeom prst="straightConnector1">
                <a:avLst/>
              </a:prstGeom>
              <a:ln>
                <a:solidFill>
                  <a:schemeClr val="tx2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21" name="直接箭头连接符 20">
                <a:extLst>
                  <a:ext uri="{FF2B5EF4-FFF2-40B4-BE49-F238E27FC236}">
                    <a16:creationId xmlns:a16="http://schemas.microsoft.com/office/drawing/2014/main" id="{3EC51B6A-3324-4DA5-9FDF-5A3B0271BD92}"/>
                  </a:ext>
                </a:extLst>
              </p:cNvPr>
              <p:cNvCxnSpPr>
                <a:stCxn id="85" idx="5"/>
                <a:endCxn id="76" idx="1"/>
              </p:cNvCxnSpPr>
              <p:nvPr>
                <p:custDataLst>
                  <p:tags r:id="rId6"/>
                </p:custDataLst>
              </p:nvPr>
            </p:nvCxnSpPr>
            <p:spPr>
              <a:xfrm>
                <a:off x="7545" y="1907"/>
                <a:ext cx="1591" cy="1975"/>
              </a:xfrm>
              <a:prstGeom prst="straightConnector1">
                <a:avLst/>
              </a:prstGeom>
              <a:ln>
                <a:solidFill>
                  <a:schemeClr val="tx2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22" name="直接箭头连接符 21">
                <a:extLst>
                  <a:ext uri="{FF2B5EF4-FFF2-40B4-BE49-F238E27FC236}">
                    <a16:creationId xmlns:a16="http://schemas.microsoft.com/office/drawing/2014/main" id="{56556F95-925D-4376-B79A-A2E32DD5D78C}"/>
                  </a:ext>
                </a:extLst>
              </p:cNvPr>
              <p:cNvCxnSpPr>
                <a:stCxn id="85" idx="5"/>
                <a:endCxn id="77" idx="1"/>
              </p:cNvCxnSpPr>
              <p:nvPr>
                <p:custDataLst>
                  <p:tags r:id="rId7"/>
                </p:custDataLst>
              </p:nvPr>
            </p:nvCxnSpPr>
            <p:spPr>
              <a:xfrm>
                <a:off x="7545" y="1907"/>
                <a:ext cx="1591" cy="3050"/>
              </a:xfrm>
              <a:prstGeom prst="straightConnector1">
                <a:avLst/>
              </a:prstGeom>
              <a:ln>
                <a:solidFill>
                  <a:schemeClr val="tx2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23" name="直接箭头连接符 22">
                <a:extLst>
                  <a:ext uri="{FF2B5EF4-FFF2-40B4-BE49-F238E27FC236}">
                    <a16:creationId xmlns:a16="http://schemas.microsoft.com/office/drawing/2014/main" id="{95353CE4-A0FC-4CC4-88C8-8A391CC3AE6F}"/>
                  </a:ext>
                </a:extLst>
              </p:cNvPr>
              <p:cNvCxnSpPr>
                <a:stCxn id="88" idx="7"/>
                <a:endCxn id="73" idx="2"/>
              </p:cNvCxnSpPr>
              <p:nvPr>
                <p:custDataLst>
                  <p:tags r:id="rId8"/>
                </p:custDataLst>
              </p:nvPr>
            </p:nvCxnSpPr>
            <p:spPr>
              <a:xfrm flipV="1">
                <a:off x="7545" y="1309"/>
                <a:ext cx="1491" cy="1046"/>
              </a:xfrm>
              <a:prstGeom prst="straightConnector1">
                <a:avLst/>
              </a:prstGeom>
              <a:ln>
                <a:solidFill>
                  <a:schemeClr val="tx2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24" name="直接箭头连接符 23">
                <a:extLst>
                  <a:ext uri="{FF2B5EF4-FFF2-40B4-BE49-F238E27FC236}">
                    <a16:creationId xmlns:a16="http://schemas.microsoft.com/office/drawing/2014/main" id="{B04F5A35-B177-4567-B706-E9384D0947DE}"/>
                  </a:ext>
                </a:extLst>
              </p:cNvPr>
              <p:cNvCxnSpPr>
                <a:stCxn id="88" idx="6"/>
                <a:endCxn id="74" idx="3"/>
              </p:cNvCxnSpPr>
              <p:nvPr>
                <p:custDataLst>
                  <p:tags r:id="rId9"/>
                </p:custDataLst>
              </p:nvPr>
            </p:nvCxnSpPr>
            <p:spPr>
              <a:xfrm flipV="1">
                <a:off x="7645" y="2477"/>
                <a:ext cx="1491" cy="118"/>
              </a:xfrm>
              <a:prstGeom prst="straightConnector1">
                <a:avLst/>
              </a:prstGeom>
              <a:ln>
                <a:solidFill>
                  <a:schemeClr val="tx2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25" name="直接箭头连接符 24">
                <a:extLst>
                  <a:ext uri="{FF2B5EF4-FFF2-40B4-BE49-F238E27FC236}">
                    <a16:creationId xmlns:a16="http://schemas.microsoft.com/office/drawing/2014/main" id="{FE7E53BD-9DE4-43C9-B397-973BCB56752B}"/>
                  </a:ext>
                </a:extLst>
              </p:cNvPr>
              <p:cNvCxnSpPr>
                <a:stCxn id="88" idx="6"/>
                <a:endCxn id="75" idx="1"/>
              </p:cNvCxnSpPr>
              <p:nvPr>
                <p:custDataLst>
                  <p:tags r:id="rId10"/>
                </p:custDataLst>
              </p:nvPr>
            </p:nvCxnSpPr>
            <p:spPr>
              <a:xfrm>
                <a:off x="7645" y="2595"/>
                <a:ext cx="1491" cy="332"/>
              </a:xfrm>
              <a:prstGeom prst="straightConnector1">
                <a:avLst/>
              </a:prstGeom>
              <a:ln>
                <a:solidFill>
                  <a:schemeClr val="tx2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26" name="直接箭头连接符 25">
                <a:extLst>
                  <a:ext uri="{FF2B5EF4-FFF2-40B4-BE49-F238E27FC236}">
                    <a16:creationId xmlns:a16="http://schemas.microsoft.com/office/drawing/2014/main" id="{B091F41E-6E1B-4E0C-87D0-F094ED5844BB}"/>
                  </a:ext>
                </a:extLst>
              </p:cNvPr>
              <p:cNvCxnSpPr>
                <a:stCxn id="89" idx="6"/>
                <a:endCxn id="75" idx="2"/>
              </p:cNvCxnSpPr>
              <p:nvPr>
                <p:custDataLst>
                  <p:tags r:id="rId11"/>
                </p:custDataLst>
              </p:nvPr>
            </p:nvCxnSpPr>
            <p:spPr>
              <a:xfrm flipV="1">
                <a:off x="7645" y="3167"/>
                <a:ext cx="1391" cy="358"/>
              </a:xfrm>
              <a:prstGeom prst="straightConnector1">
                <a:avLst/>
              </a:prstGeom>
              <a:ln>
                <a:solidFill>
                  <a:schemeClr val="tx2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27" name="直接箭头连接符 26">
                <a:extLst>
                  <a:ext uri="{FF2B5EF4-FFF2-40B4-BE49-F238E27FC236}">
                    <a16:creationId xmlns:a16="http://schemas.microsoft.com/office/drawing/2014/main" id="{46E56F56-7C19-44F7-8CC8-304F04249FD9}"/>
                  </a:ext>
                </a:extLst>
              </p:cNvPr>
              <p:cNvCxnSpPr>
                <a:stCxn id="89" idx="6"/>
                <a:endCxn id="76" idx="2"/>
              </p:cNvCxnSpPr>
              <p:nvPr>
                <p:custDataLst>
                  <p:tags r:id="rId12"/>
                </p:custDataLst>
              </p:nvPr>
            </p:nvCxnSpPr>
            <p:spPr>
              <a:xfrm>
                <a:off x="7645" y="3525"/>
                <a:ext cx="1391" cy="597"/>
              </a:xfrm>
              <a:prstGeom prst="straightConnector1">
                <a:avLst/>
              </a:prstGeom>
              <a:ln>
                <a:solidFill>
                  <a:schemeClr val="tx2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28" name="直接箭头连接符 27">
                <a:extLst>
                  <a:ext uri="{FF2B5EF4-FFF2-40B4-BE49-F238E27FC236}">
                    <a16:creationId xmlns:a16="http://schemas.microsoft.com/office/drawing/2014/main" id="{C0A2295E-2335-4163-BF41-16A72EBC45E8}"/>
                  </a:ext>
                </a:extLst>
              </p:cNvPr>
              <p:cNvCxnSpPr>
                <a:stCxn id="89" idx="6"/>
                <a:endCxn id="73" idx="2"/>
              </p:cNvCxnSpPr>
              <p:nvPr>
                <p:custDataLst>
                  <p:tags r:id="rId13"/>
                </p:custDataLst>
              </p:nvPr>
            </p:nvCxnSpPr>
            <p:spPr>
              <a:xfrm flipV="1">
                <a:off x="7645" y="1309"/>
                <a:ext cx="1391" cy="2216"/>
              </a:xfrm>
              <a:prstGeom prst="straightConnector1">
                <a:avLst/>
              </a:prstGeom>
              <a:ln>
                <a:solidFill>
                  <a:schemeClr val="tx2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29" name="直接箭头连接符 28">
                <a:extLst>
                  <a:ext uri="{FF2B5EF4-FFF2-40B4-BE49-F238E27FC236}">
                    <a16:creationId xmlns:a16="http://schemas.microsoft.com/office/drawing/2014/main" id="{2AC6246A-698A-46E7-8CD9-37CA27749A14}"/>
                  </a:ext>
                </a:extLst>
              </p:cNvPr>
              <p:cNvCxnSpPr>
                <a:stCxn id="96" idx="6"/>
                <a:endCxn id="77" idx="2"/>
              </p:cNvCxnSpPr>
              <p:nvPr>
                <p:custDataLst>
                  <p:tags r:id="rId14"/>
                </p:custDataLst>
              </p:nvPr>
            </p:nvCxnSpPr>
            <p:spPr>
              <a:xfrm>
                <a:off x="7645" y="4604"/>
                <a:ext cx="1391" cy="593"/>
              </a:xfrm>
              <a:prstGeom prst="straightConnector1">
                <a:avLst/>
              </a:prstGeom>
              <a:ln>
                <a:solidFill>
                  <a:schemeClr val="tx2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30" name="直接箭头连接符 29">
                <a:extLst>
                  <a:ext uri="{FF2B5EF4-FFF2-40B4-BE49-F238E27FC236}">
                    <a16:creationId xmlns:a16="http://schemas.microsoft.com/office/drawing/2014/main" id="{4ACDE505-C6E7-475A-9D95-B5A4D24899E2}"/>
                  </a:ext>
                </a:extLst>
              </p:cNvPr>
              <p:cNvCxnSpPr>
                <a:stCxn id="96" idx="6"/>
                <a:endCxn id="76" idx="2"/>
              </p:cNvCxnSpPr>
              <p:nvPr>
                <p:custDataLst>
                  <p:tags r:id="rId15"/>
                </p:custDataLst>
              </p:nvPr>
            </p:nvCxnSpPr>
            <p:spPr>
              <a:xfrm flipV="1">
                <a:off x="7645" y="4122"/>
                <a:ext cx="1391" cy="482"/>
              </a:xfrm>
              <a:prstGeom prst="straightConnector1">
                <a:avLst/>
              </a:prstGeom>
              <a:ln>
                <a:solidFill>
                  <a:schemeClr val="tx2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31" name="直接箭头连接符 30">
                <a:extLst>
                  <a:ext uri="{FF2B5EF4-FFF2-40B4-BE49-F238E27FC236}">
                    <a16:creationId xmlns:a16="http://schemas.microsoft.com/office/drawing/2014/main" id="{A2AEECCC-D3D3-46E4-8FA6-72461B8C98E0}"/>
                  </a:ext>
                </a:extLst>
              </p:cNvPr>
              <p:cNvCxnSpPr>
                <a:stCxn id="96" idx="6"/>
                <a:endCxn id="73" idx="3"/>
              </p:cNvCxnSpPr>
              <p:nvPr>
                <p:custDataLst>
                  <p:tags r:id="rId16"/>
                </p:custDataLst>
              </p:nvPr>
            </p:nvCxnSpPr>
            <p:spPr>
              <a:xfrm flipV="1">
                <a:off x="7645" y="1549"/>
                <a:ext cx="1491" cy="3055"/>
              </a:xfrm>
              <a:prstGeom prst="straightConnector1">
                <a:avLst/>
              </a:prstGeom>
              <a:ln>
                <a:solidFill>
                  <a:schemeClr val="tx2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sp>
            <p:nvSpPr>
              <p:cNvPr id="37" name="椭圆 36">
                <a:extLst>
                  <a:ext uri="{FF2B5EF4-FFF2-40B4-BE49-F238E27FC236}">
                    <a16:creationId xmlns:a16="http://schemas.microsoft.com/office/drawing/2014/main" id="{D9FF44A9-4273-44D2-86D6-46A3F7E54255}"/>
                  </a:ext>
                </a:extLst>
              </p:cNvPr>
              <p:cNvSpPr/>
              <p:nvPr>
                <p:custDataLst>
                  <p:tags r:id="rId17"/>
                </p:custDataLst>
              </p:nvPr>
            </p:nvSpPr>
            <p:spPr>
              <a:xfrm>
                <a:off x="11157" y="1597"/>
                <a:ext cx="681" cy="680"/>
              </a:xfrm>
              <a:prstGeom prst="ellipse">
                <a:avLst/>
              </a:prstGeom>
              <a:solidFill>
                <a:srgbClr val="BCFADB"/>
              </a:solidFill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902"/>
              </a:p>
            </p:txBody>
          </p:sp>
          <p:sp>
            <p:nvSpPr>
              <p:cNvPr id="38" name="椭圆 37">
                <a:extLst>
                  <a:ext uri="{FF2B5EF4-FFF2-40B4-BE49-F238E27FC236}">
                    <a16:creationId xmlns:a16="http://schemas.microsoft.com/office/drawing/2014/main" id="{AAF9F984-2E40-4A54-8AAB-2C5FA0234B22}"/>
                  </a:ext>
                </a:extLst>
              </p:cNvPr>
              <p:cNvSpPr/>
              <p:nvPr>
                <p:custDataLst>
                  <p:tags r:id="rId18"/>
                </p:custDataLst>
              </p:nvPr>
            </p:nvSpPr>
            <p:spPr>
              <a:xfrm>
                <a:off x="11157" y="4510"/>
                <a:ext cx="681" cy="680"/>
              </a:xfrm>
              <a:prstGeom prst="ellipse">
                <a:avLst/>
              </a:prstGeom>
              <a:solidFill>
                <a:srgbClr val="BCFADB"/>
              </a:solidFill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902"/>
              </a:p>
            </p:txBody>
          </p:sp>
          <p:sp>
            <p:nvSpPr>
              <p:cNvPr id="39" name="椭圆 38">
                <a:extLst>
                  <a:ext uri="{FF2B5EF4-FFF2-40B4-BE49-F238E27FC236}">
                    <a16:creationId xmlns:a16="http://schemas.microsoft.com/office/drawing/2014/main" id="{C32CD8A1-88DA-4B06-B532-134E1E78D46B}"/>
                  </a:ext>
                </a:extLst>
              </p:cNvPr>
              <p:cNvSpPr/>
              <p:nvPr>
                <p:custDataLst>
                  <p:tags r:id="rId19"/>
                </p:custDataLst>
              </p:nvPr>
            </p:nvSpPr>
            <p:spPr>
              <a:xfrm>
                <a:off x="11157" y="2526"/>
                <a:ext cx="681" cy="680"/>
              </a:xfrm>
              <a:prstGeom prst="ellipse">
                <a:avLst/>
              </a:prstGeom>
              <a:solidFill>
                <a:srgbClr val="BCFADB"/>
              </a:solidFill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902"/>
              </a:p>
            </p:txBody>
          </p:sp>
          <p:sp>
            <p:nvSpPr>
              <p:cNvPr id="40" name="椭圆 39">
                <a:extLst>
                  <a:ext uri="{FF2B5EF4-FFF2-40B4-BE49-F238E27FC236}">
                    <a16:creationId xmlns:a16="http://schemas.microsoft.com/office/drawing/2014/main" id="{4A56EE37-8C36-4B03-B8F4-165ACCF2A550}"/>
                  </a:ext>
                </a:extLst>
              </p:cNvPr>
              <p:cNvSpPr/>
              <p:nvPr>
                <p:custDataLst>
                  <p:tags r:id="rId20"/>
                </p:custDataLst>
              </p:nvPr>
            </p:nvSpPr>
            <p:spPr>
              <a:xfrm>
                <a:off x="11157" y="3455"/>
                <a:ext cx="681" cy="680"/>
              </a:xfrm>
              <a:prstGeom prst="ellipse">
                <a:avLst/>
              </a:prstGeom>
              <a:solidFill>
                <a:srgbClr val="BCFADB"/>
              </a:solidFill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902"/>
              </a:p>
            </p:txBody>
          </p:sp>
          <p:cxnSp>
            <p:nvCxnSpPr>
              <p:cNvPr id="41" name="直接箭头连接符 40">
                <a:extLst>
                  <a:ext uri="{FF2B5EF4-FFF2-40B4-BE49-F238E27FC236}">
                    <a16:creationId xmlns:a16="http://schemas.microsoft.com/office/drawing/2014/main" id="{E0374078-685F-48F3-8344-45C45AF8B345}"/>
                  </a:ext>
                </a:extLst>
              </p:cNvPr>
              <p:cNvCxnSpPr>
                <a:stCxn id="73" idx="5"/>
                <a:endCxn id="40" idx="1"/>
              </p:cNvCxnSpPr>
              <p:nvPr>
                <p:custDataLst>
                  <p:tags r:id="rId21"/>
                </p:custDataLst>
              </p:nvPr>
            </p:nvCxnSpPr>
            <p:spPr>
              <a:xfrm>
                <a:off x="9617" y="1549"/>
                <a:ext cx="1640" cy="2006"/>
              </a:xfrm>
              <a:prstGeom prst="straightConnector1">
                <a:avLst/>
              </a:prstGeom>
              <a:ln>
                <a:solidFill>
                  <a:schemeClr val="tx2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42" name="直接箭头连接符 41">
                <a:extLst>
                  <a:ext uri="{FF2B5EF4-FFF2-40B4-BE49-F238E27FC236}">
                    <a16:creationId xmlns:a16="http://schemas.microsoft.com/office/drawing/2014/main" id="{BADCA717-8C20-42DB-8348-6E0B8442546F}"/>
                  </a:ext>
                </a:extLst>
              </p:cNvPr>
              <p:cNvCxnSpPr>
                <a:stCxn id="74" idx="6"/>
                <a:endCxn id="39" idx="2"/>
              </p:cNvCxnSpPr>
              <p:nvPr>
                <p:custDataLst>
                  <p:tags r:id="rId22"/>
                </p:custDataLst>
              </p:nvPr>
            </p:nvCxnSpPr>
            <p:spPr>
              <a:xfrm>
                <a:off x="9717" y="2237"/>
                <a:ext cx="1440" cy="629"/>
              </a:xfrm>
              <a:prstGeom prst="straightConnector1">
                <a:avLst/>
              </a:prstGeom>
              <a:ln>
                <a:solidFill>
                  <a:schemeClr val="tx2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43" name="直接箭头连接符 42">
                <a:extLst>
                  <a:ext uri="{FF2B5EF4-FFF2-40B4-BE49-F238E27FC236}">
                    <a16:creationId xmlns:a16="http://schemas.microsoft.com/office/drawing/2014/main" id="{E97CA2B4-69BC-4FA9-AF42-4A49D163B53E}"/>
                  </a:ext>
                </a:extLst>
              </p:cNvPr>
              <p:cNvCxnSpPr>
                <a:stCxn id="73" idx="5"/>
                <a:endCxn id="38" idx="1"/>
              </p:cNvCxnSpPr>
              <p:nvPr>
                <p:custDataLst>
                  <p:tags r:id="rId23"/>
                </p:custDataLst>
              </p:nvPr>
            </p:nvCxnSpPr>
            <p:spPr>
              <a:xfrm>
                <a:off x="9617" y="1549"/>
                <a:ext cx="1640" cy="3061"/>
              </a:xfrm>
              <a:prstGeom prst="straightConnector1">
                <a:avLst/>
              </a:prstGeom>
              <a:ln>
                <a:solidFill>
                  <a:schemeClr val="tx2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44" name="直接箭头连接符 43">
                <a:extLst>
                  <a:ext uri="{FF2B5EF4-FFF2-40B4-BE49-F238E27FC236}">
                    <a16:creationId xmlns:a16="http://schemas.microsoft.com/office/drawing/2014/main" id="{FC4E6AF2-E5B7-47B5-BC03-4AD98674C35A}"/>
                  </a:ext>
                </a:extLst>
              </p:cNvPr>
              <p:cNvCxnSpPr>
                <a:stCxn id="73" idx="6"/>
                <a:endCxn id="39" idx="1"/>
              </p:cNvCxnSpPr>
              <p:nvPr>
                <p:custDataLst>
                  <p:tags r:id="rId24"/>
                </p:custDataLst>
              </p:nvPr>
            </p:nvCxnSpPr>
            <p:spPr>
              <a:xfrm>
                <a:off x="9717" y="1309"/>
                <a:ext cx="1540" cy="1317"/>
              </a:xfrm>
              <a:prstGeom prst="straightConnector1">
                <a:avLst/>
              </a:prstGeom>
              <a:ln>
                <a:solidFill>
                  <a:schemeClr val="tx2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45" name="直接箭头连接符 44">
                <a:extLst>
                  <a:ext uri="{FF2B5EF4-FFF2-40B4-BE49-F238E27FC236}">
                    <a16:creationId xmlns:a16="http://schemas.microsoft.com/office/drawing/2014/main" id="{8A27E733-80E4-4F8E-9F6C-90C113F8E009}"/>
                  </a:ext>
                </a:extLst>
              </p:cNvPr>
              <p:cNvCxnSpPr>
                <a:stCxn id="74" idx="6"/>
                <a:endCxn id="37" idx="1"/>
              </p:cNvCxnSpPr>
              <p:nvPr>
                <p:custDataLst>
                  <p:tags r:id="rId25"/>
                </p:custDataLst>
              </p:nvPr>
            </p:nvCxnSpPr>
            <p:spPr>
              <a:xfrm flipV="1">
                <a:off x="9717" y="1697"/>
                <a:ext cx="1540" cy="540"/>
              </a:xfrm>
              <a:prstGeom prst="straightConnector1">
                <a:avLst/>
              </a:prstGeom>
              <a:ln>
                <a:solidFill>
                  <a:schemeClr val="tx2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46" name="直接箭头连接符 45">
                <a:extLst>
                  <a:ext uri="{FF2B5EF4-FFF2-40B4-BE49-F238E27FC236}">
                    <a16:creationId xmlns:a16="http://schemas.microsoft.com/office/drawing/2014/main" id="{3F62FF84-4E4B-40A2-93E4-EE1DCF8DB12B}"/>
                  </a:ext>
                </a:extLst>
              </p:cNvPr>
              <p:cNvCxnSpPr>
                <a:stCxn id="74" idx="6"/>
                <a:endCxn id="40" idx="2"/>
              </p:cNvCxnSpPr>
              <p:nvPr>
                <p:custDataLst>
                  <p:tags r:id="rId26"/>
                </p:custDataLst>
              </p:nvPr>
            </p:nvCxnSpPr>
            <p:spPr>
              <a:xfrm>
                <a:off x="9717" y="2237"/>
                <a:ext cx="1440" cy="1558"/>
              </a:xfrm>
              <a:prstGeom prst="straightConnector1">
                <a:avLst/>
              </a:prstGeom>
              <a:ln>
                <a:solidFill>
                  <a:schemeClr val="tx2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47" name="直接箭头连接符 46">
                <a:extLst>
                  <a:ext uri="{FF2B5EF4-FFF2-40B4-BE49-F238E27FC236}">
                    <a16:creationId xmlns:a16="http://schemas.microsoft.com/office/drawing/2014/main" id="{CDE62F38-B0CB-4DE3-AC68-C4683EA42150}"/>
                  </a:ext>
                </a:extLst>
              </p:cNvPr>
              <p:cNvCxnSpPr>
                <a:stCxn id="74" idx="5"/>
                <a:endCxn id="38" idx="2"/>
              </p:cNvCxnSpPr>
              <p:nvPr>
                <p:custDataLst>
                  <p:tags r:id="rId27"/>
                </p:custDataLst>
              </p:nvPr>
            </p:nvCxnSpPr>
            <p:spPr>
              <a:xfrm>
                <a:off x="9617" y="2477"/>
                <a:ext cx="1540" cy="2373"/>
              </a:xfrm>
              <a:prstGeom prst="straightConnector1">
                <a:avLst/>
              </a:prstGeom>
              <a:ln>
                <a:solidFill>
                  <a:schemeClr val="tx2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48" name="直接箭头连接符 47">
                <a:extLst>
                  <a:ext uri="{FF2B5EF4-FFF2-40B4-BE49-F238E27FC236}">
                    <a16:creationId xmlns:a16="http://schemas.microsoft.com/office/drawing/2014/main" id="{366F07C6-C7FB-4BDE-A88C-F55A89D78FDA}"/>
                  </a:ext>
                </a:extLst>
              </p:cNvPr>
              <p:cNvCxnSpPr>
                <a:stCxn id="75" idx="6"/>
                <a:endCxn id="37" idx="3"/>
              </p:cNvCxnSpPr>
              <p:nvPr>
                <p:custDataLst>
                  <p:tags r:id="rId28"/>
                </p:custDataLst>
              </p:nvPr>
            </p:nvCxnSpPr>
            <p:spPr>
              <a:xfrm flipV="1">
                <a:off x="9717" y="2177"/>
                <a:ext cx="1540" cy="990"/>
              </a:xfrm>
              <a:prstGeom prst="straightConnector1">
                <a:avLst/>
              </a:prstGeom>
              <a:ln>
                <a:solidFill>
                  <a:schemeClr val="tx2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49" name="直接箭头连接符 48">
                <a:extLst>
                  <a:ext uri="{FF2B5EF4-FFF2-40B4-BE49-F238E27FC236}">
                    <a16:creationId xmlns:a16="http://schemas.microsoft.com/office/drawing/2014/main" id="{BA11F80B-4350-4870-A62F-242E07F9C34D}"/>
                  </a:ext>
                </a:extLst>
              </p:cNvPr>
              <p:cNvCxnSpPr>
                <a:stCxn id="75" idx="6"/>
                <a:endCxn id="39" idx="3"/>
              </p:cNvCxnSpPr>
              <p:nvPr>
                <p:custDataLst>
                  <p:tags r:id="rId29"/>
                </p:custDataLst>
              </p:nvPr>
            </p:nvCxnSpPr>
            <p:spPr>
              <a:xfrm flipV="1">
                <a:off x="9717" y="3106"/>
                <a:ext cx="1540" cy="61"/>
              </a:xfrm>
              <a:prstGeom prst="straightConnector1">
                <a:avLst/>
              </a:prstGeom>
              <a:ln>
                <a:solidFill>
                  <a:schemeClr val="tx2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50" name="直接箭头连接符 49">
                <a:extLst>
                  <a:ext uri="{FF2B5EF4-FFF2-40B4-BE49-F238E27FC236}">
                    <a16:creationId xmlns:a16="http://schemas.microsoft.com/office/drawing/2014/main" id="{D6A1505B-7852-421B-A2C8-57DC632F4E80}"/>
                  </a:ext>
                </a:extLst>
              </p:cNvPr>
              <p:cNvCxnSpPr>
                <a:stCxn id="75" idx="5"/>
                <a:endCxn id="40" idx="3"/>
              </p:cNvCxnSpPr>
              <p:nvPr>
                <p:custDataLst>
                  <p:tags r:id="rId30"/>
                </p:custDataLst>
              </p:nvPr>
            </p:nvCxnSpPr>
            <p:spPr>
              <a:xfrm>
                <a:off x="9617" y="3407"/>
                <a:ext cx="1640" cy="628"/>
              </a:xfrm>
              <a:prstGeom prst="straightConnector1">
                <a:avLst/>
              </a:prstGeom>
              <a:ln>
                <a:solidFill>
                  <a:schemeClr val="tx2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51" name="直接箭头连接符 50">
                <a:extLst>
                  <a:ext uri="{FF2B5EF4-FFF2-40B4-BE49-F238E27FC236}">
                    <a16:creationId xmlns:a16="http://schemas.microsoft.com/office/drawing/2014/main" id="{81C7D96C-A556-43DE-9585-0492433ACED6}"/>
                  </a:ext>
                </a:extLst>
              </p:cNvPr>
              <p:cNvCxnSpPr>
                <a:stCxn id="75" idx="5"/>
              </p:cNvCxnSpPr>
              <p:nvPr>
                <p:custDataLst>
                  <p:tags r:id="rId31"/>
                </p:custDataLst>
              </p:nvPr>
            </p:nvCxnSpPr>
            <p:spPr>
              <a:xfrm>
                <a:off x="9617" y="3407"/>
                <a:ext cx="1649" cy="1201"/>
              </a:xfrm>
              <a:prstGeom prst="straightConnector1">
                <a:avLst/>
              </a:prstGeom>
              <a:ln>
                <a:solidFill>
                  <a:schemeClr val="tx2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52" name="直接箭头连接符 51">
                <a:extLst>
                  <a:ext uri="{FF2B5EF4-FFF2-40B4-BE49-F238E27FC236}">
                    <a16:creationId xmlns:a16="http://schemas.microsoft.com/office/drawing/2014/main" id="{880C1F39-3FA0-4AC9-9120-FF4915E4F89D}"/>
                  </a:ext>
                </a:extLst>
              </p:cNvPr>
              <p:cNvCxnSpPr>
                <a:stCxn id="76" idx="7"/>
                <a:endCxn id="37" idx="2"/>
              </p:cNvCxnSpPr>
              <p:nvPr>
                <p:custDataLst>
                  <p:tags r:id="rId32"/>
                </p:custDataLst>
              </p:nvPr>
            </p:nvCxnSpPr>
            <p:spPr>
              <a:xfrm flipV="1">
                <a:off x="9617" y="1937"/>
                <a:ext cx="1540" cy="1945"/>
              </a:xfrm>
              <a:prstGeom prst="straightConnector1">
                <a:avLst/>
              </a:prstGeom>
              <a:ln>
                <a:solidFill>
                  <a:schemeClr val="tx2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53" name="直接箭头连接符 52">
                <a:extLst>
                  <a:ext uri="{FF2B5EF4-FFF2-40B4-BE49-F238E27FC236}">
                    <a16:creationId xmlns:a16="http://schemas.microsoft.com/office/drawing/2014/main" id="{49592FCA-A534-4914-9D39-246B1ADEF9F4}"/>
                  </a:ext>
                </a:extLst>
              </p:cNvPr>
              <p:cNvCxnSpPr>
                <a:stCxn id="76" idx="6"/>
                <a:endCxn id="39" idx="2"/>
              </p:cNvCxnSpPr>
              <p:nvPr>
                <p:custDataLst>
                  <p:tags r:id="rId33"/>
                </p:custDataLst>
              </p:nvPr>
            </p:nvCxnSpPr>
            <p:spPr>
              <a:xfrm flipV="1">
                <a:off x="9717" y="2866"/>
                <a:ext cx="1440" cy="1256"/>
              </a:xfrm>
              <a:prstGeom prst="straightConnector1">
                <a:avLst/>
              </a:prstGeom>
              <a:ln>
                <a:solidFill>
                  <a:schemeClr val="tx2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54" name="直接箭头连接符 53">
                <a:extLst>
                  <a:ext uri="{FF2B5EF4-FFF2-40B4-BE49-F238E27FC236}">
                    <a16:creationId xmlns:a16="http://schemas.microsoft.com/office/drawing/2014/main" id="{AB02F2A3-6D7C-48B8-8032-215E1CDAA142}"/>
                  </a:ext>
                </a:extLst>
              </p:cNvPr>
              <p:cNvCxnSpPr>
                <a:stCxn id="76" idx="6"/>
                <a:endCxn id="40" idx="2"/>
              </p:cNvCxnSpPr>
              <p:nvPr>
                <p:custDataLst>
                  <p:tags r:id="rId34"/>
                </p:custDataLst>
              </p:nvPr>
            </p:nvCxnSpPr>
            <p:spPr>
              <a:xfrm flipV="1">
                <a:off x="9717" y="3795"/>
                <a:ext cx="1440" cy="327"/>
              </a:xfrm>
              <a:prstGeom prst="straightConnector1">
                <a:avLst/>
              </a:prstGeom>
              <a:ln>
                <a:solidFill>
                  <a:schemeClr val="tx2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55" name="直接箭头连接符 54">
                <a:extLst>
                  <a:ext uri="{FF2B5EF4-FFF2-40B4-BE49-F238E27FC236}">
                    <a16:creationId xmlns:a16="http://schemas.microsoft.com/office/drawing/2014/main" id="{053F51BD-3AA2-405A-ADD0-DCD39DF20A75}"/>
                  </a:ext>
                </a:extLst>
              </p:cNvPr>
              <p:cNvCxnSpPr>
                <a:stCxn id="76" idx="6"/>
                <a:endCxn id="38" idx="3"/>
              </p:cNvCxnSpPr>
              <p:nvPr>
                <p:custDataLst>
                  <p:tags r:id="rId35"/>
                </p:custDataLst>
              </p:nvPr>
            </p:nvCxnSpPr>
            <p:spPr>
              <a:xfrm>
                <a:off x="9717" y="4122"/>
                <a:ext cx="1540" cy="968"/>
              </a:xfrm>
              <a:prstGeom prst="straightConnector1">
                <a:avLst/>
              </a:prstGeom>
              <a:ln>
                <a:solidFill>
                  <a:schemeClr val="tx2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56" name="直接箭头连接符 55">
                <a:extLst>
                  <a:ext uri="{FF2B5EF4-FFF2-40B4-BE49-F238E27FC236}">
                    <a16:creationId xmlns:a16="http://schemas.microsoft.com/office/drawing/2014/main" id="{54C94AAB-4CDD-4420-BAE1-6FBA0E877956}"/>
                  </a:ext>
                </a:extLst>
              </p:cNvPr>
              <p:cNvCxnSpPr>
                <a:stCxn id="77" idx="7"/>
                <a:endCxn id="37" idx="3"/>
              </p:cNvCxnSpPr>
              <p:nvPr>
                <p:custDataLst>
                  <p:tags r:id="rId36"/>
                </p:custDataLst>
              </p:nvPr>
            </p:nvCxnSpPr>
            <p:spPr>
              <a:xfrm flipV="1">
                <a:off x="9617" y="2177"/>
                <a:ext cx="1640" cy="2780"/>
              </a:xfrm>
              <a:prstGeom prst="straightConnector1">
                <a:avLst/>
              </a:prstGeom>
              <a:ln>
                <a:solidFill>
                  <a:schemeClr val="tx2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57" name="直接箭头连接符 56">
                <a:extLst>
                  <a:ext uri="{FF2B5EF4-FFF2-40B4-BE49-F238E27FC236}">
                    <a16:creationId xmlns:a16="http://schemas.microsoft.com/office/drawing/2014/main" id="{A4F882E3-BBF3-482C-817E-B51FEFD5EB9B}"/>
                  </a:ext>
                </a:extLst>
              </p:cNvPr>
              <p:cNvCxnSpPr>
                <a:stCxn id="77" idx="7"/>
                <a:endCxn id="39" idx="3"/>
              </p:cNvCxnSpPr>
              <p:nvPr>
                <p:custDataLst>
                  <p:tags r:id="rId37"/>
                </p:custDataLst>
              </p:nvPr>
            </p:nvCxnSpPr>
            <p:spPr>
              <a:xfrm flipV="1">
                <a:off x="9617" y="3106"/>
                <a:ext cx="1640" cy="1851"/>
              </a:xfrm>
              <a:prstGeom prst="straightConnector1">
                <a:avLst/>
              </a:prstGeom>
              <a:ln>
                <a:solidFill>
                  <a:schemeClr val="tx2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58" name="直接箭头连接符 57">
                <a:extLst>
                  <a:ext uri="{FF2B5EF4-FFF2-40B4-BE49-F238E27FC236}">
                    <a16:creationId xmlns:a16="http://schemas.microsoft.com/office/drawing/2014/main" id="{66943270-F007-4A53-A00F-6B0347EFA71C}"/>
                  </a:ext>
                </a:extLst>
              </p:cNvPr>
              <p:cNvCxnSpPr>
                <a:stCxn id="77" idx="6"/>
                <a:endCxn id="40" idx="3"/>
              </p:cNvCxnSpPr>
              <p:nvPr>
                <p:custDataLst>
                  <p:tags r:id="rId38"/>
                </p:custDataLst>
              </p:nvPr>
            </p:nvCxnSpPr>
            <p:spPr>
              <a:xfrm flipV="1">
                <a:off x="9717" y="4035"/>
                <a:ext cx="1540" cy="1162"/>
              </a:xfrm>
              <a:prstGeom prst="straightConnector1">
                <a:avLst/>
              </a:prstGeom>
              <a:ln>
                <a:solidFill>
                  <a:schemeClr val="tx2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59" name="直接箭头连接符 58">
                <a:extLst>
                  <a:ext uri="{FF2B5EF4-FFF2-40B4-BE49-F238E27FC236}">
                    <a16:creationId xmlns:a16="http://schemas.microsoft.com/office/drawing/2014/main" id="{E424265C-3DA2-44D9-9A93-86DCBD3A39C0}"/>
                  </a:ext>
                </a:extLst>
              </p:cNvPr>
              <p:cNvCxnSpPr>
                <a:stCxn id="77" idx="6"/>
                <a:endCxn id="38" idx="2"/>
              </p:cNvCxnSpPr>
              <p:nvPr>
                <p:custDataLst>
                  <p:tags r:id="rId39"/>
                </p:custDataLst>
              </p:nvPr>
            </p:nvCxnSpPr>
            <p:spPr>
              <a:xfrm flipV="1">
                <a:off x="9717" y="4850"/>
                <a:ext cx="1440" cy="347"/>
              </a:xfrm>
              <a:prstGeom prst="straightConnector1">
                <a:avLst/>
              </a:prstGeom>
              <a:ln>
                <a:solidFill>
                  <a:schemeClr val="tx2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graphicFrame>
                <p:nvGraphicFramePr>
                  <p:cNvPr id="60" name="对象 59">
                    <a:hlinkClick r:id="" action="ppaction://ole?verb=0"/>
                    <a:extLst>
                      <a:ext uri="{FF2B5EF4-FFF2-40B4-BE49-F238E27FC236}">
                        <a16:creationId xmlns:a16="http://schemas.microsoft.com/office/drawing/2014/main" id="{CD3CA34D-7E47-46BC-9A4C-C09C3F210468}"/>
                      </a:ext>
                    </a:extLst>
                  </p:cNvPr>
                  <p:cNvGraphicFramePr>
                    <a:graphicFrameLocks noChangeAspect="1"/>
                  </p:cNvGraphicFramePr>
                  <p:nvPr>
                    <p:custDataLst>
                      <p:tags r:id="rId40"/>
                    </p:custDataLst>
                  </p:nvPr>
                </p:nvGraphicFramePr>
                <p:xfrm>
                  <a:off x="11266" y="1597"/>
                  <a:ext cx="464" cy="607"/>
                </p:xfrm>
                <a:graphic>
                  <a:graphicData uri="http://schemas.openxmlformats.org/presentationml/2006/ole">
                    <mc:AlternateContent>
                      <mc:Choice xmlns:v="urn:schemas-microsoft-com:vml" Requires="v">
                        <p:oleObj spid="_x0000_s1451" r:id="rId117" imgW="165100" imgH="215900" progId="Equation.KSEE3">
                          <p:embed/>
                        </p:oleObj>
                      </mc:Choice>
                      <mc:Fallback>
                        <p:oleObj r:id="rId117" imgW="165100" imgH="215900" progId="Equation.KSEE3">
                          <p:embed/>
                          <p:pic>
                            <p:nvPicPr>
                              <p:cNvPr id="469" name="对象 468">
                                <a:hlinkClick r:id="" action="ppaction://ole?verb=0"/>
                              </p:cNvPr>
                              <p:cNvPicPr/>
                              <p:nvPr/>
                            </p:nvPicPr>
                            <p:blipFill>
                              <a:blip r:embed="rId118"/>
                              <a:stretch>
                                <a:fillRect/>
                              </a:stretch>
                            </p:blipFill>
                            <p:spPr>
                              <a:xfrm>
                                <a:off x="11266" y="1597"/>
                                <a:ext cx="464" cy="607"/>
                              </a:xfrm>
                              <a:prstGeom prst="rect">
                                <a:avLst/>
                              </a:prstGeom>
                            </p:spPr>
                          </p:pic>
                        </p:oleObj>
                      </mc:Fallback>
                    </mc:AlternateContent>
                  </a:graphicData>
                </a:graphic>
              </p:graphicFrame>
            </mc:Choice>
            <mc:Fallback xmlns="">
              <p:graphicFrame>
                <p:nvGraphicFramePr>
                  <p:cNvPr id="60" name="对象 59">
                    <a:hlinkClick r:id="" action="ppaction://ole?verb=0"/>
                    <a:extLst>
                      <a:ext uri="{FF2B5EF4-FFF2-40B4-BE49-F238E27FC236}">
                        <a16:creationId xmlns:a16="http://schemas.microsoft.com/office/drawing/2014/main" id="{CD3CA34D-7E47-46BC-9A4C-C09C3F210468}"/>
                      </a:ext>
                    </a:extLst>
                  </p:cNvPr>
                  <p:cNvGraphicFramePr>
                    <a:graphicFrameLocks noChangeAspect="1"/>
                  </p:cNvGraphicFramePr>
                  <p:nvPr>
                    <p:custDataLst>
                      <p:tags r:id="rId119"/>
                    </p:custDataLst>
                  </p:nvPr>
                </p:nvGraphicFramePr>
                <p:xfrm>
                  <a:off x="11266" y="1597"/>
                  <a:ext cx="464" cy="607"/>
                </p:xfrm>
                <a:graphic>
                  <a:graphicData uri="http://schemas.openxmlformats.org/presentationml/2006/ole">
                    <mc:AlternateContent>
                      <mc:Choice xmlns:v="urn:schemas-microsoft-com:vml" Requires="v">
                        <p:oleObj spid="_x0000_s1321" r:id="rId120" imgW="165100" imgH="215900" progId="Equation.KSEE3">
                          <p:embed/>
                        </p:oleObj>
                      </mc:Choice>
                      <mc:Fallback>
                        <p:oleObj r:id="rId120" imgW="165100" imgH="215900" progId="Equation.KSEE3">
                          <p:embed/>
                          <p:pic>
                            <p:nvPicPr>
                              <p:cNvPr id="469" name="对象 468">
                                <a:hlinkClick r:id="" action="ppaction://ole?verb=0"/>
                              </p:cNvPr>
                              <p:cNvPicPr/>
                              <p:nvPr/>
                            </p:nvPicPr>
                            <p:blipFill>
                              <a:blip r:embed="rId121"/>
                              <a:stretch>
                                <a:fillRect/>
                              </a:stretch>
                            </p:blipFill>
                            <p:spPr>
                              <a:xfrm>
                                <a:off x="11266" y="1597"/>
                                <a:ext cx="464" cy="607"/>
                              </a:xfrm>
                              <a:prstGeom prst="rect">
                                <a:avLst/>
                              </a:prstGeom>
                            </p:spPr>
                          </p:pic>
                        </p:oleObj>
                      </mc:Fallback>
                    </mc:AlternateContent>
                  </a:graphicData>
                </a:graphic>
              </p:graphicFrame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graphicFrame>
                <p:nvGraphicFramePr>
                  <p:cNvPr id="61" name="对象 60">
                    <a:hlinkClick r:id="" action="ppaction://ole?verb=0"/>
                    <a:extLst>
                      <a:ext uri="{FF2B5EF4-FFF2-40B4-BE49-F238E27FC236}">
                        <a16:creationId xmlns:a16="http://schemas.microsoft.com/office/drawing/2014/main" id="{8ED62E12-7169-4A81-8EB2-F569F1EE1074}"/>
                      </a:ext>
                    </a:extLst>
                  </p:cNvPr>
                  <p:cNvGraphicFramePr>
                    <a:graphicFrameLocks noChangeAspect="1"/>
                  </p:cNvGraphicFramePr>
                  <p:nvPr>
                    <p:custDataLst>
                      <p:tags r:id="rId41"/>
                    </p:custDataLst>
                  </p:nvPr>
                </p:nvGraphicFramePr>
                <p:xfrm>
                  <a:off x="11249" y="2553"/>
                  <a:ext cx="498" cy="607"/>
                </p:xfrm>
                <a:graphic>
                  <a:graphicData uri="http://schemas.openxmlformats.org/presentationml/2006/ole">
                    <mc:AlternateContent>
                      <mc:Choice xmlns:v="urn:schemas-microsoft-com:vml" Requires="v">
                        <p:oleObj spid="_x0000_s1452" r:id="rId122" imgW="177165" imgH="215900" progId="Equation.KSEE3">
                          <p:embed/>
                        </p:oleObj>
                      </mc:Choice>
                      <mc:Fallback>
                        <p:oleObj r:id="rId122" imgW="177165" imgH="215900" progId="Equation.KSEE3">
                          <p:embed/>
                          <p:pic>
                            <p:nvPicPr>
                              <p:cNvPr id="471" name="对象 470">
                                <a:hlinkClick r:id="" action="ppaction://ole?verb=0"/>
                              </p:cNvPr>
                              <p:cNvPicPr/>
                              <p:nvPr/>
                            </p:nvPicPr>
                            <p:blipFill>
                              <a:blip r:embed="rId123"/>
                              <a:stretch>
                                <a:fillRect/>
                              </a:stretch>
                            </p:blipFill>
                            <p:spPr>
                              <a:xfrm>
                                <a:off x="11249" y="2553"/>
                                <a:ext cx="498" cy="607"/>
                              </a:xfrm>
                              <a:prstGeom prst="rect">
                                <a:avLst/>
                              </a:prstGeom>
                            </p:spPr>
                          </p:pic>
                        </p:oleObj>
                      </mc:Fallback>
                    </mc:AlternateContent>
                  </a:graphicData>
                </a:graphic>
              </p:graphicFrame>
            </mc:Choice>
            <mc:Fallback xmlns="">
              <p:graphicFrame>
                <p:nvGraphicFramePr>
                  <p:cNvPr id="61" name="对象 60">
                    <a:hlinkClick r:id="" action="ppaction://ole?verb=0"/>
                    <a:extLst>
                      <a:ext uri="{FF2B5EF4-FFF2-40B4-BE49-F238E27FC236}">
                        <a16:creationId xmlns:a16="http://schemas.microsoft.com/office/drawing/2014/main" id="{8ED62E12-7169-4A81-8EB2-F569F1EE1074}"/>
                      </a:ext>
                    </a:extLst>
                  </p:cNvPr>
                  <p:cNvGraphicFramePr>
                    <a:graphicFrameLocks noChangeAspect="1"/>
                  </p:cNvGraphicFramePr>
                  <p:nvPr>
                    <p:custDataLst>
                      <p:tags r:id="rId124"/>
                    </p:custDataLst>
                  </p:nvPr>
                </p:nvGraphicFramePr>
                <p:xfrm>
                  <a:off x="11249" y="2553"/>
                  <a:ext cx="498" cy="607"/>
                </p:xfrm>
                <a:graphic>
                  <a:graphicData uri="http://schemas.openxmlformats.org/presentationml/2006/ole">
                    <mc:AlternateContent>
                      <mc:Choice xmlns:v="urn:schemas-microsoft-com:vml" Requires="v">
                        <p:oleObj spid="_x0000_s1322" r:id="rId125" imgW="177165" imgH="215900" progId="Equation.KSEE3">
                          <p:embed/>
                        </p:oleObj>
                      </mc:Choice>
                      <mc:Fallback>
                        <p:oleObj r:id="rId125" imgW="177165" imgH="215900" progId="Equation.KSEE3">
                          <p:embed/>
                          <p:pic>
                            <p:nvPicPr>
                              <p:cNvPr id="471" name="对象 470">
                                <a:hlinkClick r:id="" action="ppaction://ole?verb=0"/>
                              </p:cNvPr>
                              <p:cNvPicPr/>
                              <p:nvPr/>
                            </p:nvPicPr>
                            <p:blipFill>
                              <a:blip r:embed="rId126"/>
                              <a:stretch>
                                <a:fillRect/>
                              </a:stretch>
                            </p:blipFill>
                            <p:spPr>
                              <a:xfrm>
                                <a:off x="11249" y="2553"/>
                                <a:ext cx="498" cy="607"/>
                              </a:xfrm>
                              <a:prstGeom prst="rect">
                                <a:avLst/>
                              </a:prstGeom>
                            </p:spPr>
                          </p:pic>
                        </p:oleObj>
                      </mc:Fallback>
                    </mc:AlternateContent>
                  </a:graphicData>
                </a:graphic>
              </p:graphicFrame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graphicFrame>
                <p:nvGraphicFramePr>
                  <p:cNvPr id="62" name="对象 61">
                    <a:hlinkClick r:id="" action="ppaction://ole?verb=0"/>
                    <a:extLst>
                      <a:ext uri="{FF2B5EF4-FFF2-40B4-BE49-F238E27FC236}">
                        <a16:creationId xmlns:a16="http://schemas.microsoft.com/office/drawing/2014/main" id="{C6EFBE53-0CDE-41BC-BECA-9EAB0D5CEEC0}"/>
                      </a:ext>
                    </a:extLst>
                  </p:cNvPr>
                  <p:cNvGraphicFramePr>
                    <a:graphicFrameLocks noChangeAspect="1"/>
                  </p:cNvGraphicFramePr>
                  <p:nvPr>
                    <p:custDataLst>
                      <p:tags r:id="rId42"/>
                    </p:custDataLst>
                  </p:nvPr>
                </p:nvGraphicFramePr>
                <p:xfrm>
                  <a:off x="11266" y="4492"/>
                  <a:ext cx="464" cy="643"/>
                </p:xfrm>
                <a:graphic>
                  <a:graphicData uri="http://schemas.openxmlformats.org/presentationml/2006/ole">
                    <mc:AlternateContent>
                      <mc:Choice xmlns:v="urn:schemas-microsoft-com:vml" Requires="v">
                        <p:oleObj spid="_x0000_s1453" r:id="rId127" imgW="165100" imgH="228600" progId="Equation.KSEE3">
                          <p:embed/>
                        </p:oleObj>
                      </mc:Choice>
                      <mc:Fallback>
                        <p:oleObj r:id="rId127" imgW="165100" imgH="228600" progId="Equation.KSEE3">
                          <p:embed/>
                          <p:pic>
                            <p:nvPicPr>
                              <p:cNvPr id="473" name="对象 472">
                                <a:hlinkClick r:id="" action="ppaction://ole?verb=0"/>
                              </p:cNvPr>
                              <p:cNvPicPr/>
                              <p:nvPr/>
                            </p:nvPicPr>
                            <p:blipFill>
                              <a:blip r:embed="rId128"/>
                              <a:stretch>
                                <a:fillRect/>
                              </a:stretch>
                            </p:blipFill>
                            <p:spPr>
                              <a:xfrm>
                                <a:off x="11266" y="4492"/>
                                <a:ext cx="464" cy="643"/>
                              </a:xfrm>
                              <a:prstGeom prst="rect">
                                <a:avLst/>
                              </a:prstGeom>
                            </p:spPr>
                          </p:pic>
                        </p:oleObj>
                      </mc:Fallback>
                    </mc:AlternateContent>
                  </a:graphicData>
                </a:graphic>
              </p:graphicFrame>
            </mc:Choice>
            <mc:Fallback xmlns="">
              <p:graphicFrame>
                <p:nvGraphicFramePr>
                  <p:cNvPr id="62" name="对象 61">
                    <a:hlinkClick r:id="" action="ppaction://ole?verb=0"/>
                    <a:extLst>
                      <a:ext uri="{FF2B5EF4-FFF2-40B4-BE49-F238E27FC236}">
                        <a16:creationId xmlns:a16="http://schemas.microsoft.com/office/drawing/2014/main" id="{C6EFBE53-0CDE-41BC-BECA-9EAB0D5CEEC0}"/>
                      </a:ext>
                    </a:extLst>
                  </p:cNvPr>
                  <p:cNvGraphicFramePr>
                    <a:graphicFrameLocks noChangeAspect="1"/>
                  </p:cNvGraphicFramePr>
                  <p:nvPr>
                    <p:custDataLst>
                      <p:tags r:id="rId129"/>
                    </p:custDataLst>
                  </p:nvPr>
                </p:nvGraphicFramePr>
                <p:xfrm>
                  <a:off x="11266" y="4492"/>
                  <a:ext cx="464" cy="643"/>
                </p:xfrm>
                <a:graphic>
                  <a:graphicData uri="http://schemas.openxmlformats.org/presentationml/2006/ole">
                    <mc:AlternateContent>
                      <mc:Choice xmlns:v="urn:schemas-microsoft-com:vml" Requires="v">
                        <p:oleObj spid="_x0000_s1323" r:id="rId130" imgW="165100" imgH="228600" progId="Equation.KSEE3">
                          <p:embed/>
                        </p:oleObj>
                      </mc:Choice>
                      <mc:Fallback>
                        <p:oleObj r:id="rId130" imgW="165100" imgH="228600" progId="Equation.KSEE3">
                          <p:embed/>
                          <p:pic>
                            <p:nvPicPr>
                              <p:cNvPr id="473" name="对象 472">
                                <a:hlinkClick r:id="" action="ppaction://ole?verb=0"/>
                              </p:cNvPr>
                              <p:cNvPicPr/>
                              <p:nvPr/>
                            </p:nvPicPr>
                            <p:blipFill>
                              <a:blip r:embed="rId131"/>
                              <a:stretch>
                                <a:fillRect/>
                              </a:stretch>
                            </p:blipFill>
                            <p:spPr>
                              <a:xfrm>
                                <a:off x="11266" y="4492"/>
                                <a:ext cx="464" cy="643"/>
                              </a:xfrm>
                              <a:prstGeom prst="rect">
                                <a:avLst/>
                              </a:prstGeom>
                            </p:spPr>
                          </p:pic>
                        </p:oleObj>
                      </mc:Fallback>
                    </mc:AlternateContent>
                  </a:graphicData>
                </a:graphic>
              </p:graphicFrame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graphicFrame>
                <p:nvGraphicFramePr>
                  <p:cNvPr id="63" name="对象 62">
                    <a:hlinkClick r:id="" action="ppaction://ole?verb=0"/>
                    <a:extLst>
                      <a:ext uri="{FF2B5EF4-FFF2-40B4-BE49-F238E27FC236}">
                        <a16:creationId xmlns:a16="http://schemas.microsoft.com/office/drawing/2014/main" id="{080C4B0C-CF25-4312-AD0A-1D2CAEAB09FB}"/>
                      </a:ext>
                    </a:extLst>
                  </p:cNvPr>
                  <p:cNvGraphicFramePr>
                    <a:graphicFrameLocks noChangeAspect="1"/>
                  </p:cNvGraphicFramePr>
                  <p:nvPr>
                    <p:custDataLst>
                      <p:tags r:id="rId43"/>
                    </p:custDataLst>
                  </p:nvPr>
                </p:nvGraphicFramePr>
                <p:xfrm>
                  <a:off x="11249" y="3449"/>
                  <a:ext cx="498" cy="643"/>
                </p:xfrm>
                <a:graphic>
                  <a:graphicData uri="http://schemas.openxmlformats.org/presentationml/2006/ole">
                    <mc:AlternateContent>
                      <mc:Choice xmlns:v="urn:schemas-microsoft-com:vml" Requires="v">
                        <p:oleObj spid="_x0000_s1454" r:id="rId132" imgW="177165" imgH="228600" progId="Equation.KSEE3">
                          <p:embed/>
                        </p:oleObj>
                      </mc:Choice>
                      <mc:Fallback>
                        <p:oleObj r:id="rId132" imgW="177165" imgH="228600" progId="Equation.KSEE3">
                          <p:embed/>
                          <p:pic>
                            <p:nvPicPr>
                              <p:cNvPr id="475" name="对象 474">
                                <a:hlinkClick r:id="" action="ppaction://ole?verb=0"/>
                              </p:cNvPr>
                              <p:cNvPicPr/>
                              <p:nvPr/>
                            </p:nvPicPr>
                            <p:blipFill>
                              <a:blip r:embed="rId133"/>
                              <a:stretch>
                                <a:fillRect/>
                              </a:stretch>
                            </p:blipFill>
                            <p:spPr>
                              <a:xfrm>
                                <a:off x="11249" y="3449"/>
                                <a:ext cx="498" cy="643"/>
                              </a:xfrm>
                              <a:prstGeom prst="rect">
                                <a:avLst/>
                              </a:prstGeom>
                            </p:spPr>
                          </p:pic>
                        </p:oleObj>
                      </mc:Fallback>
                    </mc:AlternateContent>
                  </a:graphicData>
                </a:graphic>
              </p:graphicFrame>
            </mc:Choice>
            <mc:Fallback xmlns="">
              <p:graphicFrame>
                <p:nvGraphicFramePr>
                  <p:cNvPr id="63" name="对象 62">
                    <a:hlinkClick r:id="" action="ppaction://ole?verb=0"/>
                    <a:extLst>
                      <a:ext uri="{FF2B5EF4-FFF2-40B4-BE49-F238E27FC236}">
                        <a16:creationId xmlns:a16="http://schemas.microsoft.com/office/drawing/2014/main" id="{080C4B0C-CF25-4312-AD0A-1D2CAEAB09FB}"/>
                      </a:ext>
                    </a:extLst>
                  </p:cNvPr>
                  <p:cNvGraphicFramePr>
                    <a:graphicFrameLocks noChangeAspect="1"/>
                  </p:cNvGraphicFramePr>
                  <p:nvPr>
                    <p:custDataLst>
                      <p:tags r:id="rId134"/>
                    </p:custDataLst>
                  </p:nvPr>
                </p:nvGraphicFramePr>
                <p:xfrm>
                  <a:off x="11249" y="3449"/>
                  <a:ext cx="498" cy="643"/>
                </p:xfrm>
                <a:graphic>
                  <a:graphicData uri="http://schemas.openxmlformats.org/presentationml/2006/ole">
                    <mc:AlternateContent>
                      <mc:Choice xmlns:v="urn:schemas-microsoft-com:vml" Requires="v">
                        <p:oleObj spid="_x0000_s1324" r:id="rId135" imgW="177165" imgH="228600" progId="Equation.KSEE3">
                          <p:embed/>
                        </p:oleObj>
                      </mc:Choice>
                      <mc:Fallback>
                        <p:oleObj r:id="rId135" imgW="177165" imgH="228600" progId="Equation.KSEE3">
                          <p:embed/>
                          <p:pic>
                            <p:nvPicPr>
                              <p:cNvPr id="475" name="对象 474">
                                <a:hlinkClick r:id="" action="ppaction://ole?verb=0"/>
                              </p:cNvPr>
                              <p:cNvPicPr/>
                              <p:nvPr/>
                            </p:nvPicPr>
                            <p:blipFill>
                              <a:blip r:embed="rId136"/>
                              <a:stretch>
                                <a:fillRect/>
                              </a:stretch>
                            </p:blipFill>
                            <p:spPr>
                              <a:xfrm>
                                <a:off x="11249" y="3449"/>
                                <a:ext cx="498" cy="643"/>
                              </a:xfrm>
                              <a:prstGeom prst="rect">
                                <a:avLst/>
                              </a:prstGeom>
                            </p:spPr>
                          </p:pic>
                        </p:oleObj>
                      </mc:Fallback>
                    </mc:AlternateContent>
                  </a:graphicData>
                </a:graphic>
              </p:graphicFrame>
            </mc:Fallback>
          </mc:AlternateContent>
          <p:sp>
            <p:nvSpPr>
              <p:cNvPr id="64" name="文本框 63">
                <a:extLst>
                  <a:ext uri="{FF2B5EF4-FFF2-40B4-BE49-F238E27FC236}">
                    <a16:creationId xmlns:a16="http://schemas.microsoft.com/office/drawing/2014/main" id="{1CC95681-5C77-4646-80AD-E23FACB7E9FD}"/>
                  </a:ext>
                </a:extLst>
              </p:cNvPr>
              <p:cNvSpPr txBox="1"/>
              <p:nvPr>
                <p:custDataLst>
                  <p:tags r:id="rId44"/>
                </p:custDataLst>
              </p:nvPr>
            </p:nvSpPr>
            <p:spPr>
              <a:xfrm rot="5400000">
                <a:off x="11563" y="4107"/>
                <a:ext cx="693" cy="455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 algn="ctr"/>
                <a:r>
                  <a:rPr lang="en-US" altLang="zh-CN" sz="1902" dirty="0">
                    <a:latin typeface="Times New Roman" panose="02020603050405020304" charset="0"/>
                    <a:cs typeface="Times New Roman" panose="02020603050405020304" charset="0"/>
                  </a:rPr>
                  <a:t>..</a:t>
                </a:r>
              </a:p>
            </p:txBody>
          </p:sp>
          <p:sp>
            <p:nvSpPr>
              <p:cNvPr id="69" name="文本框 68">
                <a:extLst>
                  <a:ext uri="{FF2B5EF4-FFF2-40B4-BE49-F238E27FC236}">
                    <a16:creationId xmlns:a16="http://schemas.microsoft.com/office/drawing/2014/main" id="{F509066D-268D-4856-898E-A6C8CFF10659}"/>
                  </a:ext>
                </a:extLst>
              </p:cNvPr>
              <p:cNvSpPr txBox="1"/>
              <p:nvPr>
                <p:custDataLst>
                  <p:tags r:id="rId45"/>
                </p:custDataLst>
              </p:nvPr>
            </p:nvSpPr>
            <p:spPr>
              <a:xfrm rot="5400000">
                <a:off x="9441" y="4422"/>
                <a:ext cx="693" cy="455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 algn="ctr"/>
                <a:r>
                  <a:rPr lang="en-US" altLang="zh-CN" sz="1902" dirty="0">
                    <a:latin typeface="Times New Roman" panose="02020603050405020304" charset="0"/>
                    <a:cs typeface="Times New Roman" panose="02020603050405020304" charset="0"/>
                  </a:rPr>
                  <a:t>..</a:t>
                </a:r>
              </a:p>
            </p:txBody>
          </p:sp>
        </p:grpSp>
        <p:sp>
          <p:nvSpPr>
            <p:cNvPr id="102" name="流程图: 可选过程 101">
              <a:extLst>
                <a:ext uri="{FF2B5EF4-FFF2-40B4-BE49-F238E27FC236}">
                  <a16:creationId xmlns:a16="http://schemas.microsoft.com/office/drawing/2014/main" id="{B29C87A2-A2DB-4189-93AC-32B1A3F1EAA9}"/>
                </a:ext>
              </a:extLst>
            </p:cNvPr>
            <p:cNvSpPr/>
            <p:nvPr/>
          </p:nvSpPr>
          <p:spPr>
            <a:xfrm>
              <a:off x="635216" y="2219490"/>
              <a:ext cx="2321241" cy="2166507"/>
            </a:xfrm>
            <a:prstGeom prst="flowChartAlternateProcess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902"/>
            </a:p>
          </p:txBody>
        </p:sp>
        <p:sp>
          <p:nvSpPr>
            <p:cNvPr id="103" name="文本框 102">
              <a:extLst>
                <a:ext uri="{FF2B5EF4-FFF2-40B4-BE49-F238E27FC236}">
                  <a16:creationId xmlns:a16="http://schemas.microsoft.com/office/drawing/2014/main" id="{ED139574-233A-4E94-B930-8B814A80AF34}"/>
                </a:ext>
              </a:extLst>
            </p:cNvPr>
            <p:cNvSpPr txBox="1"/>
            <p:nvPr/>
          </p:nvSpPr>
          <p:spPr>
            <a:xfrm>
              <a:off x="1420612" y="4360239"/>
              <a:ext cx="1630082" cy="2626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68" dirty="0">
                  <a:latin typeface="宋体" panose="02010600030101010101" pitchFamily="2" charset="-122"/>
                  <a:ea typeface="宋体" panose="02010600030101010101" pitchFamily="2" charset="-122"/>
                </a:rPr>
                <a:t>特征提取</a:t>
              </a:r>
            </a:p>
          </p:txBody>
        </p:sp>
        <p:sp>
          <p:nvSpPr>
            <p:cNvPr id="104" name="文本框 103">
              <a:extLst>
                <a:ext uri="{FF2B5EF4-FFF2-40B4-BE49-F238E27FC236}">
                  <a16:creationId xmlns:a16="http://schemas.microsoft.com/office/drawing/2014/main" id="{5751A144-92CA-4A73-B0D0-51AD7796B3B5}"/>
                </a:ext>
              </a:extLst>
            </p:cNvPr>
            <p:cNvSpPr txBox="1"/>
            <p:nvPr/>
          </p:nvSpPr>
          <p:spPr>
            <a:xfrm>
              <a:off x="977815" y="2269087"/>
              <a:ext cx="1667255" cy="2590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68" dirty="0">
                  <a:latin typeface="宋体" panose="02010600030101010101" pitchFamily="2" charset="-122"/>
                  <a:ea typeface="宋体" panose="02010600030101010101" pitchFamily="2" charset="-122"/>
                </a:rPr>
                <a:t>AnomalyTransformer</a:t>
              </a:r>
              <a:endParaRPr lang="zh-CN" altLang="en-US" sz="1268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38" name="箭头: 右 137">
              <a:extLst>
                <a:ext uri="{FF2B5EF4-FFF2-40B4-BE49-F238E27FC236}">
                  <a16:creationId xmlns:a16="http://schemas.microsoft.com/office/drawing/2014/main" id="{EE23D1AD-1E73-4326-83CC-95DC5AF45B0B}"/>
                </a:ext>
              </a:extLst>
            </p:cNvPr>
            <p:cNvSpPr/>
            <p:nvPr/>
          </p:nvSpPr>
          <p:spPr>
            <a:xfrm rot="5400000">
              <a:off x="1622327" y="4673874"/>
              <a:ext cx="429239" cy="312247"/>
            </a:xfrm>
            <a:prstGeom prst="rightArrow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902"/>
            </a:p>
          </p:txBody>
        </p:sp>
        <p:sp>
          <p:nvSpPr>
            <p:cNvPr id="113" name="矩形 112">
              <a:extLst>
                <a:ext uri="{FF2B5EF4-FFF2-40B4-BE49-F238E27FC236}">
                  <a16:creationId xmlns:a16="http://schemas.microsoft.com/office/drawing/2014/main" id="{DF11934E-AB79-49A6-BCC9-E3415562A68B}"/>
                </a:ext>
              </a:extLst>
            </p:cNvPr>
            <p:cNvSpPr/>
            <p:nvPr/>
          </p:nvSpPr>
          <p:spPr>
            <a:xfrm>
              <a:off x="968140" y="5048509"/>
              <a:ext cx="2136772" cy="40698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902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4" name="流程图: 接点 113">
                  <a:extLst>
                    <a:ext uri="{FF2B5EF4-FFF2-40B4-BE49-F238E27FC236}">
                      <a16:creationId xmlns:a16="http://schemas.microsoft.com/office/drawing/2014/main" id="{13BD6FE1-6EF7-45AD-827C-852682432A53}"/>
                    </a:ext>
                  </a:extLst>
                </p:cNvPr>
                <p:cNvSpPr/>
                <p:nvPr/>
              </p:nvSpPr>
              <p:spPr>
                <a:xfrm>
                  <a:off x="1092058" y="5069828"/>
                  <a:ext cx="295348" cy="292750"/>
                </a:xfrm>
                <a:prstGeom prst="flowChartConnector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sz="1479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sz="1479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zh-CN" altLang="en-US" sz="1479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14" name="流程图: 接点 113">
                  <a:extLst>
                    <a:ext uri="{FF2B5EF4-FFF2-40B4-BE49-F238E27FC236}">
                      <a16:creationId xmlns:a16="http://schemas.microsoft.com/office/drawing/2014/main" id="{13BD6FE1-6EF7-45AD-827C-852682432A5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2058" y="5069828"/>
                  <a:ext cx="295348" cy="292750"/>
                </a:xfrm>
                <a:prstGeom prst="flowChartConnector">
                  <a:avLst/>
                </a:prstGeom>
                <a:blipFill>
                  <a:blip r:embed="rId137"/>
                  <a:stretch>
                    <a:fillRect l="-1961"/>
                  </a:stretch>
                </a:blip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5" name="流程图: 接点 114">
                  <a:extLst>
                    <a:ext uri="{FF2B5EF4-FFF2-40B4-BE49-F238E27FC236}">
                      <a16:creationId xmlns:a16="http://schemas.microsoft.com/office/drawing/2014/main" id="{BD76AD70-FAF1-4C27-BEDF-3B820BAED44C}"/>
                    </a:ext>
                  </a:extLst>
                </p:cNvPr>
                <p:cNvSpPr/>
                <p:nvPr/>
              </p:nvSpPr>
              <p:spPr>
                <a:xfrm>
                  <a:off x="1518772" y="5069828"/>
                  <a:ext cx="295348" cy="292750"/>
                </a:xfrm>
                <a:prstGeom prst="flowChartConnector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sz="1479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sz="1479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zh-CN" altLang="en-US" sz="1479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15" name="流程图: 接点 114">
                  <a:extLst>
                    <a:ext uri="{FF2B5EF4-FFF2-40B4-BE49-F238E27FC236}">
                      <a16:creationId xmlns:a16="http://schemas.microsoft.com/office/drawing/2014/main" id="{BD76AD70-FAF1-4C27-BEDF-3B820BAED44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18772" y="5069828"/>
                  <a:ext cx="295348" cy="292750"/>
                </a:xfrm>
                <a:prstGeom prst="flowChartConnector">
                  <a:avLst/>
                </a:prstGeom>
                <a:blipFill>
                  <a:blip r:embed="rId138"/>
                  <a:stretch>
                    <a:fillRect l="-1961" b="-2000"/>
                  </a:stretch>
                </a:blip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6" name="流程图: 接点 115">
                  <a:extLst>
                    <a:ext uri="{FF2B5EF4-FFF2-40B4-BE49-F238E27FC236}">
                      <a16:creationId xmlns:a16="http://schemas.microsoft.com/office/drawing/2014/main" id="{684F530E-B0D9-4140-BE95-00F4103E85D1}"/>
                    </a:ext>
                  </a:extLst>
                </p:cNvPr>
                <p:cNvSpPr/>
                <p:nvPr/>
              </p:nvSpPr>
              <p:spPr>
                <a:xfrm>
                  <a:off x="1945485" y="5069828"/>
                  <a:ext cx="295348" cy="292750"/>
                </a:xfrm>
                <a:prstGeom prst="flowChartConnector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sz="1479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sz="1479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  <m:sup>
                            <m: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zh-CN" altLang="en-US" sz="1479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16" name="流程图: 接点 115">
                  <a:extLst>
                    <a:ext uri="{FF2B5EF4-FFF2-40B4-BE49-F238E27FC236}">
                      <a16:creationId xmlns:a16="http://schemas.microsoft.com/office/drawing/2014/main" id="{684F530E-B0D9-4140-BE95-00F4103E85D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45485" y="5069828"/>
                  <a:ext cx="295348" cy="292750"/>
                </a:xfrm>
                <a:prstGeom prst="flowChartConnector">
                  <a:avLst/>
                </a:prstGeom>
                <a:blipFill>
                  <a:blip r:embed="rId139"/>
                  <a:stretch>
                    <a:fillRect l="-1961" b="-2000"/>
                  </a:stretch>
                </a:blip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7" name="文本框 116">
              <a:extLst>
                <a:ext uri="{FF2B5EF4-FFF2-40B4-BE49-F238E27FC236}">
                  <a16:creationId xmlns:a16="http://schemas.microsoft.com/office/drawing/2014/main" id="{BCEBD0D2-61DC-48F0-AAD0-33A338557124}"/>
                </a:ext>
              </a:extLst>
            </p:cNvPr>
            <p:cNvSpPr txBox="1"/>
            <p:nvPr/>
          </p:nvSpPr>
          <p:spPr>
            <a:xfrm>
              <a:off x="2218447" y="4976081"/>
              <a:ext cx="447560" cy="3850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902" b="1" dirty="0"/>
                <a:t>....</a:t>
              </a:r>
              <a:endParaRPr lang="zh-CN" altLang="en-US" sz="1902" b="1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8" name="流程图: 接点 117">
                  <a:extLst>
                    <a:ext uri="{FF2B5EF4-FFF2-40B4-BE49-F238E27FC236}">
                      <a16:creationId xmlns:a16="http://schemas.microsoft.com/office/drawing/2014/main" id="{7228B747-79E3-4D74-A476-BEDF81C1EE9A}"/>
                    </a:ext>
                  </a:extLst>
                </p:cNvPr>
                <p:cNvSpPr/>
                <p:nvPr/>
              </p:nvSpPr>
              <p:spPr>
                <a:xfrm>
                  <a:off x="2643281" y="5069826"/>
                  <a:ext cx="295348" cy="292750"/>
                </a:xfrm>
                <a:prstGeom prst="flowChartConnector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sz="1479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sz="1479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zh-CN" altLang="en-US" sz="1479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18" name="流程图: 接点 117">
                  <a:extLst>
                    <a:ext uri="{FF2B5EF4-FFF2-40B4-BE49-F238E27FC236}">
                      <a16:creationId xmlns:a16="http://schemas.microsoft.com/office/drawing/2014/main" id="{7228B747-79E3-4D74-A476-BEDF81C1EE9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43281" y="5069826"/>
                  <a:ext cx="295348" cy="292750"/>
                </a:xfrm>
                <a:prstGeom prst="flowChartConnector">
                  <a:avLst/>
                </a:prstGeom>
                <a:blipFill>
                  <a:blip r:embed="rId140"/>
                  <a:stretch>
                    <a:fillRect l="-4000"/>
                  </a:stretch>
                </a:blip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9" name="矩形 118">
              <a:extLst>
                <a:ext uri="{FF2B5EF4-FFF2-40B4-BE49-F238E27FC236}">
                  <a16:creationId xmlns:a16="http://schemas.microsoft.com/office/drawing/2014/main" id="{9A140147-632F-4023-ABC6-536E13D6EB3E}"/>
                </a:ext>
              </a:extLst>
            </p:cNvPr>
            <p:cNvSpPr/>
            <p:nvPr/>
          </p:nvSpPr>
          <p:spPr>
            <a:xfrm>
              <a:off x="906412" y="5233791"/>
              <a:ext cx="2136771" cy="40698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902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0" name="流程图: 接点 119">
                  <a:extLst>
                    <a:ext uri="{FF2B5EF4-FFF2-40B4-BE49-F238E27FC236}">
                      <a16:creationId xmlns:a16="http://schemas.microsoft.com/office/drawing/2014/main" id="{4B74A76B-44E5-493F-A518-8FBCFE99B390}"/>
                    </a:ext>
                  </a:extLst>
                </p:cNvPr>
                <p:cNvSpPr/>
                <p:nvPr/>
              </p:nvSpPr>
              <p:spPr>
                <a:xfrm>
                  <a:off x="1030330" y="5288729"/>
                  <a:ext cx="295348" cy="292750"/>
                </a:xfrm>
                <a:prstGeom prst="flowChartConnector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sz="1479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sz="1479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zh-CN" altLang="en-US" sz="1479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20" name="流程图: 接点 119">
                  <a:extLst>
                    <a:ext uri="{FF2B5EF4-FFF2-40B4-BE49-F238E27FC236}">
                      <a16:creationId xmlns:a16="http://schemas.microsoft.com/office/drawing/2014/main" id="{4B74A76B-44E5-493F-A518-8FBCFE99B39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0330" y="5288729"/>
                  <a:ext cx="295348" cy="292750"/>
                </a:xfrm>
                <a:prstGeom prst="flowChartConnector">
                  <a:avLst/>
                </a:prstGeom>
                <a:blipFill>
                  <a:blip r:embed="rId141"/>
                  <a:stretch>
                    <a:fillRect l="-2000"/>
                  </a:stretch>
                </a:blip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1" name="流程图: 接点 120">
                  <a:extLst>
                    <a:ext uri="{FF2B5EF4-FFF2-40B4-BE49-F238E27FC236}">
                      <a16:creationId xmlns:a16="http://schemas.microsoft.com/office/drawing/2014/main" id="{F1A3BBE3-E1E3-4473-83D5-B53F00CA6E6E}"/>
                    </a:ext>
                  </a:extLst>
                </p:cNvPr>
                <p:cNvSpPr/>
                <p:nvPr/>
              </p:nvSpPr>
              <p:spPr>
                <a:xfrm>
                  <a:off x="1457044" y="5288729"/>
                  <a:ext cx="295348" cy="292750"/>
                </a:xfrm>
                <a:prstGeom prst="flowChartConnector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sz="1479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sz="1479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zh-CN" altLang="en-US" sz="1479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21" name="流程图: 接点 120">
                  <a:extLst>
                    <a:ext uri="{FF2B5EF4-FFF2-40B4-BE49-F238E27FC236}">
                      <a16:creationId xmlns:a16="http://schemas.microsoft.com/office/drawing/2014/main" id="{F1A3BBE3-E1E3-4473-83D5-B53F00CA6E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57044" y="5288729"/>
                  <a:ext cx="295348" cy="292750"/>
                </a:xfrm>
                <a:prstGeom prst="flowChartConnector">
                  <a:avLst/>
                </a:prstGeom>
                <a:blipFill>
                  <a:blip r:embed="rId142"/>
                  <a:stretch>
                    <a:fillRect l="-2000" b="-2000"/>
                  </a:stretch>
                </a:blip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2" name="流程图: 接点 121">
                  <a:extLst>
                    <a:ext uri="{FF2B5EF4-FFF2-40B4-BE49-F238E27FC236}">
                      <a16:creationId xmlns:a16="http://schemas.microsoft.com/office/drawing/2014/main" id="{A1F60C42-847E-49D9-BFD4-23ABCC87637A}"/>
                    </a:ext>
                  </a:extLst>
                </p:cNvPr>
                <p:cNvSpPr/>
                <p:nvPr/>
              </p:nvSpPr>
              <p:spPr>
                <a:xfrm>
                  <a:off x="1883757" y="5288729"/>
                  <a:ext cx="295348" cy="292750"/>
                </a:xfrm>
                <a:prstGeom prst="flowChartConnector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sz="1479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sz="1479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  <m:sup>
                            <m: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zh-CN" altLang="en-US" sz="1479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22" name="流程图: 接点 121">
                  <a:extLst>
                    <a:ext uri="{FF2B5EF4-FFF2-40B4-BE49-F238E27FC236}">
                      <a16:creationId xmlns:a16="http://schemas.microsoft.com/office/drawing/2014/main" id="{A1F60C42-847E-49D9-BFD4-23ABCC87637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3757" y="5288729"/>
                  <a:ext cx="295348" cy="292750"/>
                </a:xfrm>
                <a:prstGeom prst="flowChartConnector">
                  <a:avLst/>
                </a:prstGeom>
                <a:blipFill>
                  <a:blip r:embed="rId143"/>
                  <a:stretch>
                    <a:fillRect l="-2000" b="-2000"/>
                  </a:stretch>
                </a:blip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3" name="文本框 122">
              <a:extLst>
                <a:ext uri="{FF2B5EF4-FFF2-40B4-BE49-F238E27FC236}">
                  <a16:creationId xmlns:a16="http://schemas.microsoft.com/office/drawing/2014/main" id="{FECF45D0-3614-4F66-84DD-FDEA1B7AD57B}"/>
                </a:ext>
              </a:extLst>
            </p:cNvPr>
            <p:cNvSpPr txBox="1"/>
            <p:nvPr/>
          </p:nvSpPr>
          <p:spPr>
            <a:xfrm>
              <a:off x="2162949" y="5188128"/>
              <a:ext cx="447560" cy="3850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902" b="1" dirty="0"/>
                <a:t>....</a:t>
              </a:r>
              <a:endParaRPr lang="zh-CN" altLang="en-US" sz="1902" b="1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4" name="流程图: 接点 123">
                  <a:extLst>
                    <a:ext uri="{FF2B5EF4-FFF2-40B4-BE49-F238E27FC236}">
                      <a16:creationId xmlns:a16="http://schemas.microsoft.com/office/drawing/2014/main" id="{4E44057D-9523-4C5B-8E3F-EC2032C770F1}"/>
                    </a:ext>
                  </a:extLst>
                </p:cNvPr>
                <p:cNvSpPr/>
                <p:nvPr/>
              </p:nvSpPr>
              <p:spPr>
                <a:xfrm>
                  <a:off x="2581551" y="5288728"/>
                  <a:ext cx="295348" cy="292750"/>
                </a:xfrm>
                <a:prstGeom prst="flowChartConnector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sz="1479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sz="1479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zh-CN" altLang="en-US" sz="1479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24" name="流程图: 接点 123">
                  <a:extLst>
                    <a:ext uri="{FF2B5EF4-FFF2-40B4-BE49-F238E27FC236}">
                      <a16:creationId xmlns:a16="http://schemas.microsoft.com/office/drawing/2014/main" id="{4E44057D-9523-4C5B-8E3F-EC2032C770F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81551" y="5288728"/>
                  <a:ext cx="295348" cy="292750"/>
                </a:xfrm>
                <a:prstGeom prst="flowChartConnector">
                  <a:avLst/>
                </a:prstGeom>
                <a:blipFill>
                  <a:blip r:embed="rId144"/>
                  <a:stretch>
                    <a:fillRect l="-1961"/>
                  </a:stretch>
                </a:blip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5" name="矩形 124">
              <a:extLst>
                <a:ext uri="{FF2B5EF4-FFF2-40B4-BE49-F238E27FC236}">
                  <a16:creationId xmlns:a16="http://schemas.microsoft.com/office/drawing/2014/main" id="{19DEA00D-27FF-4640-9C23-F1CA92121AC6}"/>
                </a:ext>
              </a:extLst>
            </p:cNvPr>
            <p:cNvSpPr/>
            <p:nvPr/>
          </p:nvSpPr>
          <p:spPr>
            <a:xfrm>
              <a:off x="834487" y="5442212"/>
              <a:ext cx="2136771" cy="40698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902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6" name="流程图: 接点 125">
                  <a:extLst>
                    <a:ext uri="{FF2B5EF4-FFF2-40B4-BE49-F238E27FC236}">
                      <a16:creationId xmlns:a16="http://schemas.microsoft.com/office/drawing/2014/main" id="{FB88A7BD-3800-4BC2-9E10-BC0B437AA88E}"/>
                    </a:ext>
                  </a:extLst>
                </p:cNvPr>
                <p:cNvSpPr/>
                <p:nvPr/>
              </p:nvSpPr>
              <p:spPr>
                <a:xfrm>
                  <a:off x="958406" y="5497149"/>
                  <a:ext cx="295348" cy="292750"/>
                </a:xfrm>
                <a:prstGeom prst="flowChartConnector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sz="1479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sz="1479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zh-CN" altLang="en-US" sz="1479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26" name="流程图: 接点 125">
                  <a:extLst>
                    <a:ext uri="{FF2B5EF4-FFF2-40B4-BE49-F238E27FC236}">
                      <a16:creationId xmlns:a16="http://schemas.microsoft.com/office/drawing/2014/main" id="{FB88A7BD-3800-4BC2-9E10-BC0B437AA88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8406" y="5497149"/>
                  <a:ext cx="295348" cy="292750"/>
                </a:xfrm>
                <a:prstGeom prst="flowChartConnector">
                  <a:avLst/>
                </a:prstGeom>
                <a:blipFill>
                  <a:blip r:embed="rId145"/>
                  <a:stretch>
                    <a:fillRect l="-1961"/>
                  </a:stretch>
                </a:blip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7" name="流程图: 接点 126">
                  <a:extLst>
                    <a:ext uri="{FF2B5EF4-FFF2-40B4-BE49-F238E27FC236}">
                      <a16:creationId xmlns:a16="http://schemas.microsoft.com/office/drawing/2014/main" id="{0B82C47B-C6DD-4BBC-AB6B-C9B01FBD0878}"/>
                    </a:ext>
                  </a:extLst>
                </p:cNvPr>
                <p:cNvSpPr/>
                <p:nvPr/>
              </p:nvSpPr>
              <p:spPr>
                <a:xfrm>
                  <a:off x="1385120" y="5497149"/>
                  <a:ext cx="295348" cy="292750"/>
                </a:xfrm>
                <a:prstGeom prst="flowChartConnector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sz="1479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sz="1479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zh-CN" altLang="en-US" sz="1479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27" name="流程图: 接点 126">
                  <a:extLst>
                    <a:ext uri="{FF2B5EF4-FFF2-40B4-BE49-F238E27FC236}">
                      <a16:creationId xmlns:a16="http://schemas.microsoft.com/office/drawing/2014/main" id="{0B82C47B-C6DD-4BBC-AB6B-C9B01FBD087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85120" y="5497149"/>
                  <a:ext cx="295348" cy="292750"/>
                </a:xfrm>
                <a:prstGeom prst="flowChartConnector">
                  <a:avLst/>
                </a:prstGeom>
                <a:blipFill>
                  <a:blip r:embed="rId146"/>
                  <a:stretch>
                    <a:fillRect l="-1961" b="-2000"/>
                  </a:stretch>
                </a:blip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8" name="流程图: 接点 127">
                  <a:extLst>
                    <a:ext uri="{FF2B5EF4-FFF2-40B4-BE49-F238E27FC236}">
                      <a16:creationId xmlns:a16="http://schemas.microsoft.com/office/drawing/2014/main" id="{440696EE-D303-4461-A527-E170A2882A95}"/>
                    </a:ext>
                  </a:extLst>
                </p:cNvPr>
                <p:cNvSpPr/>
                <p:nvPr/>
              </p:nvSpPr>
              <p:spPr>
                <a:xfrm>
                  <a:off x="1811834" y="5497149"/>
                  <a:ext cx="295348" cy="292750"/>
                </a:xfrm>
                <a:prstGeom prst="flowChartConnector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sz="1479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sz="1479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  <m:sup>
                            <m: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zh-CN" altLang="en-US" sz="1479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28" name="流程图: 接点 127">
                  <a:extLst>
                    <a:ext uri="{FF2B5EF4-FFF2-40B4-BE49-F238E27FC236}">
                      <a16:creationId xmlns:a16="http://schemas.microsoft.com/office/drawing/2014/main" id="{440696EE-D303-4461-A527-E170A2882A9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11834" y="5497149"/>
                  <a:ext cx="295348" cy="292750"/>
                </a:xfrm>
                <a:prstGeom prst="flowChartConnector">
                  <a:avLst/>
                </a:prstGeom>
                <a:blipFill>
                  <a:blip r:embed="rId147"/>
                  <a:stretch>
                    <a:fillRect l="-1961" b="-2000"/>
                  </a:stretch>
                </a:blip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9" name="文本框 128">
              <a:extLst>
                <a:ext uri="{FF2B5EF4-FFF2-40B4-BE49-F238E27FC236}">
                  <a16:creationId xmlns:a16="http://schemas.microsoft.com/office/drawing/2014/main" id="{FDDA2B57-7525-455D-BA05-397D650C79D9}"/>
                </a:ext>
              </a:extLst>
            </p:cNvPr>
            <p:cNvSpPr txBox="1"/>
            <p:nvPr/>
          </p:nvSpPr>
          <p:spPr>
            <a:xfrm>
              <a:off x="2077182" y="5378270"/>
              <a:ext cx="447560" cy="3850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902" b="1" dirty="0"/>
                <a:t>....</a:t>
              </a:r>
              <a:endParaRPr lang="zh-CN" altLang="en-US" sz="1902" b="1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0" name="流程图: 接点 129">
                  <a:extLst>
                    <a:ext uri="{FF2B5EF4-FFF2-40B4-BE49-F238E27FC236}">
                      <a16:creationId xmlns:a16="http://schemas.microsoft.com/office/drawing/2014/main" id="{C000CBA6-DB60-4F81-9DAA-FE1330A48C78}"/>
                    </a:ext>
                  </a:extLst>
                </p:cNvPr>
                <p:cNvSpPr/>
                <p:nvPr/>
              </p:nvSpPr>
              <p:spPr>
                <a:xfrm>
                  <a:off x="2509627" y="5497146"/>
                  <a:ext cx="295348" cy="292750"/>
                </a:xfrm>
                <a:prstGeom prst="flowChartConnector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sz="1479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sz="1479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zh-CN" altLang="en-US" sz="1479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30" name="流程图: 接点 129">
                  <a:extLst>
                    <a:ext uri="{FF2B5EF4-FFF2-40B4-BE49-F238E27FC236}">
                      <a16:creationId xmlns:a16="http://schemas.microsoft.com/office/drawing/2014/main" id="{C000CBA6-DB60-4F81-9DAA-FE1330A48C7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09627" y="5497146"/>
                  <a:ext cx="295348" cy="292750"/>
                </a:xfrm>
                <a:prstGeom prst="flowChartConnector">
                  <a:avLst/>
                </a:prstGeom>
                <a:blipFill>
                  <a:blip r:embed="rId148"/>
                  <a:stretch>
                    <a:fillRect l="-4000"/>
                  </a:stretch>
                </a:blip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1" name="矩形 130">
              <a:extLst>
                <a:ext uri="{FF2B5EF4-FFF2-40B4-BE49-F238E27FC236}">
                  <a16:creationId xmlns:a16="http://schemas.microsoft.com/office/drawing/2014/main" id="{8024AC35-4B45-4BF7-8D35-A1DCBA0A2364}"/>
                </a:ext>
              </a:extLst>
            </p:cNvPr>
            <p:cNvSpPr/>
            <p:nvPr/>
          </p:nvSpPr>
          <p:spPr>
            <a:xfrm>
              <a:off x="735346" y="5645981"/>
              <a:ext cx="2136771" cy="40698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902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2" name="流程图: 接点 131">
                  <a:extLst>
                    <a:ext uri="{FF2B5EF4-FFF2-40B4-BE49-F238E27FC236}">
                      <a16:creationId xmlns:a16="http://schemas.microsoft.com/office/drawing/2014/main" id="{9A55E81C-92E6-4CF5-B3F4-38F1F2E93674}"/>
                    </a:ext>
                  </a:extLst>
                </p:cNvPr>
                <p:cNvSpPr/>
                <p:nvPr/>
              </p:nvSpPr>
              <p:spPr>
                <a:xfrm>
                  <a:off x="859264" y="5700919"/>
                  <a:ext cx="295348" cy="292750"/>
                </a:xfrm>
                <a:prstGeom prst="flowChartConnector">
                  <a:avLst/>
                </a:prstGeom>
                <a:solidFill>
                  <a:schemeClr val="accent2">
                    <a:lumMod val="40000"/>
                    <a:lumOff val="60000"/>
                  </a:schemeClr>
                </a:solid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sz="1479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sz="1479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zh-CN" altLang="en-US" sz="1479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32" name="流程图: 接点 131">
                  <a:extLst>
                    <a:ext uri="{FF2B5EF4-FFF2-40B4-BE49-F238E27FC236}">
                      <a16:creationId xmlns:a16="http://schemas.microsoft.com/office/drawing/2014/main" id="{9A55E81C-92E6-4CF5-B3F4-38F1F2E9367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9264" y="5700919"/>
                  <a:ext cx="295348" cy="292750"/>
                </a:xfrm>
                <a:prstGeom prst="flowChartConnector">
                  <a:avLst/>
                </a:prstGeom>
                <a:blipFill>
                  <a:blip r:embed="rId149"/>
                  <a:stretch>
                    <a:fillRect l="-2000"/>
                  </a:stretch>
                </a:blip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3" name="流程图: 接点 132">
                  <a:extLst>
                    <a:ext uri="{FF2B5EF4-FFF2-40B4-BE49-F238E27FC236}">
                      <a16:creationId xmlns:a16="http://schemas.microsoft.com/office/drawing/2014/main" id="{8856CD59-1067-4986-8898-B7B4A9F6FA79}"/>
                    </a:ext>
                  </a:extLst>
                </p:cNvPr>
                <p:cNvSpPr/>
                <p:nvPr/>
              </p:nvSpPr>
              <p:spPr>
                <a:xfrm>
                  <a:off x="1285978" y="5700919"/>
                  <a:ext cx="295348" cy="292750"/>
                </a:xfrm>
                <a:prstGeom prst="flowChartConnector">
                  <a:avLst/>
                </a:prstGeom>
                <a:solidFill>
                  <a:schemeClr val="accent2">
                    <a:lumMod val="40000"/>
                    <a:lumOff val="60000"/>
                  </a:schemeClr>
                </a:solid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sz="1479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sz="1479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zh-CN" altLang="en-US" sz="1479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33" name="流程图: 接点 132">
                  <a:extLst>
                    <a:ext uri="{FF2B5EF4-FFF2-40B4-BE49-F238E27FC236}">
                      <a16:creationId xmlns:a16="http://schemas.microsoft.com/office/drawing/2014/main" id="{8856CD59-1067-4986-8898-B7B4A9F6FA7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85978" y="5700919"/>
                  <a:ext cx="295348" cy="292750"/>
                </a:xfrm>
                <a:prstGeom prst="flowChartConnector">
                  <a:avLst/>
                </a:prstGeom>
                <a:blipFill>
                  <a:blip r:embed="rId150"/>
                  <a:stretch>
                    <a:fillRect l="-2000" b="-2000"/>
                  </a:stretch>
                </a:blip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4" name="流程图: 接点 133">
                  <a:extLst>
                    <a:ext uri="{FF2B5EF4-FFF2-40B4-BE49-F238E27FC236}">
                      <a16:creationId xmlns:a16="http://schemas.microsoft.com/office/drawing/2014/main" id="{C459513B-E595-4E97-9A41-A193DF313EA9}"/>
                    </a:ext>
                  </a:extLst>
                </p:cNvPr>
                <p:cNvSpPr/>
                <p:nvPr/>
              </p:nvSpPr>
              <p:spPr>
                <a:xfrm>
                  <a:off x="1712692" y="5700919"/>
                  <a:ext cx="295348" cy="292750"/>
                </a:xfrm>
                <a:prstGeom prst="flowChartConnector">
                  <a:avLst/>
                </a:prstGeom>
                <a:solidFill>
                  <a:schemeClr val="accent2">
                    <a:lumMod val="40000"/>
                    <a:lumOff val="60000"/>
                  </a:schemeClr>
                </a:solid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sz="1479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sz="1479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  <m:sup>
                            <m: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zh-CN" altLang="en-US" sz="1479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34" name="流程图: 接点 133">
                  <a:extLst>
                    <a:ext uri="{FF2B5EF4-FFF2-40B4-BE49-F238E27FC236}">
                      <a16:creationId xmlns:a16="http://schemas.microsoft.com/office/drawing/2014/main" id="{C459513B-E595-4E97-9A41-A193DF313EA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12692" y="5700919"/>
                  <a:ext cx="295348" cy="292750"/>
                </a:xfrm>
                <a:prstGeom prst="flowChartConnector">
                  <a:avLst/>
                </a:prstGeom>
                <a:blipFill>
                  <a:blip r:embed="rId151"/>
                  <a:stretch>
                    <a:fillRect l="-2000" b="-2000"/>
                  </a:stretch>
                </a:blip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5" name="文本框 134">
              <a:extLst>
                <a:ext uri="{FF2B5EF4-FFF2-40B4-BE49-F238E27FC236}">
                  <a16:creationId xmlns:a16="http://schemas.microsoft.com/office/drawing/2014/main" id="{3D1AEBE2-E802-44C6-9833-06EA425722D7}"/>
                </a:ext>
              </a:extLst>
            </p:cNvPr>
            <p:cNvSpPr txBox="1"/>
            <p:nvPr/>
          </p:nvSpPr>
          <p:spPr>
            <a:xfrm>
              <a:off x="1985653" y="5607173"/>
              <a:ext cx="447560" cy="3850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902" b="1" dirty="0"/>
                <a:t>....</a:t>
              </a:r>
              <a:endParaRPr lang="zh-CN" altLang="en-US" sz="1902" b="1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6" name="流程图: 接点 135">
                  <a:extLst>
                    <a:ext uri="{FF2B5EF4-FFF2-40B4-BE49-F238E27FC236}">
                      <a16:creationId xmlns:a16="http://schemas.microsoft.com/office/drawing/2014/main" id="{A4850246-85D0-4462-A6AE-20506761CA63}"/>
                    </a:ext>
                  </a:extLst>
                </p:cNvPr>
                <p:cNvSpPr/>
                <p:nvPr/>
              </p:nvSpPr>
              <p:spPr>
                <a:xfrm>
                  <a:off x="2410487" y="5700923"/>
                  <a:ext cx="295348" cy="292750"/>
                </a:xfrm>
                <a:prstGeom prst="flowChartConnector">
                  <a:avLst/>
                </a:prstGeom>
                <a:solidFill>
                  <a:schemeClr val="accent2">
                    <a:lumMod val="40000"/>
                    <a:lumOff val="60000"/>
                  </a:schemeClr>
                </a:solid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sz="1479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sz="1479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zh-CN" altLang="en-US" sz="1479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36" name="流程图: 接点 135">
                  <a:extLst>
                    <a:ext uri="{FF2B5EF4-FFF2-40B4-BE49-F238E27FC236}">
                      <a16:creationId xmlns:a16="http://schemas.microsoft.com/office/drawing/2014/main" id="{A4850246-85D0-4462-A6AE-20506761CA6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0487" y="5700923"/>
                  <a:ext cx="295348" cy="292750"/>
                </a:xfrm>
                <a:prstGeom prst="flowChartConnector">
                  <a:avLst/>
                </a:prstGeom>
                <a:blipFill>
                  <a:blip r:embed="rId152"/>
                  <a:stretch>
                    <a:fillRect l="-1961"/>
                  </a:stretch>
                </a:blip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9" name="文本框 138">
              <a:extLst>
                <a:ext uri="{FF2B5EF4-FFF2-40B4-BE49-F238E27FC236}">
                  <a16:creationId xmlns:a16="http://schemas.microsoft.com/office/drawing/2014/main" id="{E6D15D7F-305A-4FE7-A8A5-EA16E46AC4B6}"/>
                </a:ext>
              </a:extLst>
            </p:cNvPr>
            <p:cNvSpPr txBox="1"/>
            <p:nvPr/>
          </p:nvSpPr>
          <p:spPr>
            <a:xfrm>
              <a:off x="1027239" y="6050558"/>
              <a:ext cx="1630083" cy="2914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68" dirty="0">
                  <a:latin typeface="宋体" panose="02010600030101010101" pitchFamily="2" charset="-122"/>
                  <a:ea typeface="宋体" panose="02010600030101010101" pitchFamily="2" charset="-122"/>
                </a:rPr>
                <a:t>隐藏层嵌入</a:t>
              </a:r>
            </a:p>
          </p:txBody>
        </p:sp>
        <p:sp>
          <p:nvSpPr>
            <p:cNvPr id="140" name="文本框 139">
              <a:extLst>
                <a:ext uri="{FF2B5EF4-FFF2-40B4-BE49-F238E27FC236}">
                  <a16:creationId xmlns:a16="http://schemas.microsoft.com/office/drawing/2014/main" id="{908BC6D5-6FB5-44F9-85A6-598ABD0FF0DB}"/>
                </a:ext>
              </a:extLst>
            </p:cNvPr>
            <p:cNvSpPr txBox="1"/>
            <p:nvPr/>
          </p:nvSpPr>
          <p:spPr>
            <a:xfrm>
              <a:off x="1231662" y="1841477"/>
              <a:ext cx="1630082" cy="2914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68" dirty="0">
                  <a:latin typeface="宋体" panose="02010600030101010101" pitchFamily="2" charset="-122"/>
                  <a:ea typeface="宋体" panose="02010600030101010101" pitchFamily="2" charset="-122"/>
                </a:rPr>
                <a:t>特征学习模块</a:t>
              </a:r>
            </a:p>
          </p:txBody>
        </p:sp>
        <p:sp>
          <p:nvSpPr>
            <p:cNvPr id="142" name="矩形: 圆角 141">
              <a:extLst>
                <a:ext uri="{FF2B5EF4-FFF2-40B4-BE49-F238E27FC236}">
                  <a16:creationId xmlns:a16="http://schemas.microsoft.com/office/drawing/2014/main" id="{F6A4772D-BC53-4CD6-87DD-785F398C5932}"/>
                </a:ext>
              </a:extLst>
            </p:cNvPr>
            <p:cNvSpPr/>
            <p:nvPr/>
          </p:nvSpPr>
          <p:spPr>
            <a:xfrm>
              <a:off x="3661447" y="4799381"/>
              <a:ext cx="4825946" cy="1852841"/>
            </a:xfrm>
            <a:prstGeom prst="roundRect">
              <a:avLst/>
            </a:prstGeom>
            <a:solidFill>
              <a:srgbClr val="D3C0DE"/>
            </a:solidFill>
            <a:ln>
              <a:solidFill>
                <a:srgbClr val="7C4F9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902"/>
            </a:p>
          </p:txBody>
        </p:sp>
        <p:sp>
          <p:nvSpPr>
            <p:cNvPr id="143" name="流程图: 接点 142">
              <a:extLst>
                <a:ext uri="{FF2B5EF4-FFF2-40B4-BE49-F238E27FC236}">
                  <a16:creationId xmlns:a16="http://schemas.microsoft.com/office/drawing/2014/main" id="{4849158D-4714-462F-BE57-6DC03E0FEE60}"/>
                </a:ext>
              </a:extLst>
            </p:cNvPr>
            <p:cNvSpPr/>
            <p:nvPr/>
          </p:nvSpPr>
          <p:spPr>
            <a:xfrm>
              <a:off x="7382896" y="5891141"/>
              <a:ext cx="262203" cy="261074"/>
            </a:xfrm>
            <a:prstGeom prst="flowChartConnector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902"/>
            </a:p>
          </p:txBody>
        </p:sp>
        <p:sp>
          <p:nvSpPr>
            <p:cNvPr id="144" name="流程图: 接点 143">
              <a:extLst>
                <a:ext uri="{FF2B5EF4-FFF2-40B4-BE49-F238E27FC236}">
                  <a16:creationId xmlns:a16="http://schemas.microsoft.com/office/drawing/2014/main" id="{A55C6620-F154-448A-8C5E-E3ED7CA2F51B}"/>
                </a:ext>
              </a:extLst>
            </p:cNvPr>
            <p:cNvSpPr/>
            <p:nvPr/>
          </p:nvSpPr>
          <p:spPr>
            <a:xfrm>
              <a:off x="6960065" y="5257844"/>
              <a:ext cx="262203" cy="261074"/>
            </a:xfrm>
            <a:prstGeom prst="flowChartConnector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902"/>
            </a:p>
          </p:txBody>
        </p:sp>
        <p:sp>
          <p:nvSpPr>
            <p:cNvPr id="145" name="流程图: 接点 144">
              <a:extLst>
                <a:ext uri="{FF2B5EF4-FFF2-40B4-BE49-F238E27FC236}">
                  <a16:creationId xmlns:a16="http://schemas.microsoft.com/office/drawing/2014/main" id="{3CBA2F1C-96D2-466D-B19F-81EEE3209D43}"/>
                </a:ext>
              </a:extLst>
            </p:cNvPr>
            <p:cNvSpPr/>
            <p:nvPr/>
          </p:nvSpPr>
          <p:spPr>
            <a:xfrm>
              <a:off x="7586044" y="5270807"/>
              <a:ext cx="262203" cy="261074"/>
            </a:xfrm>
            <a:prstGeom prst="flowChartConnector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902"/>
            </a:p>
          </p:txBody>
        </p:sp>
        <p:sp>
          <p:nvSpPr>
            <p:cNvPr id="146" name="流程图: 接点 145">
              <a:extLst>
                <a:ext uri="{FF2B5EF4-FFF2-40B4-BE49-F238E27FC236}">
                  <a16:creationId xmlns:a16="http://schemas.microsoft.com/office/drawing/2014/main" id="{5AD25D88-D990-417D-8242-7E9BCE0AFCAA}"/>
                </a:ext>
              </a:extLst>
            </p:cNvPr>
            <p:cNvSpPr/>
            <p:nvPr/>
          </p:nvSpPr>
          <p:spPr>
            <a:xfrm>
              <a:off x="8004151" y="5630067"/>
              <a:ext cx="262203" cy="261074"/>
            </a:xfrm>
            <a:prstGeom prst="flowChartConnector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902"/>
            </a:p>
          </p:txBody>
        </p:sp>
        <p:sp>
          <p:nvSpPr>
            <p:cNvPr id="147" name="流程图: 接点 146">
              <a:extLst>
                <a:ext uri="{FF2B5EF4-FFF2-40B4-BE49-F238E27FC236}">
                  <a16:creationId xmlns:a16="http://schemas.microsoft.com/office/drawing/2014/main" id="{4F197BA5-701A-47E4-8573-78EF043225C7}"/>
                </a:ext>
              </a:extLst>
            </p:cNvPr>
            <p:cNvSpPr/>
            <p:nvPr/>
          </p:nvSpPr>
          <p:spPr>
            <a:xfrm>
              <a:off x="7781395" y="6264564"/>
              <a:ext cx="262203" cy="261074"/>
            </a:xfrm>
            <a:prstGeom prst="flowChartConnector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902"/>
            </a:p>
          </p:txBody>
        </p:sp>
        <p:sp>
          <p:nvSpPr>
            <p:cNvPr id="148" name="流程图: 接点 147">
              <a:extLst>
                <a:ext uri="{FF2B5EF4-FFF2-40B4-BE49-F238E27FC236}">
                  <a16:creationId xmlns:a16="http://schemas.microsoft.com/office/drawing/2014/main" id="{793DD6F1-AD85-4F37-A6DB-E742FC9629FF}"/>
                </a:ext>
              </a:extLst>
            </p:cNvPr>
            <p:cNvSpPr/>
            <p:nvPr/>
          </p:nvSpPr>
          <p:spPr>
            <a:xfrm>
              <a:off x="6802268" y="6052573"/>
              <a:ext cx="262203" cy="261074"/>
            </a:xfrm>
            <a:prstGeom prst="flowChartConnector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902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0" name="文本框 149">
                  <a:extLst>
                    <a:ext uri="{FF2B5EF4-FFF2-40B4-BE49-F238E27FC236}">
                      <a16:creationId xmlns:a16="http://schemas.microsoft.com/office/drawing/2014/main" id="{7198656B-C8E3-459B-83F1-18A7552D5F1D}"/>
                    </a:ext>
                  </a:extLst>
                </p:cNvPr>
                <p:cNvSpPr txBox="1"/>
                <p:nvPr/>
              </p:nvSpPr>
              <p:spPr>
                <a:xfrm>
                  <a:off x="7126895" y="5760604"/>
                  <a:ext cx="352140" cy="29142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6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sz="126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zh-CN" sz="126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zh-CN" altLang="en-US" sz="1268" dirty="0"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</mc:Choice>
          <mc:Fallback>
            <p:sp>
              <p:nvSpPr>
                <p:cNvPr id="150" name="文本框 149">
                  <a:extLst>
                    <a:ext uri="{FF2B5EF4-FFF2-40B4-BE49-F238E27FC236}">
                      <a16:creationId xmlns:a16="http://schemas.microsoft.com/office/drawing/2014/main" id="{7198656B-C8E3-459B-83F1-18A7552D5F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26895" y="5760604"/>
                  <a:ext cx="352140" cy="291424"/>
                </a:xfrm>
                <a:prstGeom prst="rect">
                  <a:avLst/>
                </a:prstGeom>
                <a:blipFill>
                  <a:blip r:embed="rId15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1" name="文本框 150">
                  <a:extLst>
                    <a:ext uri="{FF2B5EF4-FFF2-40B4-BE49-F238E27FC236}">
                      <a16:creationId xmlns:a16="http://schemas.microsoft.com/office/drawing/2014/main" id="{98C3174B-8C30-4F9F-AE23-940A9F447519}"/>
                    </a:ext>
                  </a:extLst>
                </p:cNvPr>
                <p:cNvSpPr txBox="1"/>
                <p:nvPr/>
              </p:nvSpPr>
              <p:spPr>
                <a:xfrm>
                  <a:off x="6704863" y="5216490"/>
                  <a:ext cx="352140" cy="29754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6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sz="126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zh-CN" sz="126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zh-CN" altLang="en-US" sz="1268" dirty="0"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</mc:Choice>
          <mc:Fallback>
            <p:sp>
              <p:nvSpPr>
                <p:cNvPr id="151" name="文本框 150">
                  <a:extLst>
                    <a:ext uri="{FF2B5EF4-FFF2-40B4-BE49-F238E27FC236}">
                      <a16:creationId xmlns:a16="http://schemas.microsoft.com/office/drawing/2014/main" id="{98C3174B-8C30-4F9F-AE23-940A9F44751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04863" y="5216490"/>
                  <a:ext cx="352140" cy="297548"/>
                </a:xfrm>
                <a:prstGeom prst="rect">
                  <a:avLst/>
                </a:prstGeom>
                <a:blipFill>
                  <a:blip r:embed="rId154"/>
                  <a:stretch>
                    <a:fillRect b="-408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2" name="文本框 151">
                  <a:extLst>
                    <a:ext uri="{FF2B5EF4-FFF2-40B4-BE49-F238E27FC236}">
                      <a16:creationId xmlns:a16="http://schemas.microsoft.com/office/drawing/2014/main" id="{35A2F6FD-8B18-4F97-AAAD-0139663E48A5}"/>
                    </a:ext>
                  </a:extLst>
                </p:cNvPr>
                <p:cNvSpPr txBox="1"/>
                <p:nvPr/>
              </p:nvSpPr>
              <p:spPr>
                <a:xfrm>
                  <a:off x="7454136" y="5036434"/>
                  <a:ext cx="352140" cy="29754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6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sz="126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zh-CN" sz="126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zh-CN" altLang="en-US" sz="1268" dirty="0"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</mc:Choice>
          <mc:Fallback>
            <p:sp>
              <p:nvSpPr>
                <p:cNvPr id="152" name="文本框 151">
                  <a:extLst>
                    <a:ext uri="{FF2B5EF4-FFF2-40B4-BE49-F238E27FC236}">
                      <a16:creationId xmlns:a16="http://schemas.microsoft.com/office/drawing/2014/main" id="{35A2F6FD-8B18-4F97-AAAD-0139663E48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54136" y="5036434"/>
                  <a:ext cx="352140" cy="297548"/>
                </a:xfrm>
                <a:prstGeom prst="rect">
                  <a:avLst/>
                </a:prstGeom>
                <a:blipFill>
                  <a:blip r:embed="rId155"/>
                  <a:stretch>
                    <a:fillRect b="-612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3" name="文本框 152">
                  <a:extLst>
                    <a:ext uri="{FF2B5EF4-FFF2-40B4-BE49-F238E27FC236}">
                      <a16:creationId xmlns:a16="http://schemas.microsoft.com/office/drawing/2014/main" id="{2D795BCC-2D31-4BAA-B6C7-83E7EB2965E9}"/>
                    </a:ext>
                  </a:extLst>
                </p:cNvPr>
                <p:cNvSpPr txBox="1"/>
                <p:nvPr/>
              </p:nvSpPr>
              <p:spPr>
                <a:xfrm>
                  <a:off x="8135253" y="5455399"/>
                  <a:ext cx="352140" cy="29754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6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sz="126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zh-CN" sz="126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zh-CN" altLang="en-US" sz="1268" dirty="0"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</mc:Choice>
          <mc:Fallback>
            <p:sp>
              <p:nvSpPr>
                <p:cNvPr id="153" name="文本框 152">
                  <a:extLst>
                    <a:ext uri="{FF2B5EF4-FFF2-40B4-BE49-F238E27FC236}">
                      <a16:creationId xmlns:a16="http://schemas.microsoft.com/office/drawing/2014/main" id="{2D795BCC-2D31-4BAA-B6C7-83E7EB2965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35253" y="5455399"/>
                  <a:ext cx="352140" cy="297548"/>
                </a:xfrm>
                <a:prstGeom prst="rect">
                  <a:avLst/>
                </a:prstGeom>
                <a:blipFill>
                  <a:blip r:embed="rId156"/>
                  <a:stretch>
                    <a:fillRect b="-408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4" name="文本框 153">
                  <a:extLst>
                    <a:ext uri="{FF2B5EF4-FFF2-40B4-BE49-F238E27FC236}">
                      <a16:creationId xmlns:a16="http://schemas.microsoft.com/office/drawing/2014/main" id="{474A423A-47B1-45DA-86D8-F72A872C6A81}"/>
                    </a:ext>
                  </a:extLst>
                </p:cNvPr>
                <p:cNvSpPr txBox="1"/>
                <p:nvPr/>
              </p:nvSpPr>
              <p:spPr>
                <a:xfrm>
                  <a:off x="7914214" y="6257678"/>
                  <a:ext cx="352140" cy="29754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6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sz="126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zh-CN" sz="126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zh-CN" altLang="en-US" sz="1268" dirty="0"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</mc:Choice>
          <mc:Fallback>
            <p:sp>
              <p:nvSpPr>
                <p:cNvPr id="154" name="文本框 153">
                  <a:extLst>
                    <a:ext uri="{FF2B5EF4-FFF2-40B4-BE49-F238E27FC236}">
                      <a16:creationId xmlns:a16="http://schemas.microsoft.com/office/drawing/2014/main" id="{474A423A-47B1-45DA-86D8-F72A872C6A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4214" y="6257678"/>
                  <a:ext cx="352140" cy="297548"/>
                </a:xfrm>
                <a:prstGeom prst="rect">
                  <a:avLst/>
                </a:prstGeom>
                <a:blipFill>
                  <a:blip r:embed="rId154"/>
                  <a:stretch>
                    <a:fillRect b="-625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5" name="文本框 154">
                  <a:extLst>
                    <a:ext uri="{FF2B5EF4-FFF2-40B4-BE49-F238E27FC236}">
                      <a16:creationId xmlns:a16="http://schemas.microsoft.com/office/drawing/2014/main" id="{3D85EC96-3F86-44BE-B352-9B3DAB87402F}"/>
                    </a:ext>
                  </a:extLst>
                </p:cNvPr>
                <p:cNvSpPr txBox="1"/>
                <p:nvPr/>
              </p:nvSpPr>
              <p:spPr>
                <a:xfrm>
                  <a:off x="6563776" y="6112010"/>
                  <a:ext cx="352140" cy="29754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6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sz="126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zh-CN" sz="126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zh-CN" altLang="en-US" sz="1268" dirty="0"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</mc:Choice>
          <mc:Fallback>
            <p:sp>
              <p:nvSpPr>
                <p:cNvPr id="155" name="文本框 154">
                  <a:extLst>
                    <a:ext uri="{FF2B5EF4-FFF2-40B4-BE49-F238E27FC236}">
                      <a16:creationId xmlns:a16="http://schemas.microsoft.com/office/drawing/2014/main" id="{3D85EC96-3F86-44BE-B352-9B3DAB8740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3776" y="6112010"/>
                  <a:ext cx="352140" cy="297548"/>
                </a:xfrm>
                <a:prstGeom prst="rect">
                  <a:avLst/>
                </a:prstGeom>
                <a:blipFill>
                  <a:blip r:embed="rId154"/>
                  <a:stretch>
                    <a:fillRect b="-625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7" name="直接连接符 156">
              <a:extLst>
                <a:ext uri="{FF2B5EF4-FFF2-40B4-BE49-F238E27FC236}">
                  <a16:creationId xmlns:a16="http://schemas.microsoft.com/office/drawing/2014/main" id="{B300EA5A-9753-4B61-BBCB-E82CFC67483D}"/>
                </a:ext>
              </a:extLst>
            </p:cNvPr>
            <p:cNvCxnSpPr>
              <a:endCxn id="150" idx="3"/>
            </p:cNvCxnSpPr>
            <p:nvPr/>
          </p:nvCxnSpPr>
          <p:spPr>
            <a:xfrm>
              <a:off x="7126895" y="5485296"/>
              <a:ext cx="352140" cy="421020"/>
            </a:xfrm>
            <a:prstGeom prst="line">
              <a:avLst/>
            </a:prstGeom>
            <a:ln w="12700" cap="flat" cmpd="sng" algn="ctr">
              <a:solidFill>
                <a:srgbClr val="7030A0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58" name="直接连接符 157">
              <a:extLst>
                <a:ext uri="{FF2B5EF4-FFF2-40B4-BE49-F238E27FC236}">
                  <a16:creationId xmlns:a16="http://schemas.microsoft.com/office/drawing/2014/main" id="{AF12EFCE-D72D-4035-899C-537E450A91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70794" y="6105792"/>
              <a:ext cx="312103" cy="101928"/>
            </a:xfrm>
            <a:prstGeom prst="line">
              <a:avLst/>
            </a:prstGeom>
            <a:ln w="12700" cap="flat" cmpd="sng" algn="ctr">
              <a:solidFill>
                <a:srgbClr val="7030A0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60" name="直接连接符 159">
              <a:extLst>
                <a:ext uri="{FF2B5EF4-FFF2-40B4-BE49-F238E27FC236}">
                  <a16:creationId xmlns:a16="http://schemas.microsoft.com/office/drawing/2014/main" id="{5AFFBF3D-76AC-4CF1-A04B-E41758093C5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30206" y="6105792"/>
              <a:ext cx="176071" cy="183471"/>
            </a:xfrm>
            <a:prstGeom prst="line">
              <a:avLst/>
            </a:prstGeom>
            <a:ln w="12700" cap="flat" cmpd="sng" algn="ctr">
              <a:solidFill>
                <a:srgbClr val="7030A0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63" name="直接连接符 162">
              <a:extLst>
                <a:ext uri="{FF2B5EF4-FFF2-40B4-BE49-F238E27FC236}">
                  <a16:creationId xmlns:a16="http://schemas.microsoft.com/office/drawing/2014/main" id="{A7086C77-B37E-40AC-823A-15277DC5B33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637655" y="5853994"/>
              <a:ext cx="366497" cy="114359"/>
            </a:xfrm>
            <a:prstGeom prst="line">
              <a:avLst/>
            </a:prstGeom>
            <a:ln w="12700" cap="flat" cmpd="sng" algn="ctr">
              <a:solidFill>
                <a:srgbClr val="7030A0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65" name="直接连接符 164">
              <a:extLst>
                <a:ext uri="{FF2B5EF4-FFF2-40B4-BE49-F238E27FC236}">
                  <a16:creationId xmlns:a16="http://schemas.microsoft.com/office/drawing/2014/main" id="{B198BE41-0B32-494A-BECE-1F1B185BC958}"/>
                </a:ext>
              </a:extLst>
            </p:cNvPr>
            <p:cNvCxnSpPr>
              <a:cxnSpLocks/>
              <a:stCxn id="145" idx="4"/>
            </p:cNvCxnSpPr>
            <p:nvPr/>
          </p:nvCxnSpPr>
          <p:spPr>
            <a:xfrm flipH="1">
              <a:off x="7597027" y="5531881"/>
              <a:ext cx="120118" cy="353390"/>
            </a:xfrm>
            <a:prstGeom prst="line">
              <a:avLst/>
            </a:prstGeom>
            <a:ln w="12700" cap="flat" cmpd="sng" algn="ctr">
              <a:solidFill>
                <a:srgbClr val="7030A0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7" name="文本框 166">
                  <a:extLst>
                    <a:ext uri="{FF2B5EF4-FFF2-40B4-BE49-F238E27FC236}">
                      <a16:creationId xmlns:a16="http://schemas.microsoft.com/office/drawing/2014/main" id="{0467A38F-A2C0-47BF-A3B0-05E6FF0DDA8C}"/>
                    </a:ext>
                  </a:extLst>
                </p:cNvPr>
                <p:cNvSpPr txBox="1"/>
                <p:nvPr/>
              </p:nvSpPr>
              <p:spPr>
                <a:xfrm>
                  <a:off x="7147239" y="5437488"/>
                  <a:ext cx="352140" cy="29142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268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𝑑</m:t>
                        </m:r>
                      </m:oMath>
                    </m:oMathPara>
                  </a14:m>
                  <a:endParaRPr lang="zh-CN" altLang="en-US" sz="1268" dirty="0"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</mc:Choice>
          <mc:Fallback>
            <p:sp>
              <p:nvSpPr>
                <p:cNvPr id="167" name="文本框 166">
                  <a:extLst>
                    <a:ext uri="{FF2B5EF4-FFF2-40B4-BE49-F238E27FC236}">
                      <a16:creationId xmlns:a16="http://schemas.microsoft.com/office/drawing/2014/main" id="{0467A38F-A2C0-47BF-A3B0-05E6FF0DDA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47239" y="5437488"/>
                  <a:ext cx="352140" cy="291424"/>
                </a:xfrm>
                <a:prstGeom prst="rect">
                  <a:avLst/>
                </a:prstGeom>
                <a:blipFill>
                  <a:blip r:embed="rId15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8" name="文本框 167">
                  <a:extLst>
                    <a:ext uri="{FF2B5EF4-FFF2-40B4-BE49-F238E27FC236}">
                      <a16:creationId xmlns:a16="http://schemas.microsoft.com/office/drawing/2014/main" id="{6CBDFDF7-158F-4B16-A034-B83308267F6E}"/>
                    </a:ext>
                  </a:extLst>
                </p:cNvPr>
                <p:cNvSpPr txBox="1"/>
                <p:nvPr/>
              </p:nvSpPr>
              <p:spPr>
                <a:xfrm>
                  <a:off x="4060990" y="5486597"/>
                  <a:ext cx="1877107" cy="67485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6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sz="126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𝐷</m:t>
                            </m:r>
                          </m:e>
                          <m:sub>
                            <m:r>
                              <a:rPr lang="en-US" altLang="zh-CN" sz="126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𝐼𝐸𝐷</m:t>
                            </m:r>
                          </m:sub>
                        </m:sSub>
                        <m:r>
                          <a:rPr lang="en-US" altLang="zh-CN" sz="1268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=</m:t>
                        </m:r>
                        <m:f>
                          <m:fPr>
                            <m:ctrlPr>
                              <a:rPr lang="en-US" altLang="zh-CN" sz="126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fPr>
                          <m:num>
                            <m:r>
                              <a:rPr lang="en-US" altLang="zh-CN" sz="126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zh-CN" sz="126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𝑘</m:t>
                            </m:r>
                          </m:den>
                        </m:f>
                        <m:nary>
                          <m:naryPr>
                            <m:chr m:val="∑"/>
                            <m:ctrlPr>
                              <a:rPr lang="en-US" altLang="zh-CN" sz="126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altLang="zh-CN" sz="126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𝑗</m:t>
                            </m:r>
                            <m:r>
                              <a:rPr lang="en-US" altLang="zh-CN" sz="126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=1</m:t>
                            </m:r>
                          </m:sub>
                          <m:sup>
                            <m:r>
                              <a:rPr lang="en-US" altLang="zh-CN" sz="126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𝑘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altLang="zh-CN" sz="1268" i="1"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268" i="1"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||</m:t>
                                </m:r>
                                <m:sSub>
                                  <m:sSubPr>
                                    <m:ctrlPr>
                                      <a:rPr lang="en-US" altLang="zh-CN" sz="1268" i="1"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68" i="1"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en-US" altLang="zh-CN" sz="1268" i="1"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altLang="zh-CN" sz="1268" i="1"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zh-CN" sz="1268" i="1"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68" i="1"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en-US" altLang="zh-CN" sz="1268" i="1"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𝑗</m:t>
                                    </m:r>
                                  </m:sub>
                                </m:sSub>
                                <m:r>
                                  <a:rPr lang="en-US" altLang="zh-CN" sz="1268" i="1"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||</m:t>
                                </m:r>
                              </m:e>
                              <m:sub>
                                <m:r>
                                  <a:rPr lang="en-US" altLang="zh-CN" sz="1268" i="1"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2</m:t>
                                </m:r>
                              </m:sub>
                            </m:sSub>
                          </m:e>
                        </m:nary>
                      </m:oMath>
                    </m:oMathPara>
                  </a14:m>
                  <a:endParaRPr lang="zh-CN" altLang="en-US" sz="1268" dirty="0"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</mc:Choice>
          <mc:Fallback>
            <p:sp>
              <p:nvSpPr>
                <p:cNvPr id="168" name="文本框 167">
                  <a:extLst>
                    <a:ext uri="{FF2B5EF4-FFF2-40B4-BE49-F238E27FC236}">
                      <a16:creationId xmlns:a16="http://schemas.microsoft.com/office/drawing/2014/main" id="{6CBDFDF7-158F-4B16-A034-B83308267F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60990" y="5486597"/>
                  <a:ext cx="1877107" cy="674851"/>
                </a:xfrm>
                <a:prstGeom prst="rect">
                  <a:avLst/>
                </a:prstGeom>
                <a:blipFill>
                  <a:blip r:embed="rId15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69" name="文本框 168">
              <a:extLst>
                <a:ext uri="{FF2B5EF4-FFF2-40B4-BE49-F238E27FC236}">
                  <a16:creationId xmlns:a16="http://schemas.microsoft.com/office/drawing/2014/main" id="{705E00A8-6564-4C71-9DB0-7C03071C3641}"/>
                </a:ext>
              </a:extLst>
            </p:cNvPr>
            <p:cNvSpPr txBox="1"/>
            <p:nvPr/>
          </p:nvSpPr>
          <p:spPr>
            <a:xfrm>
              <a:off x="7033206" y="4839558"/>
              <a:ext cx="1630082" cy="2914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68" dirty="0">
                  <a:latin typeface="宋体" panose="02010600030101010101" pitchFamily="2" charset="-122"/>
                  <a:ea typeface="宋体" panose="02010600030101010101" pitchFamily="2" charset="-122"/>
                </a:rPr>
                <a:t>IED</a:t>
              </a:r>
              <a:r>
                <a:rPr lang="zh-CN" altLang="en-US" sz="1268" dirty="0">
                  <a:latin typeface="宋体" panose="02010600030101010101" pitchFamily="2" charset="-122"/>
                  <a:ea typeface="宋体" panose="02010600030101010101" pitchFamily="2" charset="-122"/>
                </a:rPr>
                <a:t>计算（</a:t>
              </a:r>
              <a:r>
                <a:rPr lang="en-US" altLang="zh-CN" sz="1268" dirty="0">
                  <a:latin typeface="宋体" panose="02010600030101010101" pitchFamily="2" charset="-122"/>
                  <a:ea typeface="宋体" panose="02010600030101010101" pitchFamily="2" charset="-122"/>
                </a:rPr>
                <a:t>k=5</a:t>
              </a:r>
              <a:r>
                <a:rPr lang="zh-CN" altLang="en-US" sz="1268" dirty="0">
                  <a:latin typeface="宋体" panose="02010600030101010101" pitchFamily="2" charset="-122"/>
                  <a:ea typeface="宋体" panose="02010600030101010101" pitchFamily="2" charset="-122"/>
                </a:rPr>
                <a:t>）</a:t>
              </a:r>
            </a:p>
          </p:txBody>
        </p:sp>
        <p:cxnSp>
          <p:nvCxnSpPr>
            <p:cNvPr id="171" name="直接箭头连接符 170">
              <a:extLst>
                <a:ext uri="{FF2B5EF4-FFF2-40B4-BE49-F238E27FC236}">
                  <a16:creationId xmlns:a16="http://schemas.microsoft.com/office/drawing/2014/main" id="{465A0776-016F-42AD-8F7B-174F0D665317}"/>
                </a:ext>
              </a:extLst>
            </p:cNvPr>
            <p:cNvCxnSpPr>
              <a:stCxn id="150" idx="1"/>
            </p:cNvCxnSpPr>
            <p:nvPr/>
          </p:nvCxnSpPr>
          <p:spPr>
            <a:xfrm flipH="1">
              <a:off x="5938098" y="5906317"/>
              <a:ext cx="1188797" cy="4856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2" name="文本框 171">
                  <a:extLst>
                    <a:ext uri="{FF2B5EF4-FFF2-40B4-BE49-F238E27FC236}">
                      <a16:creationId xmlns:a16="http://schemas.microsoft.com/office/drawing/2014/main" id="{AD704352-0437-4796-9DAB-9BB14D1E5041}"/>
                    </a:ext>
                  </a:extLst>
                </p:cNvPr>
                <p:cNvSpPr txBox="1"/>
                <p:nvPr/>
              </p:nvSpPr>
              <p:spPr>
                <a:xfrm>
                  <a:off x="6043125" y="5598266"/>
                  <a:ext cx="973012" cy="29142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zh-CN" altLang="en-US" sz="1268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平均距离</a:t>
                  </a:r>
                  <a14:m>
                    <m:oMath xmlns:m="http://schemas.openxmlformats.org/officeDocument/2006/math">
                      <m:r>
                        <a:rPr lang="en-US" altLang="zh-CN" sz="1268" i="1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𝐷</m:t>
                      </m:r>
                    </m:oMath>
                  </a14:m>
                  <a:endParaRPr lang="zh-CN" altLang="en-US" sz="1268" dirty="0"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</mc:Choice>
          <mc:Fallback>
            <p:sp>
              <p:nvSpPr>
                <p:cNvPr id="172" name="文本框 171">
                  <a:extLst>
                    <a:ext uri="{FF2B5EF4-FFF2-40B4-BE49-F238E27FC236}">
                      <a16:creationId xmlns:a16="http://schemas.microsoft.com/office/drawing/2014/main" id="{AD704352-0437-4796-9DAB-9BB14D1E50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3125" y="5598266"/>
                  <a:ext cx="973012" cy="291424"/>
                </a:xfrm>
                <a:prstGeom prst="rect">
                  <a:avLst/>
                </a:prstGeom>
                <a:blipFill>
                  <a:blip r:embed="rId159"/>
                  <a:stretch>
                    <a:fillRect l="-625" b="-1458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3" name="文本框 172">
              <a:extLst>
                <a:ext uri="{FF2B5EF4-FFF2-40B4-BE49-F238E27FC236}">
                  <a16:creationId xmlns:a16="http://schemas.microsoft.com/office/drawing/2014/main" id="{42B9CF3D-72BB-41DE-B21B-7911899F7B88}"/>
                </a:ext>
              </a:extLst>
            </p:cNvPr>
            <p:cNvSpPr txBox="1"/>
            <p:nvPr/>
          </p:nvSpPr>
          <p:spPr>
            <a:xfrm>
              <a:off x="5208469" y="4798054"/>
              <a:ext cx="1630082" cy="2914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68" dirty="0">
                  <a:latin typeface="宋体" panose="02010600030101010101" pitchFamily="2" charset="-122"/>
                  <a:ea typeface="宋体" panose="02010600030101010101" pitchFamily="2" charset="-122"/>
                </a:rPr>
                <a:t>多样性评估模块</a:t>
              </a:r>
            </a:p>
          </p:txBody>
        </p:sp>
        <p:sp>
          <p:nvSpPr>
            <p:cNvPr id="66" name="矩形 65">
              <a:extLst>
                <a:ext uri="{FF2B5EF4-FFF2-40B4-BE49-F238E27FC236}">
                  <a16:creationId xmlns:a16="http://schemas.microsoft.com/office/drawing/2014/main" id="{BAE754E9-1FE9-4749-9DF2-B8CCC6402443}"/>
                </a:ext>
              </a:extLst>
            </p:cNvPr>
            <p:cNvSpPr/>
            <p:nvPr/>
          </p:nvSpPr>
          <p:spPr>
            <a:xfrm>
              <a:off x="8811040" y="1828278"/>
              <a:ext cx="2104686" cy="2837015"/>
            </a:xfrm>
            <a:prstGeom prst="rect">
              <a:avLst/>
            </a:prstGeom>
            <a:solidFill>
              <a:srgbClr val="E1EDD7"/>
            </a:solidFill>
            <a:ln>
              <a:solidFill>
                <a:srgbClr val="6B8B5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902" dirty="0"/>
            </a:p>
          </p:txBody>
        </p:sp>
        <p:sp>
          <p:nvSpPr>
            <p:cNvPr id="227" name="箭头: 右 226">
              <a:extLst>
                <a:ext uri="{FF2B5EF4-FFF2-40B4-BE49-F238E27FC236}">
                  <a16:creationId xmlns:a16="http://schemas.microsoft.com/office/drawing/2014/main" id="{F8AB47E7-3656-47C5-AEAE-8D71B2CD8429}"/>
                </a:ext>
              </a:extLst>
            </p:cNvPr>
            <p:cNvSpPr/>
            <p:nvPr/>
          </p:nvSpPr>
          <p:spPr>
            <a:xfrm>
              <a:off x="3193161" y="4238821"/>
              <a:ext cx="5617442" cy="157662"/>
            </a:xfrm>
            <a:prstGeom prst="rightArrow">
              <a:avLst/>
            </a:prstGeom>
            <a:solidFill>
              <a:srgbClr val="006BB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902"/>
            </a:p>
          </p:txBody>
        </p:sp>
        <p:sp>
          <p:nvSpPr>
            <p:cNvPr id="71" name="文本框 70">
              <a:extLst>
                <a:ext uri="{FF2B5EF4-FFF2-40B4-BE49-F238E27FC236}">
                  <a16:creationId xmlns:a16="http://schemas.microsoft.com/office/drawing/2014/main" id="{4268A0ED-A7FB-4A02-A4A9-B1A74C081876}"/>
                </a:ext>
              </a:extLst>
            </p:cNvPr>
            <p:cNvSpPr txBox="1"/>
            <p:nvPr/>
          </p:nvSpPr>
          <p:spPr>
            <a:xfrm>
              <a:off x="3288551" y="3988545"/>
              <a:ext cx="817967" cy="2818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268" dirty="0">
                  <a:latin typeface="宋体" panose="02010600030101010101" pitchFamily="2" charset="-122"/>
                  <a:ea typeface="宋体" panose="02010600030101010101" pitchFamily="2" charset="-122"/>
                </a:rPr>
                <a:t>特征表示</a:t>
              </a:r>
            </a:p>
          </p:txBody>
        </p:sp>
        <p:sp>
          <p:nvSpPr>
            <p:cNvPr id="228" name="箭头: 右 227">
              <a:extLst>
                <a:ext uri="{FF2B5EF4-FFF2-40B4-BE49-F238E27FC236}">
                  <a16:creationId xmlns:a16="http://schemas.microsoft.com/office/drawing/2014/main" id="{F19A0D6F-5F43-4506-AD72-06C937AB6554}"/>
                </a:ext>
              </a:extLst>
            </p:cNvPr>
            <p:cNvSpPr/>
            <p:nvPr/>
          </p:nvSpPr>
          <p:spPr>
            <a:xfrm rot="5400000">
              <a:off x="4918977" y="4484219"/>
              <a:ext cx="439675" cy="177986"/>
            </a:xfrm>
            <a:prstGeom prst="rightArrow">
              <a:avLst/>
            </a:prstGeom>
            <a:solidFill>
              <a:srgbClr val="7236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902" dirty="0"/>
            </a:p>
          </p:txBody>
        </p:sp>
        <p:sp>
          <p:nvSpPr>
            <p:cNvPr id="229" name="文本框 228">
              <a:extLst>
                <a:ext uri="{FF2B5EF4-FFF2-40B4-BE49-F238E27FC236}">
                  <a16:creationId xmlns:a16="http://schemas.microsoft.com/office/drawing/2014/main" id="{B0FE8884-BCE9-4B2C-BF1E-94DC97EDFA62}"/>
                </a:ext>
              </a:extLst>
            </p:cNvPr>
            <p:cNvSpPr txBox="1"/>
            <p:nvPr/>
          </p:nvSpPr>
          <p:spPr>
            <a:xfrm>
              <a:off x="4313199" y="4506076"/>
              <a:ext cx="817967" cy="2818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268" dirty="0">
                  <a:latin typeface="宋体" panose="02010600030101010101" pitchFamily="2" charset="-122"/>
                  <a:ea typeface="宋体" panose="02010600030101010101" pitchFamily="2" charset="-122"/>
                </a:rPr>
                <a:t>价值评估</a:t>
              </a:r>
            </a:p>
          </p:txBody>
        </p:sp>
        <p:sp>
          <p:nvSpPr>
            <p:cNvPr id="230" name="文本框 229">
              <a:extLst>
                <a:ext uri="{FF2B5EF4-FFF2-40B4-BE49-F238E27FC236}">
                  <a16:creationId xmlns:a16="http://schemas.microsoft.com/office/drawing/2014/main" id="{A2112741-1C72-4A87-9AF1-0346B3954C4C}"/>
                </a:ext>
              </a:extLst>
            </p:cNvPr>
            <p:cNvSpPr txBox="1"/>
            <p:nvPr/>
          </p:nvSpPr>
          <p:spPr>
            <a:xfrm>
              <a:off x="7969923" y="3997251"/>
              <a:ext cx="817967" cy="2818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268" dirty="0">
                  <a:latin typeface="宋体" panose="02010600030101010101" pitchFamily="2" charset="-122"/>
                  <a:ea typeface="宋体" panose="02010600030101010101" pitchFamily="2" charset="-122"/>
                </a:rPr>
                <a:t>原始特征</a:t>
              </a:r>
            </a:p>
          </p:txBody>
        </p:sp>
        <p:sp>
          <p:nvSpPr>
            <p:cNvPr id="231" name="箭头: 右 230">
              <a:extLst>
                <a:ext uri="{FF2B5EF4-FFF2-40B4-BE49-F238E27FC236}">
                  <a16:creationId xmlns:a16="http://schemas.microsoft.com/office/drawing/2014/main" id="{410A5A89-1CE8-4B70-9D3F-79F8AA3C6C16}"/>
                </a:ext>
              </a:extLst>
            </p:cNvPr>
            <p:cNvSpPr/>
            <p:nvPr/>
          </p:nvSpPr>
          <p:spPr>
            <a:xfrm rot="16200000">
              <a:off x="4298061" y="3814436"/>
              <a:ext cx="744617" cy="177547"/>
            </a:xfrm>
            <a:prstGeom prst="rightArrow">
              <a:avLst/>
            </a:prstGeom>
            <a:solidFill>
              <a:srgbClr val="EE8A3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902"/>
            </a:p>
          </p:txBody>
        </p:sp>
        <p:sp>
          <p:nvSpPr>
            <p:cNvPr id="232" name="文本框 231">
              <a:extLst>
                <a:ext uri="{FF2B5EF4-FFF2-40B4-BE49-F238E27FC236}">
                  <a16:creationId xmlns:a16="http://schemas.microsoft.com/office/drawing/2014/main" id="{DE97F3EC-3C48-41FB-B619-743F90C83F32}"/>
                </a:ext>
              </a:extLst>
            </p:cNvPr>
            <p:cNvSpPr txBox="1"/>
            <p:nvPr/>
          </p:nvSpPr>
          <p:spPr>
            <a:xfrm>
              <a:off x="4611132" y="3662319"/>
              <a:ext cx="817967" cy="2818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268" dirty="0">
                  <a:latin typeface="宋体" panose="02010600030101010101" pitchFamily="2" charset="-122"/>
                  <a:ea typeface="宋体" panose="02010600030101010101" pitchFamily="2" charset="-122"/>
                </a:rPr>
                <a:t>几何约束</a:t>
              </a:r>
            </a:p>
          </p:txBody>
        </p:sp>
        <p:sp>
          <p:nvSpPr>
            <p:cNvPr id="83" name="箭头: 圆角右 82">
              <a:extLst>
                <a:ext uri="{FF2B5EF4-FFF2-40B4-BE49-F238E27FC236}">
                  <a16:creationId xmlns:a16="http://schemas.microsoft.com/office/drawing/2014/main" id="{48B3FF18-9A56-467E-9B43-610DDC09856F}"/>
                </a:ext>
              </a:extLst>
            </p:cNvPr>
            <p:cNvSpPr/>
            <p:nvPr/>
          </p:nvSpPr>
          <p:spPr>
            <a:xfrm rot="5400000">
              <a:off x="9020076" y="871432"/>
              <a:ext cx="371133" cy="1539154"/>
            </a:xfrm>
            <a:prstGeom prst="bentArrow">
              <a:avLst>
                <a:gd name="adj1" fmla="val 25000"/>
                <a:gd name="adj2" fmla="val 27918"/>
                <a:gd name="adj3" fmla="val 25000"/>
                <a:gd name="adj4" fmla="val 47104"/>
              </a:avLst>
            </a:prstGeom>
            <a:solidFill>
              <a:srgbClr val="EE8A3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902" dirty="0">
                <a:solidFill>
                  <a:schemeClr val="tx1"/>
                </a:solidFill>
              </a:endParaRPr>
            </a:p>
          </p:txBody>
        </p:sp>
        <p:sp>
          <p:nvSpPr>
            <p:cNvPr id="233" name="文本框 232">
              <a:extLst>
                <a:ext uri="{FF2B5EF4-FFF2-40B4-BE49-F238E27FC236}">
                  <a16:creationId xmlns:a16="http://schemas.microsoft.com/office/drawing/2014/main" id="{A3060D65-3E61-4818-B3BE-F724D4B3D7EE}"/>
                </a:ext>
              </a:extLst>
            </p:cNvPr>
            <p:cNvSpPr txBox="1"/>
            <p:nvPr/>
          </p:nvSpPr>
          <p:spPr>
            <a:xfrm>
              <a:off x="8720006" y="1186729"/>
              <a:ext cx="817967" cy="2818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268" dirty="0">
                  <a:latin typeface="宋体" panose="02010600030101010101" pitchFamily="2" charset="-122"/>
                  <a:ea typeface="宋体" panose="02010600030101010101" pitchFamily="2" charset="-122"/>
                </a:rPr>
                <a:t>距离信息</a:t>
              </a:r>
            </a:p>
          </p:txBody>
        </p:sp>
        <p:sp>
          <p:nvSpPr>
            <p:cNvPr id="84" name="矩形: 圆角 83">
              <a:extLst>
                <a:ext uri="{FF2B5EF4-FFF2-40B4-BE49-F238E27FC236}">
                  <a16:creationId xmlns:a16="http://schemas.microsoft.com/office/drawing/2014/main" id="{899DB0F0-3062-46A7-9F5A-5A47001AD446}"/>
                </a:ext>
              </a:extLst>
            </p:cNvPr>
            <p:cNvSpPr/>
            <p:nvPr/>
          </p:nvSpPr>
          <p:spPr>
            <a:xfrm>
              <a:off x="8907095" y="2250268"/>
              <a:ext cx="1917064" cy="873680"/>
            </a:xfrm>
            <a:prstGeom prst="roundRect">
              <a:avLst/>
            </a:prstGeom>
            <a:solidFill>
              <a:srgbClr val="C9DEB3"/>
            </a:solidFill>
            <a:ln>
              <a:solidFill>
                <a:srgbClr val="6B8B5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902" dirty="0"/>
            </a:p>
          </p:txBody>
        </p:sp>
        <p:sp>
          <p:nvSpPr>
            <p:cNvPr id="90" name="文本框 89">
              <a:extLst>
                <a:ext uri="{FF2B5EF4-FFF2-40B4-BE49-F238E27FC236}">
                  <a16:creationId xmlns:a16="http://schemas.microsoft.com/office/drawing/2014/main" id="{EF0A89C8-9B2D-4259-A949-CBC2B4BECB88}"/>
                </a:ext>
              </a:extLst>
            </p:cNvPr>
            <p:cNvSpPr txBox="1"/>
            <p:nvPr/>
          </p:nvSpPr>
          <p:spPr>
            <a:xfrm>
              <a:off x="9210397" y="2250268"/>
              <a:ext cx="1340424" cy="32410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479" dirty="0">
                  <a:latin typeface="宋体" panose="02010600030101010101" pitchFamily="2" charset="-122"/>
                  <a:ea typeface="宋体" panose="02010600030101010101" pitchFamily="2" charset="-122"/>
                </a:rPr>
                <a:t>加权损失函数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4" name="文本框 233">
                  <a:extLst>
                    <a:ext uri="{FF2B5EF4-FFF2-40B4-BE49-F238E27FC236}">
                      <a16:creationId xmlns:a16="http://schemas.microsoft.com/office/drawing/2014/main" id="{2A8697E8-A396-47BA-8EC8-1C463E9F33A3}"/>
                    </a:ext>
                  </a:extLst>
                </p:cNvPr>
                <p:cNvSpPr txBox="1"/>
                <p:nvPr/>
              </p:nvSpPr>
              <p:spPr>
                <a:xfrm>
                  <a:off x="8815529" y="2513527"/>
                  <a:ext cx="2013726" cy="63105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479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  <m:r>
                          <a:rPr lang="en-US" altLang="zh-CN" sz="1479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nary>
                          <m:naryPr>
                            <m:chr m:val="∑"/>
                            <m:subHide m:val="on"/>
                            <m:supHide m:val="on"/>
                            <m:ctrlPr>
                              <a:rPr lang="en-US" altLang="zh-CN" sz="1479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sSub>
                              <m:sSubPr>
                                <m:ctrlPr>
                                  <a:rPr lang="en-US" altLang="zh-CN" sz="1479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479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altLang="zh-CN" sz="1479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  <m:r>
                          <a:rPr lang="en-US" altLang="zh-CN" sz="1479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p>
                          <m:sSupPr>
                            <m:ctrlPr>
                              <a:rPr lang="en-US" altLang="zh-CN" sz="1479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1479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||</m:t>
                            </m:r>
                            <m:sSub>
                              <m:sSubPr>
                                <m:ctrlPr>
                                  <a:rPr lang="en-US" altLang="zh-CN" sz="1479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479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en-US" altLang="zh-CN" sz="1479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altLang="zh-CN" sz="1479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CN" sz="1479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  <m:r>
                              <a:rPr lang="en-US" altLang="zh-CN" sz="1479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||</m:t>
                            </m:r>
                          </m:e>
                          <m:sup>
                            <m:r>
                              <a:rPr lang="en-US" altLang="zh-CN" sz="1479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  <a:endParaRPr lang="zh-CN" altLang="en-US" sz="1479" dirty="0"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</mc:Choice>
          <mc:Fallback>
            <p:sp>
              <p:nvSpPr>
                <p:cNvPr id="234" name="文本框 233">
                  <a:extLst>
                    <a:ext uri="{FF2B5EF4-FFF2-40B4-BE49-F238E27FC236}">
                      <a16:creationId xmlns:a16="http://schemas.microsoft.com/office/drawing/2014/main" id="{2A8697E8-A396-47BA-8EC8-1C463E9F33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15529" y="2513527"/>
                  <a:ext cx="2013726" cy="631055"/>
                </a:xfrm>
                <a:prstGeom prst="rect">
                  <a:avLst/>
                </a:prstGeom>
                <a:blipFill>
                  <a:blip r:embed="rId16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37" name="矩形: 圆角 236">
              <a:extLst>
                <a:ext uri="{FF2B5EF4-FFF2-40B4-BE49-F238E27FC236}">
                  <a16:creationId xmlns:a16="http://schemas.microsoft.com/office/drawing/2014/main" id="{D67C33CB-4C33-4348-BB98-634A2E80CDBE}"/>
                </a:ext>
              </a:extLst>
            </p:cNvPr>
            <p:cNvSpPr/>
            <p:nvPr/>
          </p:nvSpPr>
          <p:spPr>
            <a:xfrm>
              <a:off x="8907095" y="3654451"/>
              <a:ext cx="1917064" cy="873680"/>
            </a:xfrm>
            <a:prstGeom prst="roundRect">
              <a:avLst/>
            </a:prstGeom>
            <a:solidFill>
              <a:srgbClr val="C9DEB3"/>
            </a:solidFill>
            <a:ln>
              <a:solidFill>
                <a:srgbClr val="6B8B5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902" dirty="0"/>
            </a:p>
          </p:txBody>
        </p:sp>
        <p:sp>
          <p:nvSpPr>
            <p:cNvPr id="238" name="文本框 237">
              <a:extLst>
                <a:ext uri="{FF2B5EF4-FFF2-40B4-BE49-F238E27FC236}">
                  <a16:creationId xmlns:a16="http://schemas.microsoft.com/office/drawing/2014/main" id="{71D47049-7C7B-4F71-BDEC-E160B42878C4}"/>
                </a:ext>
              </a:extLst>
            </p:cNvPr>
            <p:cNvSpPr txBox="1"/>
            <p:nvPr/>
          </p:nvSpPr>
          <p:spPr>
            <a:xfrm>
              <a:off x="9396844" y="3639872"/>
              <a:ext cx="957541" cy="32410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479" dirty="0">
                  <a:latin typeface="宋体" panose="02010600030101010101" pitchFamily="2" charset="-122"/>
                  <a:ea typeface="宋体" panose="02010600030101010101" pitchFamily="2" charset="-122"/>
                </a:rPr>
                <a:t>权重生成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9" name="文本框 238">
                  <a:extLst>
                    <a:ext uri="{FF2B5EF4-FFF2-40B4-BE49-F238E27FC236}">
                      <a16:creationId xmlns:a16="http://schemas.microsoft.com/office/drawing/2014/main" id="{CE11A6AE-F888-4A24-8EF5-82BF4A163D2A}"/>
                    </a:ext>
                  </a:extLst>
                </p:cNvPr>
                <p:cNvSpPr txBox="1"/>
                <p:nvPr/>
              </p:nvSpPr>
              <p:spPr>
                <a:xfrm>
                  <a:off x="8774309" y="4051777"/>
                  <a:ext cx="2118041" cy="32020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79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sz="1479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CN" sz="1479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sz="1479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=</m:t>
                        </m:r>
                        <m:r>
                          <a:rPr lang="en-US" altLang="zh-CN" sz="1479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𝑒𝑥𝑝</m:t>
                        </m:r>
                        <m:r>
                          <a:rPr lang="en-US" altLang="zh-CN" sz="1479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(</m:t>
                        </m:r>
                        <m:r>
                          <a:rPr lang="zh-CN" altLang="en-US" sz="1479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𝛽</m:t>
                        </m:r>
                        <m:r>
                          <a:rPr lang="zh-CN" altLang="en-US" sz="1479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CN" sz="1479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sz="1479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𝐷</m:t>
                            </m:r>
                          </m:e>
                          <m:sub>
                            <m:r>
                              <a:rPr lang="en-US" altLang="zh-CN" sz="1479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𝐼𝐸𝐷</m:t>
                            </m:r>
                          </m:sub>
                        </m:sSub>
                        <m:r>
                          <a:rPr lang="en-US" altLang="zh-CN" sz="1479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(</m:t>
                        </m:r>
                        <m:sSub>
                          <m:sSubPr>
                            <m:ctrlPr>
                              <a:rPr lang="en-US" altLang="zh-CN" sz="1479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sz="1479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zh-CN" sz="1479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sz="1479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))</m:t>
                        </m:r>
                      </m:oMath>
                    </m:oMathPara>
                  </a14:m>
                  <a:endParaRPr lang="zh-CN" altLang="en-US" sz="1479" dirty="0"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</mc:Choice>
          <mc:Fallback>
            <p:sp>
              <p:nvSpPr>
                <p:cNvPr id="239" name="文本框 238">
                  <a:extLst>
                    <a:ext uri="{FF2B5EF4-FFF2-40B4-BE49-F238E27FC236}">
                      <a16:creationId xmlns:a16="http://schemas.microsoft.com/office/drawing/2014/main" id="{CE11A6AE-F888-4A24-8EF5-82BF4A163D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74309" y="4051777"/>
                  <a:ext cx="2118041" cy="320200"/>
                </a:xfrm>
                <a:prstGeom prst="rect">
                  <a:avLst/>
                </a:prstGeom>
                <a:blipFill>
                  <a:blip r:embed="rId161"/>
                  <a:stretch>
                    <a:fillRect b="-1346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0" name="文本框 239">
              <a:extLst>
                <a:ext uri="{FF2B5EF4-FFF2-40B4-BE49-F238E27FC236}">
                  <a16:creationId xmlns:a16="http://schemas.microsoft.com/office/drawing/2014/main" id="{41AAC633-3053-49A5-A559-9559CE0DD1B3}"/>
                </a:ext>
              </a:extLst>
            </p:cNvPr>
            <p:cNvSpPr txBox="1"/>
            <p:nvPr/>
          </p:nvSpPr>
          <p:spPr>
            <a:xfrm>
              <a:off x="9210395" y="1820241"/>
              <a:ext cx="1345417" cy="2914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268" dirty="0">
                  <a:latin typeface="宋体" panose="02010600030101010101" pitchFamily="2" charset="-122"/>
                  <a:ea typeface="宋体" panose="02010600030101010101" pitchFamily="2" charset="-122"/>
                </a:rPr>
                <a:t>损失与权重模块</a:t>
              </a:r>
            </a:p>
          </p:txBody>
        </p:sp>
        <p:sp>
          <p:nvSpPr>
            <p:cNvPr id="241" name="箭头: 右 240">
              <a:extLst>
                <a:ext uri="{FF2B5EF4-FFF2-40B4-BE49-F238E27FC236}">
                  <a16:creationId xmlns:a16="http://schemas.microsoft.com/office/drawing/2014/main" id="{ACBC43CB-B147-45D0-818E-DAB65629CCE0}"/>
                </a:ext>
              </a:extLst>
            </p:cNvPr>
            <p:cNvSpPr/>
            <p:nvPr/>
          </p:nvSpPr>
          <p:spPr>
            <a:xfrm rot="16200000">
              <a:off x="9586298" y="3302441"/>
              <a:ext cx="508635" cy="163090"/>
            </a:xfrm>
            <a:prstGeom prst="rightArrow">
              <a:avLst/>
            </a:prstGeom>
            <a:solidFill>
              <a:srgbClr val="8FB27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902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2" name="文本框 241">
                  <a:extLst>
                    <a:ext uri="{FF2B5EF4-FFF2-40B4-BE49-F238E27FC236}">
                      <a16:creationId xmlns:a16="http://schemas.microsoft.com/office/drawing/2014/main" id="{5ECD82F4-05FA-4DD7-B726-96190AB6EBE8}"/>
                    </a:ext>
                  </a:extLst>
                </p:cNvPr>
                <p:cNvSpPr txBox="1"/>
                <p:nvPr/>
              </p:nvSpPr>
              <p:spPr>
                <a:xfrm>
                  <a:off x="9823009" y="3225537"/>
                  <a:ext cx="622551" cy="2818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268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权重</a:t>
                  </a:r>
                  <a14:m>
                    <m:oMath xmlns:m="http://schemas.openxmlformats.org/officeDocument/2006/math">
                      <m:r>
                        <a:rPr lang="en-US" altLang="zh-CN" sz="1268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𝑤</m:t>
                      </m:r>
                    </m:oMath>
                  </a14:m>
                  <a:endParaRPr lang="zh-CN" altLang="en-US" sz="1268" dirty="0"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</mc:Choice>
          <mc:Fallback>
            <p:sp>
              <p:nvSpPr>
                <p:cNvPr id="242" name="文本框 241">
                  <a:extLst>
                    <a:ext uri="{FF2B5EF4-FFF2-40B4-BE49-F238E27FC236}">
                      <a16:creationId xmlns:a16="http://schemas.microsoft.com/office/drawing/2014/main" id="{5ECD82F4-05FA-4DD7-B726-96190AB6EB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23009" y="3225537"/>
                  <a:ext cx="622551" cy="281831"/>
                </a:xfrm>
                <a:prstGeom prst="rect">
                  <a:avLst/>
                </a:prstGeom>
                <a:blipFill>
                  <a:blip r:embed="rId162"/>
                  <a:stretch>
                    <a:fillRect l="-971" t="-2174" b="-1956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4" name="箭头: 直角上 93">
              <a:extLst>
                <a:ext uri="{FF2B5EF4-FFF2-40B4-BE49-F238E27FC236}">
                  <a16:creationId xmlns:a16="http://schemas.microsoft.com/office/drawing/2014/main" id="{D4D8CB70-4005-4644-A357-8622DF49198C}"/>
                </a:ext>
              </a:extLst>
            </p:cNvPr>
            <p:cNvSpPr/>
            <p:nvPr/>
          </p:nvSpPr>
          <p:spPr>
            <a:xfrm>
              <a:off x="8487392" y="4665292"/>
              <a:ext cx="1558694" cy="549507"/>
            </a:xfrm>
            <a:prstGeom prst="bentUpArrow">
              <a:avLst/>
            </a:prstGeom>
            <a:solidFill>
              <a:srgbClr val="7236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902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3" name="文本框 242">
                  <a:extLst>
                    <a:ext uri="{FF2B5EF4-FFF2-40B4-BE49-F238E27FC236}">
                      <a16:creationId xmlns:a16="http://schemas.microsoft.com/office/drawing/2014/main" id="{E35A98CF-8123-44A9-9DE7-E8F0F0901468}"/>
                    </a:ext>
                  </a:extLst>
                </p:cNvPr>
                <p:cNvSpPr txBox="1"/>
                <p:nvPr/>
              </p:nvSpPr>
              <p:spPr>
                <a:xfrm>
                  <a:off x="8668708" y="4798054"/>
                  <a:ext cx="850755" cy="2878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268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稀缺度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26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sz="126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𝐷</m:t>
                          </m:r>
                        </m:e>
                        <m:sub>
                          <m:r>
                            <a:rPr lang="en-US" altLang="zh-CN" sz="126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𝑧</m:t>
                          </m:r>
                        </m:sub>
                      </m:sSub>
                    </m:oMath>
                  </a14:m>
                  <a:endParaRPr lang="zh-CN" altLang="en-US" sz="1268" dirty="0"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</mc:Choice>
          <mc:Fallback>
            <p:sp>
              <p:nvSpPr>
                <p:cNvPr id="243" name="文本框 242">
                  <a:extLst>
                    <a:ext uri="{FF2B5EF4-FFF2-40B4-BE49-F238E27FC236}">
                      <a16:creationId xmlns:a16="http://schemas.microsoft.com/office/drawing/2014/main" id="{E35A98CF-8123-44A9-9DE7-E8F0F09014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68708" y="4798054"/>
                  <a:ext cx="850755" cy="287817"/>
                </a:xfrm>
                <a:prstGeom prst="rect">
                  <a:avLst/>
                </a:prstGeom>
                <a:blipFill>
                  <a:blip r:embed="rId163"/>
                  <a:stretch>
                    <a:fillRect l="-714" t="-2128" b="-1702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2" name="连接符: 肘形 111">
              <a:extLst>
                <a:ext uri="{FF2B5EF4-FFF2-40B4-BE49-F238E27FC236}">
                  <a16:creationId xmlns:a16="http://schemas.microsoft.com/office/drawing/2014/main" id="{77BE6ED7-BEDF-49B9-A3BD-83CB3EE83E29}"/>
                </a:ext>
              </a:extLst>
            </p:cNvPr>
            <p:cNvCxnSpPr>
              <a:cxnSpLocks/>
              <a:stCxn id="66" idx="3"/>
              <a:endCxn id="139" idx="2"/>
            </p:cNvCxnSpPr>
            <p:nvPr/>
          </p:nvCxnSpPr>
          <p:spPr>
            <a:xfrm flipH="1">
              <a:off x="1842280" y="3246786"/>
              <a:ext cx="9073446" cy="3095193"/>
            </a:xfrm>
            <a:prstGeom prst="bentConnector4">
              <a:avLst>
                <a:gd name="adj1" fmla="val -2519"/>
                <a:gd name="adj2" fmla="val 114120"/>
              </a:avLst>
            </a:prstGeom>
            <a:ln w="25400">
              <a:solidFill>
                <a:srgbClr val="A43535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7" name="文本框 246">
              <a:extLst>
                <a:ext uri="{FF2B5EF4-FFF2-40B4-BE49-F238E27FC236}">
                  <a16:creationId xmlns:a16="http://schemas.microsoft.com/office/drawing/2014/main" id="{ED827FB1-4119-4759-A6C1-2E10BA960ECA}"/>
                </a:ext>
              </a:extLst>
            </p:cNvPr>
            <p:cNvSpPr txBox="1"/>
            <p:nvPr/>
          </p:nvSpPr>
          <p:spPr>
            <a:xfrm>
              <a:off x="9296769" y="6448035"/>
              <a:ext cx="1675030" cy="2914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268" dirty="0">
                  <a:latin typeface="宋体" panose="02010600030101010101" pitchFamily="2" charset="-122"/>
                  <a:ea typeface="宋体" panose="02010600030101010101" pitchFamily="2" charset="-122"/>
                </a:rPr>
                <a:t>模型优化：反向传播</a:t>
              </a:r>
            </a:p>
          </p:txBody>
        </p:sp>
        <p:pic>
          <p:nvPicPr>
            <p:cNvPr id="249" name="图片 248">
              <a:extLst>
                <a:ext uri="{FF2B5EF4-FFF2-40B4-BE49-F238E27FC236}">
                  <a16:creationId xmlns:a16="http://schemas.microsoft.com/office/drawing/2014/main" id="{0590194A-505F-49ED-8455-950ABD4DDE57}"/>
                </a:ext>
              </a:extLst>
            </p:cNvPr>
            <p:cNvPicPr>
              <a:picLocks noChangeAspect="1"/>
            </p:cNvPicPr>
            <p:nvPr/>
          </p:nvPicPr>
          <p:blipFill>
            <a:blip r:embed="rId16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04088" y="214643"/>
              <a:ext cx="4818879" cy="3317041"/>
            </a:xfrm>
            <a:prstGeom prst="rect">
              <a:avLst/>
            </a:prstGeom>
          </p:spPr>
        </p:pic>
        <p:sp>
          <p:nvSpPr>
            <p:cNvPr id="170" name="箭头: 右 169">
              <a:extLst>
                <a:ext uri="{FF2B5EF4-FFF2-40B4-BE49-F238E27FC236}">
                  <a16:creationId xmlns:a16="http://schemas.microsoft.com/office/drawing/2014/main" id="{CB8F5382-37F0-4AD0-8D5B-2FFE4322889E}"/>
                </a:ext>
              </a:extLst>
            </p:cNvPr>
            <p:cNvSpPr/>
            <p:nvPr/>
          </p:nvSpPr>
          <p:spPr>
            <a:xfrm rot="5400000">
              <a:off x="1785827" y="860211"/>
              <a:ext cx="286971" cy="212260"/>
            </a:xfrm>
            <a:prstGeom prst="rightArrow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902"/>
            </a:p>
          </p:txBody>
        </p:sp>
        <p:sp>
          <p:nvSpPr>
            <p:cNvPr id="174" name="圆角矩形 15">
              <a:extLst>
                <a:ext uri="{FF2B5EF4-FFF2-40B4-BE49-F238E27FC236}">
                  <a16:creationId xmlns:a16="http://schemas.microsoft.com/office/drawing/2014/main" id="{614845B4-B64F-46E2-9506-DB5232E238F1}"/>
                </a:ext>
              </a:extLst>
            </p:cNvPr>
            <p:cNvSpPr/>
            <p:nvPr/>
          </p:nvSpPr>
          <p:spPr>
            <a:xfrm>
              <a:off x="796395" y="1109827"/>
              <a:ext cx="2136771" cy="490966"/>
            </a:xfrm>
            <a:prstGeom prst="roundRect">
              <a:avLst>
                <a:gd name="adj" fmla="val 24586"/>
              </a:avLst>
            </a:prstGeom>
            <a:solidFill>
              <a:srgbClr val="408AA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68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数据预处理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2891476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08.45,&quot;left&quot;:297.65,&quot;top&quot;:57,&quot;width&quot;:270.2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08.45,&quot;left&quot;:297.65,&quot;top&quot;:57,&quot;width&quot;:270.2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08.45,&quot;left&quot;:297.65,&quot;top&quot;:57,&quot;width&quot;:270.2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08.45,&quot;left&quot;:297.65,&quot;top&quot;:57,&quot;width&quot;:270.2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08.45,&quot;left&quot;:297.65,&quot;top&quot;:57,&quot;width&quot;:270.2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08.45,&quot;left&quot;:297.65,&quot;top&quot;:57,&quot;width&quot;:270.2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08.45,&quot;left&quot;:297.65,&quot;top&quot;:57,&quot;width&quot;:270.2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08.45,&quot;left&quot;:297.65,&quot;top&quot;:57,&quot;width&quot;:270.2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08.45,&quot;left&quot;:297.65,&quot;top&quot;:57,&quot;width&quot;:270.2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08.45,&quot;left&quot;:297.65,&quot;top&quot;:57,&quot;width&quot;:270.2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08.45,&quot;left&quot;:297.65,&quot;top&quot;:57,&quot;width&quot;:270.2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08.45,&quot;left&quot;:297.65,&quot;top&quot;:57,&quot;width&quot;:270.2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08.45,&quot;left&quot;:297.65,&quot;top&quot;:57,&quot;width&quot;:270.2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08.45,&quot;left&quot;:297.65,&quot;top&quot;:57,&quot;width&quot;:270.2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08.45,&quot;left&quot;:297.65,&quot;top&quot;:57,&quot;width&quot;:270.2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08.45,&quot;left&quot;:297.65,&quot;top&quot;:57,&quot;width&quot;:270.2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08.45,&quot;left&quot;:297.65,&quot;top&quot;:57,&quot;width&quot;:270.2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08.45,&quot;left&quot;:297.65,&quot;top&quot;:57,&quot;width&quot;:270.2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08.45,&quot;left&quot;:297.65,&quot;top&quot;:57,&quot;width&quot;:270.2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08.45,&quot;left&quot;:297.65,&quot;top&quot;:57,&quot;width&quot;:270.2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08.45,&quot;left&quot;:297.65,&quot;top&quot;:57,&quot;width&quot;:270.2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08.45,&quot;left&quot;:297.65,&quot;top&quot;:57,&quot;width&quot;:270.2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08.45,&quot;left&quot;:297.65,&quot;top&quot;:57,&quot;width&quot;:270.2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08.45,&quot;left&quot;:297.65,&quot;top&quot;:57,&quot;width&quot;:270.2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08.45,&quot;left&quot;:297.65,&quot;top&quot;:57,&quot;width&quot;:270.2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08.45,&quot;left&quot;:297.65,&quot;top&quot;:57,&quot;width&quot;:270.2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08.45,&quot;left&quot;:297.65,&quot;top&quot;:57,&quot;width&quot;:270.2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08.45,&quot;left&quot;:297.65,&quot;top&quot;:57,&quot;width&quot;:270.2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08.45,&quot;left&quot;:297.65,&quot;top&quot;:57,&quot;width&quot;:270.2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08.45,&quot;left&quot;:297.65,&quot;top&quot;:57,&quot;width&quot;:270.2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08.45,&quot;left&quot;:297.65,&quot;top&quot;:57,&quot;width&quot;:270.2}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08.45,&quot;left&quot;:297.65,&quot;top&quot;:57,&quot;width&quot;:270.2}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08.45,&quot;left&quot;:297.65,&quot;top&quot;:57,&quot;width&quot;:270.2}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08.45,&quot;left&quot;:297.65,&quot;top&quot;:57,&quot;width&quot;:270.2}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08.45,&quot;left&quot;:297.65,&quot;top&quot;:57,&quot;width&quot;:270.2}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08.45,&quot;left&quot;:297.65,&quot;top&quot;:57,&quot;width&quot;:270.2}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08.45,&quot;left&quot;:297.65,&quot;top&quot;:57,&quot;width&quot;:270.2}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08.45,&quot;left&quot;:297.65,&quot;top&quot;:57,&quot;width&quot;:270.2}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08.45,&quot;left&quot;:297.65,&quot;top&quot;:57,&quot;width&quot;:270.2}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08.45,&quot;left&quot;:297.65,&quot;top&quot;:57,&quot;width&quot;:270.2}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08.45,&quot;left&quot;:297.65,&quot;top&quot;:57,&quot;width&quot;:270.2}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08.45,&quot;left&quot;:297.65,&quot;top&quot;:57,&quot;width&quot;:270.2}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08.45,&quot;left&quot;:297.65,&quot;top&quot;:57,&quot;width&quot;:270.2}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08.45,&quot;left&quot;:297.65,&quot;top&quot;:57,&quot;width&quot;:270.2}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08.45,&quot;left&quot;:297.65,&quot;top&quot;:57,&quot;width&quot;:270.2}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08.45,&quot;left&quot;:297.65,&quot;top&quot;:57,&quot;width&quot;:270.2}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08.45,&quot;left&quot;:297.65,&quot;top&quot;:57,&quot;width&quot;:270.2}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08.45,&quot;left&quot;:297.65,&quot;top&quot;:57,&quot;width&quot;:270.2}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08.45,&quot;left&quot;:297.65,&quot;top&quot;:57,&quot;width&quot;:270.2}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08.45,&quot;left&quot;:297.65,&quot;top&quot;:57,&quot;width&quot;:270.2}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08.45,&quot;left&quot;:297.65,&quot;top&quot;:57,&quot;width&quot;:270.2}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08.45,&quot;left&quot;:297.65,&quot;top&quot;:57,&quot;width&quot;:270.2}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08.45,&quot;left&quot;:297.65,&quot;top&quot;:57,&quot;width&quot;:270.2}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08.45,&quot;left&quot;:297.65,&quot;top&quot;:57,&quot;width&quot;:270.2}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08.45,&quot;left&quot;:297.65,&quot;top&quot;:57,&quot;width&quot;:270.2}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08.45,&quot;left&quot;:297.65,&quot;top&quot;:57,&quot;width&quot;:270.2}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08.45,&quot;left&quot;:297.65,&quot;top&quot;:57,&quot;width&quot;:270.2}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08.45,&quot;left&quot;:297.65,&quot;top&quot;:57,&quot;width&quot;:270.2}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08.45,&quot;left&quot;:297.65,&quot;top&quot;:57,&quot;width&quot;:270.2}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08.45,&quot;left&quot;:297.65,&quot;top&quot;:57,&quot;width&quot;:270.2}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8.45,&quot;left&quot;:297.65,&quot;top&quot;:57,&quot;width&quot;:270.2}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08.45,&quot;left&quot;:297.65,&quot;top&quot;:57,&quot;width&quot;:270.2}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308.45,&quot;left&quot;:297.65,&quot;top&quot;:57,&quot;width&quot;:270.2}"/>
</p:tagLst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1771</TotalTime>
  <Words>112</Words>
  <Application>Microsoft Office PowerPoint</Application>
  <PresentationFormat>自定义</PresentationFormat>
  <Paragraphs>59</Paragraphs>
  <Slides>1</Slides>
  <Notes>1</Notes>
  <HiddenSlides>0</HiddenSlides>
  <MMClips>0</MMClips>
  <ScaleCrop>false</ScaleCrop>
  <HeadingPairs>
    <vt:vector size="8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0" baseType="lpstr">
      <vt:lpstr>等线</vt:lpstr>
      <vt:lpstr>宋体</vt:lpstr>
      <vt:lpstr>Arial</vt:lpstr>
      <vt:lpstr>Calibri</vt:lpstr>
      <vt:lpstr>Calibri Light</vt:lpstr>
      <vt:lpstr>Cambria Math</vt:lpstr>
      <vt:lpstr>Times New Roman</vt:lpstr>
      <vt:lpstr>Office 主题​​</vt:lpstr>
      <vt:lpstr>Equation.KSEE3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羲 王</dc:creator>
  <cp:lastModifiedBy>羲 王</cp:lastModifiedBy>
  <cp:revision>37</cp:revision>
  <dcterms:created xsi:type="dcterms:W3CDTF">2026-01-28T04:30:52Z</dcterms:created>
  <dcterms:modified xsi:type="dcterms:W3CDTF">2026-03-04T12:14:44Z</dcterms:modified>
</cp:coreProperties>
</file>