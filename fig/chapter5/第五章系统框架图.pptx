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48017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97CA"/>
    <a:srgbClr val="F1E2A0"/>
    <a:srgbClr val="FADDEC"/>
    <a:srgbClr val="FFCCCC"/>
    <a:srgbClr val="FFE6E6"/>
    <a:srgbClr val="D3D3F6"/>
    <a:srgbClr val="D8F5F5"/>
    <a:srgbClr val="FADDD8"/>
    <a:srgbClr val="E7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241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1001553"/>
            <a:ext cx="5508149" cy="2130602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3214319"/>
            <a:ext cx="4860131" cy="1477538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D3C1-6DED-4D92-A071-E0E7C825E60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BEC1-AE3E-4013-B4BD-AD4851EFE7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69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D3C1-6DED-4D92-A071-E0E7C825E60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BEC1-AE3E-4013-B4BD-AD4851EFE7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16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525705"/>
            <a:ext cx="5589151" cy="2545672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4095460"/>
            <a:ext cx="5589151" cy="1338709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/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D3C1-6DED-4D92-A071-E0E7C825E60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BEC1-AE3E-4013-B4BD-AD4851EFE7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35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629117"/>
            <a:ext cx="2754074" cy="3882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629117"/>
            <a:ext cx="2754074" cy="3882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D3C1-6DED-4D92-A071-E0E7C825E60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BEC1-AE3E-4013-B4BD-AD4851EFE7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36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25825"/>
            <a:ext cx="5589151" cy="1182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500205"/>
            <a:ext cx="2741417" cy="735227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2235432"/>
            <a:ext cx="2741417" cy="3287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500205"/>
            <a:ext cx="2754918" cy="735227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2235432"/>
            <a:ext cx="2754918" cy="3287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D3C1-6DED-4D92-A071-E0E7C825E60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BEC1-AE3E-4013-B4BD-AD4851EFE7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929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D3C1-6DED-4D92-A071-E0E7C825E60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BEC1-AE3E-4013-B4BD-AD4851EFE7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18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D3C1-6DED-4D92-A071-E0E7C825E60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BEC1-AE3E-4013-B4BD-AD4851EFE7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8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07988"/>
            <a:ext cx="2090025" cy="142795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881141"/>
            <a:ext cx="3280589" cy="4349034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835944"/>
            <a:ext cx="2090025" cy="3401313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D3C1-6DED-4D92-A071-E0E7C825E60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BEC1-AE3E-4013-B4BD-AD4851EFE7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89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07988"/>
            <a:ext cx="2090025" cy="142795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881141"/>
            <a:ext cx="3280589" cy="4349034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835944"/>
            <a:ext cx="2090025" cy="3401313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D3C1-6DED-4D92-A071-E0E7C825E60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BEC1-AE3E-4013-B4BD-AD4851EFE7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960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D3C1-6DED-4D92-A071-E0E7C825E60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BEC1-AE3E-4013-B4BD-AD4851EFE7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958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325823"/>
            <a:ext cx="1397288" cy="518625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325823"/>
            <a:ext cx="4110861" cy="518625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DD3C1-6DED-4D92-A071-E0E7C825E60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7BEC1-AE3E-4013-B4BD-AD4851EFE7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939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325825"/>
            <a:ext cx="5589151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629117"/>
            <a:ext cx="5589151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5672162"/>
            <a:ext cx="1458039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DD3C1-6DED-4D92-A071-E0E7C825E60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5672162"/>
            <a:ext cx="2187059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5672162"/>
            <a:ext cx="1458039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7BEC1-AE3E-4013-B4BD-AD4851EFE7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734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967133F-3188-49BA-89E1-C647CD2762DA}"/>
              </a:ext>
            </a:extLst>
          </p:cNvPr>
          <p:cNvSpPr/>
          <p:nvPr/>
        </p:nvSpPr>
        <p:spPr>
          <a:xfrm>
            <a:off x="39985" y="11113"/>
            <a:ext cx="6419850" cy="6108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46188A-82FB-4055-AB2A-E1F75ECEA918}"/>
              </a:ext>
            </a:extLst>
          </p:cNvPr>
          <p:cNvSpPr/>
          <p:nvPr/>
        </p:nvSpPr>
        <p:spPr>
          <a:xfrm>
            <a:off x="195560" y="385762"/>
            <a:ext cx="6108700" cy="1494225"/>
          </a:xfrm>
          <a:prstGeom prst="rect">
            <a:avLst/>
          </a:prstGeom>
          <a:solidFill>
            <a:srgbClr val="E7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832735-D44B-4DEA-BF6C-351F71D7D9DD}"/>
              </a:ext>
            </a:extLst>
          </p:cNvPr>
          <p:cNvSpPr txBox="1"/>
          <p:nvPr/>
        </p:nvSpPr>
        <p:spPr>
          <a:xfrm>
            <a:off x="195560" y="596513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应用表现层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471AF0-0390-4509-AF18-5BF2D5F58552}"/>
              </a:ext>
            </a:extLst>
          </p:cNvPr>
          <p:cNvSpPr/>
          <p:nvPr/>
        </p:nvSpPr>
        <p:spPr>
          <a:xfrm>
            <a:off x="1305242" y="587762"/>
            <a:ext cx="707009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Html</a:t>
            </a:r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813305-6516-4878-9AC2-9C8E5D80719B}"/>
              </a:ext>
            </a:extLst>
          </p:cNvPr>
          <p:cNvSpPr/>
          <p:nvPr/>
        </p:nvSpPr>
        <p:spPr>
          <a:xfrm>
            <a:off x="2339819" y="587762"/>
            <a:ext cx="707009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CSS</a:t>
            </a:r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9E6F0F-7918-463B-9752-3A27DB783BE8}"/>
              </a:ext>
            </a:extLst>
          </p:cNvPr>
          <p:cNvSpPr/>
          <p:nvPr/>
        </p:nvSpPr>
        <p:spPr>
          <a:xfrm>
            <a:off x="3374396" y="596513"/>
            <a:ext cx="707009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Vue</a:t>
            </a:r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94AB9A-0FCB-4020-860F-945140401C7C}"/>
              </a:ext>
            </a:extLst>
          </p:cNvPr>
          <p:cNvSpPr/>
          <p:nvPr/>
        </p:nvSpPr>
        <p:spPr>
          <a:xfrm>
            <a:off x="4408973" y="587762"/>
            <a:ext cx="782114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ECharts</a:t>
            </a:r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098161-C08C-41FB-B812-C25159C0BCBF}"/>
              </a:ext>
            </a:extLst>
          </p:cNvPr>
          <p:cNvSpPr/>
          <p:nvPr/>
        </p:nvSpPr>
        <p:spPr>
          <a:xfrm>
            <a:off x="1358599" y="1451188"/>
            <a:ext cx="1108007" cy="290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模板引擎渲染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BFBB7C-0320-4436-81AA-15D42E34EEA9}"/>
              </a:ext>
            </a:extLst>
          </p:cNvPr>
          <p:cNvSpPr/>
          <p:nvPr/>
        </p:nvSpPr>
        <p:spPr>
          <a:xfrm>
            <a:off x="3762766" y="1451188"/>
            <a:ext cx="800219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Post</a:t>
            </a:r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B5E642-1844-45E7-94F8-2D4570330B75}"/>
              </a:ext>
            </a:extLst>
          </p:cNvPr>
          <p:cNvSpPr/>
          <p:nvPr/>
        </p:nvSpPr>
        <p:spPr>
          <a:xfrm>
            <a:off x="4890784" y="1451188"/>
            <a:ext cx="800219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</a:t>
            </a:r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E2ABF2F-8E8F-4269-90AC-2DAFBB44A437}"/>
              </a:ext>
            </a:extLst>
          </p:cNvPr>
          <p:cNvSpPr/>
          <p:nvPr/>
        </p:nvSpPr>
        <p:spPr>
          <a:xfrm>
            <a:off x="195559" y="2166163"/>
            <a:ext cx="5133976" cy="1112293"/>
          </a:xfrm>
          <a:prstGeom prst="rect">
            <a:avLst/>
          </a:prstGeom>
          <a:solidFill>
            <a:srgbClr val="D8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FF3AAF6-8B07-4ABB-8440-D04BE301D88B}"/>
              </a:ext>
            </a:extLst>
          </p:cNvPr>
          <p:cNvSpPr txBox="1"/>
          <p:nvPr/>
        </p:nvSpPr>
        <p:spPr>
          <a:xfrm>
            <a:off x="190617" y="258380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业务层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D9D5D26-E356-4982-AB8F-F365A18998E7}"/>
              </a:ext>
            </a:extLst>
          </p:cNvPr>
          <p:cNvSpPr/>
          <p:nvPr/>
        </p:nvSpPr>
        <p:spPr>
          <a:xfrm>
            <a:off x="1149668" y="2290795"/>
            <a:ext cx="862584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登录注册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661E61C-BA70-49B4-B93F-68F9F7643C9C}"/>
              </a:ext>
            </a:extLst>
          </p:cNvPr>
          <p:cNvSpPr/>
          <p:nvPr/>
        </p:nvSpPr>
        <p:spPr>
          <a:xfrm>
            <a:off x="1149668" y="2870159"/>
            <a:ext cx="862584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流量分析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BA1971D-583C-469D-AE1E-B5288BD6F1CF}"/>
              </a:ext>
            </a:extLst>
          </p:cNvPr>
          <p:cNvSpPr/>
          <p:nvPr/>
        </p:nvSpPr>
        <p:spPr>
          <a:xfrm>
            <a:off x="2322957" y="2288881"/>
            <a:ext cx="1123281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用户信息管理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92D77D7-FCE6-4FFA-BBA1-A9B052D76F6D}"/>
              </a:ext>
            </a:extLst>
          </p:cNvPr>
          <p:cNvSpPr/>
          <p:nvPr/>
        </p:nvSpPr>
        <p:spPr>
          <a:xfrm>
            <a:off x="2322957" y="2863380"/>
            <a:ext cx="1123281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流量统计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96C3268-8267-4A9D-B4E2-6BA8AAC170AF}"/>
              </a:ext>
            </a:extLst>
          </p:cNvPr>
          <p:cNvSpPr/>
          <p:nvPr/>
        </p:nvSpPr>
        <p:spPr>
          <a:xfrm>
            <a:off x="3762766" y="2288881"/>
            <a:ext cx="795765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流量管理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45CCF8A-2F17-4681-B711-711C16034D7F}"/>
              </a:ext>
            </a:extLst>
          </p:cNvPr>
          <p:cNvSpPr/>
          <p:nvPr/>
        </p:nvSpPr>
        <p:spPr>
          <a:xfrm>
            <a:off x="3762766" y="2855231"/>
            <a:ext cx="795765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流量查询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C13F0C1-611B-48E7-9349-8EE193CE2718}"/>
              </a:ext>
            </a:extLst>
          </p:cNvPr>
          <p:cNvGrpSpPr/>
          <p:nvPr/>
        </p:nvGrpSpPr>
        <p:grpSpPr>
          <a:xfrm>
            <a:off x="195559" y="4197865"/>
            <a:ext cx="5133976" cy="584891"/>
            <a:chOff x="6980199" y="5834959"/>
            <a:chExt cx="5133976" cy="584891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38C7C6E-853E-4E38-8637-7CE1EDAE3591}"/>
                </a:ext>
              </a:extLst>
            </p:cNvPr>
            <p:cNvSpPr/>
            <p:nvPr/>
          </p:nvSpPr>
          <p:spPr>
            <a:xfrm>
              <a:off x="6980199" y="5834959"/>
              <a:ext cx="5133976" cy="584891"/>
            </a:xfrm>
            <a:prstGeom prst="rect">
              <a:avLst/>
            </a:prstGeom>
            <a:solidFill>
              <a:srgbClr val="D3D3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00D62D96-7059-46EB-948B-7C8F6F96F91D}"/>
                </a:ext>
              </a:extLst>
            </p:cNvPr>
            <p:cNvSpPr txBox="1"/>
            <p:nvPr/>
          </p:nvSpPr>
          <p:spPr>
            <a:xfrm>
              <a:off x="6980199" y="5982210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数据层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5245BC36-6E7F-4A51-A04A-D136E5049975}"/>
                </a:ext>
              </a:extLst>
            </p:cNvPr>
            <p:cNvSpPr/>
            <p:nvPr/>
          </p:nvSpPr>
          <p:spPr>
            <a:xfrm>
              <a:off x="7662947" y="5977833"/>
              <a:ext cx="707009" cy="2857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事务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F64BEEEA-E84A-4E2B-A673-8AFE30AF4317}"/>
                </a:ext>
              </a:extLst>
            </p:cNvPr>
            <p:cNvSpPr/>
            <p:nvPr/>
          </p:nvSpPr>
          <p:spPr>
            <a:xfrm>
              <a:off x="8533651" y="5977833"/>
              <a:ext cx="954752" cy="2857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读写数据库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5731CFF-17C0-411E-AEFF-BA3F62F8930E}"/>
                </a:ext>
              </a:extLst>
            </p:cNvPr>
            <p:cNvSpPr/>
            <p:nvPr/>
          </p:nvSpPr>
          <p:spPr>
            <a:xfrm>
              <a:off x="9652098" y="5977833"/>
              <a:ext cx="1241370" cy="2857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ElasticSearch</a:t>
              </a:r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2492EFE-7271-499F-BEF3-00044AF85B1D}"/>
                </a:ext>
              </a:extLst>
            </p:cNvPr>
            <p:cNvSpPr/>
            <p:nvPr/>
          </p:nvSpPr>
          <p:spPr>
            <a:xfrm>
              <a:off x="11057163" y="5977833"/>
              <a:ext cx="945443" cy="2857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Kafka</a:t>
              </a:r>
              <a:r>
                <a:rPr lang="zh-CN" altLang="en-US" sz="12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集群</a:t>
              </a: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4127CC8B-3703-468B-86C7-2BF591F45D3E}"/>
              </a:ext>
            </a:extLst>
          </p:cNvPr>
          <p:cNvSpPr/>
          <p:nvPr/>
        </p:nvSpPr>
        <p:spPr>
          <a:xfrm>
            <a:off x="193088" y="3412349"/>
            <a:ext cx="5138918" cy="58935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0709153-77A3-4DB6-857C-38E301A9E58C}"/>
              </a:ext>
            </a:extLst>
          </p:cNvPr>
          <p:cNvSpPr txBox="1"/>
          <p:nvPr/>
        </p:nvSpPr>
        <p:spPr>
          <a:xfrm>
            <a:off x="190616" y="3540084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分析检测层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3B3B5B7-84A8-44C9-84A6-92917F96F06A}"/>
              </a:ext>
            </a:extLst>
          </p:cNvPr>
          <p:cNvSpPr/>
          <p:nvPr/>
        </p:nvSpPr>
        <p:spPr>
          <a:xfrm>
            <a:off x="1144723" y="3535708"/>
            <a:ext cx="964035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数据预处理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E8BF990-D497-4595-A0DF-DBE69B1DDC13}"/>
              </a:ext>
            </a:extLst>
          </p:cNvPr>
          <p:cNvSpPr/>
          <p:nvPr/>
        </p:nvSpPr>
        <p:spPr>
          <a:xfrm>
            <a:off x="2339818" y="3535708"/>
            <a:ext cx="1073278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IED-WPAT</a:t>
            </a:r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30092A4-761B-4590-9076-6E8D006AF21F}"/>
              </a:ext>
            </a:extLst>
          </p:cNvPr>
          <p:cNvSpPr/>
          <p:nvPr/>
        </p:nvSpPr>
        <p:spPr>
          <a:xfrm>
            <a:off x="3569720" y="3539775"/>
            <a:ext cx="1492779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MaskTST</a:t>
            </a:r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多中心聚类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2C69848-562B-40F9-82E6-83341736773A}"/>
              </a:ext>
            </a:extLst>
          </p:cNvPr>
          <p:cNvSpPr/>
          <p:nvPr/>
        </p:nvSpPr>
        <p:spPr>
          <a:xfrm>
            <a:off x="195558" y="5063533"/>
            <a:ext cx="6108700" cy="881495"/>
          </a:xfrm>
          <a:prstGeom prst="rect">
            <a:avLst/>
          </a:prstGeom>
          <a:solidFill>
            <a:srgbClr val="FADD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B98F292-5626-43A7-8DBC-D0FD28D4CB87}"/>
              </a:ext>
            </a:extLst>
          </p:cNvPr>
          <p:cNvSpPr txBox="1"/>
          <p:nvPr/>
        </p:nvSpPr>
        <p:spPr>
          <a:xfrm>
            <a:off x="190615" y="532163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数据库</a:t>
            </a:r>
          </a:p>
        </p:txBody>
      </p:sp>
      <p:sp>
        <p:nvSpPr>
          <p:cNvPr id="48" name="流程图: 磁盘 47">
            <a:extLst>
              <a:ext uri="{FF2B5EF4-FFF2-40B4-BE49-F238E27FC236}">
                <a16:creationId xmlns:a16="http://schemas.microsoft.com/office/drawing/2014/main" id="{A22EAEFD-84A7-4949-AEC8-29D37A127CC2}"/>
              </a:ext>
            </a:extLst>
          </p:cNvPr>
          <p:cNvSpPr/>
          <p:nvPr/>
        </p:nvSpPr>
        <p:spPr>
          <a:xfrm>
            <a:off x="1705344" y="5179894"/>
            <a:ext cx="914400" cy="612648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流程图: 磁盘 48">
            <a:extLst>
              <a:ext uri="{FF2B5EF4-FFF2-40B4-BE49-F238E27FC236}">
                <a16:creationId xmlns:a16="http://schemas.microsoft.com/office/drawing/2014/main" id="{722D832C-E61B-4ACB-B5C3-94BE8F6473A4}"/>
              </a:ext>
            </a:extLst>
          </p:cNvPr>
          <p:cNvSpPr/>
          <p:nvPr/>
        </p:nvSpPr>
        <p:spPr>
          <a:xfrm>
            <a:off x="3488143" y="5197956"/>
            <a:ext cx="914400" cy="612648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BB79671-E783-4108-8011-890A1C3C7132}"/>
              </a:ext>
            </a:extLst>
          </p:cNvPr>
          <p:cNvSpPr txBox="1"/>
          <p:nvPr/>
        </p:nvSpPr>
        <p:spPr>
          <a:xfrm>
            <a:off x="1835852" y="5436334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MySQL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69BFABE-9C50-4585-96C8-B36E6D3A8030}"/>
              </a:ext>
            </a:extLst>
          </p:cNvPr>
          <p:cNvSpPr/>
          <p:nvPr/>
        </p:nvSpPr>
        <p:spPr>
          <a:xfrm>
            <a:off x="3591838" y="5449191"/>
            <a:ext cx="707009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Redis</a:t>
            </a:r>
            <a:endParaRPr lang="zh-CN" altLang="en-US" sz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98C7CD57-8BCF-43EC-B11F-7C4A67BD9CDA}"/>
              </a:ext>
            </a:extLst>
          </p:cNvPr>
          <p:cNvCxnSpPr>
            <a:cxnSpLocks/>
          </p:cNvCxnSpPr>
          <p:nvPr/>
        </p:nvCxnSpPr>
        <p:spPr>
          <a:xfrm>
            <a:off x="1247070" y="1884363"/>
            <a:ext cx="0" cy="281800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31C99EC1-ED7B-4624-948A-ECECF851D938}"/>
              </a:ext>
            </a:extLst>
          </p:cNvPr>
          <p:cNvCxnSpPr>
            <a:cxnSpLocks/>
          </p:cNvCxnSpPr>
          <p:nvPr/>
        </p:nvCxnSpPr>
        <p:spPr>
          <a:xfrm>
            <a:off x="4011429" y="1884363"/>
            <a:ext cx="0" cy="281800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43A40097-9C0C-4164-95D3-580328B73D0A}"/>
              </a:ext>
            </a:extLst>
          </p:cNvPr>
          <p:cNvCxnSpPr>
            <a:cxnSpLocks/>
          </p:cNvCxnSpPr>
          <p:nvPr/>
        </p:nvCxnSpPr>
        <p:spPr>
          <a:xfrm>
            <a:off x="2475775" y="3278456"/>
            <a:ext cx="0" cy="133893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5934B95-BA21-40FF-95B0-92B13497D147}"/>
              </a:ext>
            </a:extLst>
          </p:cNvPr>
          <p:cNvCxnSpPr/>
          <p:nvPr/>
        </p:nvCxnSpPr>
        <p:spPr>
          <a:xfrm>
            <a:off x="2475775" y="3987115"/>
            <a:ext cx="0" cy="210750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E0C61688-91E3-430B-9145-04005AADA771}"/>
              </a:ext>
            </a:extLst>
          </p:cNvPr>
          <p:cNvCxnSpPr>
            <a:cxnSpLocks/>
          </p:cNvCxnSpPr>
          <p:nvPr/>
        </p:nvCxnSpPr>
        <p:spPr>
          <a:xfrm>
            <a:off x="2475775" y="4782756"/>
            <a:ext cx="0" cy="280777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FDB9A8F2-E8FF-42A5-8AF9-94E36107C132}"/>
              </a:ext>
            </a:extLst>
          </p:cNvPr>
          <p:cNvSpPr/>
          <p:nvPr/>
        </p:nvSpPr>
        <p:spPr>
          <a:xfrm>
            <a:off x="5431988" y="2166163"/>
            <a:ext cx="373715" cy="2616593"/>
          </a:xfrm>
          <a:prstGeom prst="rect">
            <a:avLst/>
          </a:prstGeom>
          <a:solidFill>
            <a:srgbClr val="F1E2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0724988-2D6F-4B9E-BFFF-96677C999885}"/>
              </a:ext>
            </a:extLst>
          </p:cNvPr>
          <p:cNvSpPr txBox="1"/>
          <p:nvPr/>
        </p:nvSpPr>
        <p:spPr>
          <a:xfrm>
            <a:off x="5429517" y="3184971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日志记录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239B2A3-D113-445C-867A-23411A2048B6}"/>
              </a:ext>
            </a:extLst>
          </p:cNvPr>
          <p:cNvSpPr/>
          <p:nvPr/>
        </p:nvSpPr>
        <p:spPr>
          <a:xfrm>
            <a:off x="5929501" y="1983105"/>
            <a:ext cx="373715" cy="2799651"/>
          </a:xfrm>
          <a:prstGeom prst="rect">
            <a:avLst/>
          </a:prstGeom>
          <a:solidFill>
            <a:srgbClr val="F097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76C7EB-C935-4BEF-A25E-E07BF6FE0F8E}"/>
              </a:ext>
            </a:extLst>
          </p:cNvPr>
          <p:cNvSpPr txBox="1"/>
          <p:nvPr/>
        </p:nvSpPr>
        <p:spPr>
          <a:xfrm>
            <a:off x="5929338" y="2662297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权限控制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97EF94D-BBB3-4546-BC7B-A0C297455969}"/>
              </a:ext>
            </a:extLst>
          </p:cNvPr>
          <p:cNvSpPr/>
          <p:nvPr/>
        </p:nvSpPr>
        <p:spPr>
          <a:xfrm>
            <a:off x="2801801" y="1455571"/>
            <a:ext cx="800219" cy="285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Ajax</a:t>
            </a:r>
            <a:r>
              <a: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交互</a:t>
            </a:r>
          </a:p>
        </p:txBody>
      </p:sp>
    </p:spTree>
    <p:extLst>
      <p:ext uri="{BB962C8B-B14F-4D97-AF65-F5344CB8AC3E}">
        <p14:creationId xmlns:p14="http://schemas.microsoft.com/office/powerpoint/2010/main" val="788714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446</TotalTime>
  <Words>54</Words>
  <Application>Microsoft Office PowerPoint</Application>
  <PresentationFormat>自定义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7</cp:revision>
  <dcterms:created xsi:type="dcterms:W3CDTF">2026-02-09T05:45:45Z</dcterms:created>
  <dcterms:modified xsi:type="dcterms:W3CDTF">2026-03-17T12:37:44Z</dcterms:modified>
</cp:coreProperties>
</file>