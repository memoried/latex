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480175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7CA"/>
    <a:srgbClr val="F1E2A0"/>
    <a:srgbClr val="FADDEC"/>
    <a:srgbClr val="FFCCCC"/>
    <a:srgbClr val="FFE6E6"/>
    <a:srgbClr val="D3D3F6"/>
    <a:srgbClr val="D8F5F5"/>
    <a:srgbClr val="FADDD8"/>
    <a:srgbClr val="E7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15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013" y="942577"/>
            <a:ext cx="5508149" cy="2005142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22" y="3025045"/>
            <a:ext cx="4860131" cy="1390533"/>
          </a:xfrm>
        </p:spPr>
        <p:txBody>
          <a:bodyPr/>
          <a:lstStyle>
            <a:lvl1pPr marL="0" indent="0" algn="ctr">
              <a:buNone/>
              <a:defRPr sz="1701"/>
            </a:lvl1pPr>
            <a:lvl2pPr marL="324018" indent="0" algn="ctr">
              <a:buNone/>
              <a:defRPr sz="1417"/>
            </a:lvl2pPr>
            <a:lvl3pPr marL="648035" indent="0" algn="ctr">
              <a:buNone/>
              <a:defRPr sz="1276"/>
            </a:lvl3pPr>
            <a:lvl4pPr marL="972053" indent="0" algn="ctr">
              <a:buNone/>
              <a:defRPr sz="1134"/>
            </a:lvl4pPr>
            <a:lvl5pPr marL="1296071" indent="0" algn="ctr">
              <a:buNone/>
              <a:defRPr sz="1134"/>
            </a:lvl5pPr>
            <a:lvl6pPr marL="1620088" indent="0" algn="ctr">
              <a:buNone/>
              <a:defRPr sz="1134"/>
            </a:lvl6pPr>
            <a:lvl7pPr marL="1944106" indent="0" algn="ctr">
              <a:buNone/>
              <a:defRPr sz="1134"/>
            </a:lvl7pPr>
            <a:lvl8pPr marL="2268123" indent="0" algn="ctr">
              <a:buNone/>
              <a:defRPr sz="1134"/>
            </a:lvl8pPr>
            <a:lvl9pPr marL="2592141" indent="0" algn="ctr">
              <a:buNone/>
              <a:defRPr sz="113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0726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5278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37" y="1435864"/>
            <a:ext cx="5589151" cy="2395771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37" y="3854300"/>
            <a:ext cx="5589151" cy="1259879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/>
                </a:solidFill>
              </a:defRPr>
            </a:lvl1pPr>
            <a:lvl2pPr marL="324018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2pPr>
            <a:lvl3pPr marL="648035" indent="0">
              <a:buNone/>
              <a:defRPr sz="1276">
                <a:solidFill>
                  <a:schemeClr val="tx1">
                    <a:tint val="75000"/>
                  </a:schemeClr>
                </a:solidFill>
              </a:defRPr>
            </a:lvl3pPr>
            <a:lvl4pPr marL="97205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4pPr>
            <a:lvl5pPr marL="129607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5pPr>
            <a:lvl6pPr marL="1620088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6pPr>
            <a:lvl7pPr marL="1944106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7pPr>
            <a:lvl8pPr marL="226812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8pPr>
            <a:lvl9pPr marL="259214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441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512" y="1533187"/>
            <a:ext cx="2754074" cy="365431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0589" y="1533187"/>
            <a:ext cx="2754074" cy="365431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1706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306639"/>
            <a:ext cx="5589151" cy="111322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357" y="1411865"/>
            <a:ext cx="2741417" cy="691934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4018" indent="0">
              <a:buNone/>
              <a:defRPr sz="1417" b="1"/>
            </a:lvl2pPr>
            <a:lvl3pPr marL="648035" indent="0">
              <a:buNone/>
              <a:defRPr sz="1276" b="1"/>
            </a:lvl3pPr>
            <a:lvl4pPr marL="972053" indent="0">
              <a:buNone/>
              <a:defRPr sz="1134" b="1"/>
            </a:lvl4pPr>
            <a:lvl5pPr marL="1296071" indent="0">
              <a:buNone/>
              <a:defRPr sz="1134" b="1"/>
            </a:lvl5pPr>
            <a:lvl6pPr marL="1620088" indent="0">
              <a:buNone/>
              <a:defRPr sz="1134" b="1"/>
            </a:lvl6pPr>
            <a:lvl7pPr marL="1944106" indent="0">
              <a:buNone/>
              <a:defRPr sz="1134" b="1"/>
            </a:lvl7pPr>
            <a:lvl8pPr marL="2268123" indent="0">
              <a:buNone/>
              <a:defRPr sz="1134" b="1"/>
            </a:lvl8pPr>
            <a:lvl9pPr marL="2592141" indent="0">
              <a:buNone/>
              <a:defRPr sz="113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357" y="2103799"/>
            <a:ext cx="2741417" cy="3094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589" y="1411865"/>
            <a:ext cx="2754918" cy="691934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4018" indent="0">
              <a:buNone/>
              <a:defRPr sz="1417" b="1"/>
            </a:lvl2pPr>
            <a:lvl3pPr marL="648035" indent="0">
              <a:buNone/>
              <a:defRPr sz="1276" b="1"/>
            </a:lvl3pPr>
            <a:lvl4pPr marL="972053" indent="0">
              <a:buNone/>
              <a:defRPr sz="1134" b="1"/>
            </a:lvl4pPr>
            <a:lvl5pPr marL="1296071" indent="0">
              <a:buNone/>
              <a:defRPr sz="1134" b="1"/>
            </a:lvl5pPr>
            <a:lvl6pPr marL="1620088" indent="0">
              <a:buNone/>
              <a:defRPr sz="1134" b="1"/>
            </a:lvl6pPr>
            <a:lvl7pPr marL="1944106" indent="0">
              <a:buNone/>
              <a:defRPr sz="1134" b="1"/>
            </a:lvl7pPr>
            <a:lvl8pPr marL="2268123" indent="0">
              <a:buNone/>
              <a:defRPr sz="1134" b="1"/>
            </a:lvl8pPr>
            <a:lvl9pPr marL="2592141" indent="0">
              <a:buNone/>
              <a:defRPr sz="113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0589" y="2103799"/>
            <a:ext cx="2754918" cy="3094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5356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258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150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383963"/>
            <a:ext cx="2090025" cy="1343872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918" y="829256"/>
            <a:ext cx="3280589" cy="4092942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727835"/>
            <a:ext cx="2090025" cy="3201028"/>
          </a:xfrm>
        </p:spPr>
        <p:txBody>
          <a:bodyPr/>
          <a:lstStyle>
            <a:lvl1pPr marL="0" indent="0">
              <a:buNone/>
              <a:defRPr sz="1134"/>
            </a:lvl1pPr>
            <a:lvl2pPr marL="324018" indent="0">
              <a:buNone/>
              <a:defRPr sz="992"/>
            </a:lvl2pPr>
            <a:lvl3pPr marL="648035" indent="0">
              <a:buNone/>
              <a:defRPr sz="850"/>
            </a:lvl3pPr>
            <a:lvl4pPr marL="972053" indent="0">
              <a:buNone/>
              <a:defRPr sz="709"/>
            </a:lvl4pPr>
            <a:lvl5pPr marL="1296071" indent="0">
              <a:buNone/>
              <a:defRPr sz="709"/>
            </a:lvl5pPr>
            <a:lvl6pPr marL="1620088" indent="0">
              <a:buNone/>
              <a:defRPr sz="709"/>
            </a:lvl6pPr>
            <a:lvl7pPr marL="1944106" indent="0">
              <a:buNone/>
              <a:defRPr sz="709"/>
            </a:lvl7pPr>
            <a:lvl8pPr marL="2268123" indent="0">
              <a:buNone/>
              <a:defRPr sz="709"/>
            </a:lvl8pPr>
            <a:lvl9pPr marL="2592141" indent="0">
              <a:buNone/>
              <a:defRPr sz="70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59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383963"/>
            <a:ext cx="2090025" cy="1343872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4918" y="829256"/>
            <a:ext cx="3280589" cy="4092942"/>
          </a:xfrm>
        </p:spPr>
        <p:txBody>
          <a:bodyPr anchor="t"/>
          <a:lstStyle>
            <a:lvl1pPr marL="0" indent="0">
              <a:buNone/>
              <a:defRPr sz="2268"/>
            </a:lvl1pPr>
            <a:lvl2pPr marL="324018" indent="0">
              <a:buNone/>
              <a:defRPr sz="1984"/>
            </a:lvl2pPr>
            <a:lvl3pPr marL="648035" indent="0">
              <a:buNone/>
              <a:defRPr sz="1701"/>
            </a:lvl3pPr>
            <a:lvl4pPr marL="972053" indent="0">
              <a:buNone/>
              <a:defRPr sz="1417"/>
            </a:lvl4pPr>
            <a:lvl5pPr marL="1296071" indent="0">
              <a:buNone/>
              <a:defRPr sz="1417"/>
            </a:lvl5pPr>
            <a:lvl6pPr marL="1620088" indent="0">
              <a:buNone/>
              <a:defRPr sz="1417"/>
            </a:lvl6pPr>
            <a:lvl7pPr marL="1944106" indent="0">
              <a:buNone/>
              <a:defRPr sz="1417"/>
            </a:lvl7pPr>
            <a:lvl8pPr marL="2268123" indent="0">
              <a:buNone/>
              <a:defRPr sz="1417"/>
            </a:lvl8pPr>
            <a:lvl9pPr marL="2592141" indent="0">
              <a:buNone/>
              <a:defRPr sz="141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1727835"/>
            <a:ext cx="2090025" cy="3201028"/>
          </a:xfrm>
        </p:spPr>
        <p:txBody>
          <a:bodyPr/>
          <a:lstStyle>
            <a:lvl1pPr marL="0" indent="0">
              <a:buNone/>
              <a:defRPr sz="1134"/>
            </a:lvl1pPr>
            <a:lvl2pPr marL="324018" indent="0">
              <a:buNone/>
              <a:defRPr sz="992"/>
            </a:lvl2pPr>
            <a:lvl3pPr marL="648035" indent="0">
              <a:buNone/>
              <a:defRPr sz="850"/>
            </a:lvl3pPr>
            <a:lvl4pPr marL="972053" indent="0">
              <a:buNone/>
              <a:defRPr sz="709"/>
            </a:lvl4pPr>
            <a:lvl5pPr marL="1296071" indent="0">
              <a:buNone/>
              <a:defRPr sz="709"/>
            </a:lvl5pPr>
            <a:lvl6pPr marL="1620088" indent="0">
              <a:buNone/>
              <a:defRPr sz="709"/>
            </a:lvl6pPr>
            <a:lvl7pPr marL="1944106" indent="0">
              <a:buNone/>
              <a:defRPr sz="709"/>
            </a:lvl7pPr>
            <a:lvl8pPr marL="2268123" indent="0">
              <a:buNone/>
              <a:defRPr sz="709"/>
            </a:lvl8pPr>
            <a:lvl9pPr marL="2592141" indent="0">
              <a:buNone/>
              <a:defRPr sz="70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6237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165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7375" y="306637"/>
            <a:ext cx="1397288" cy="488086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512" y="306637"/>
            <a:ext cx="4110861" cy="488086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6073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512" y="306639"/>
            <a:ext cx="5589151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512" y="1533187"/>
            <a:ext cx="5589151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512" y="5338158"/>
            <a:ext cx="145803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DD3C1-6DED-4D92-A071-E0E7C825E60C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6558" y="5338158"/>
            <a:ext cx="218705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6624" y="5338158"/>
            <a:ext cx="1458039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7BEC1-AE3E-4013-B4BD-AD4851EFE7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534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48035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09" indent="-162009" algn="l" defTabSz="648035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6026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10044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4062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458079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782097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2106115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430132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754150" indent="-162009" algn="l" defTabSz="648035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1pPr>
      <a:lvl2pPr marL="324018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2pPr>
      <a:lvl3pPr marL="648035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3pPr>
      <a:lvl4pPr marL="972053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296071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620088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1944106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268123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592141" algn="l" defTabSz="648035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8CC0890-4BAA-4636-9AB6-F4869F6FB699}"/>
              </a:ext>
            </a:extLst>
          </p:cNvPr>
          <p:cNvGrpSpPr/>
          <p:nvPr/>
        </p:nvGrpSpPr>
        <p:grpSpPr>
          <a:xfrm>
            <a:off x="30162" y="134778"/>
            <a:ext cx="6419850" cy="5489893"/>
            <a:chOff x="30162" y="375919"/>
            <a:chExt cx="6419850" cy="5489893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967133F-3188-49BA-89E1-C647CD2762DA}"/>
                </a:ext>
              </a:extLst>
            </p:cNvPr>
            <p:cNvSpPr/>
            <p:nvPr/>
          </p:nvSpPr>
          <p:spPr>
            <a:xfrm>
              <a:off x="30162" y="375919"/>
              <a:ext cx="6419850" cy="5489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A46188A-82FB-4055-AB2A-E1F75ECEA918}"/>
                </a:ext>
              </a:extLst>
            </p:cNvPr>
            <p:cNvSpPr/>
            <p:nvPr/>
          </p:nvSpPr>
          <p:spPr>
            <a:xfrm>
              <a:off x="185737" y="499590"/>
              <a:ext cx="6108700" cy="1126397"/>
            </a:xfrm>
            <a:prstGeom prst="rect">
              <a:avLst/>
            </a:prstGeom>
            <a:solidFill>
              <a:srgbClr val="E7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00832735-D44B-4DEA-BF6C-351F71D7D9DD}"/>
                </a:ext>
              </a:extLst>
            </p:cNvPr>
            <p:cNvSpPr txBox="1"/>
            <p:nvPr/>
          </p:nvSpPr>
          <p:spPr>
            <a:xfrm>
              <a:off x="164838" y="613575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应用表现层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471AF0-0390-4509-AF18-5BF2D5F58552}"/>
                </a:ext>
              </a:extLst>
            </p:cNvPr>
            <p:cNvSpPr/>
            <p:nvPr/>
          </p:nvSpPr>
          <p:spPr>
            <a:xfrm>
              <a:off x="1353271" y="670480"/>
              <a:ext cx="70700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Html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1813305-6516-4878-9AC2-9C8E5D80719B}"/>
                </a:ext>
              </a:extLst>
            </p:cNvPr>
            <p:cNvSpPr/>
            <p:nvPr/>
          </p:nvSpPr>
          <p:spPr>
            <a:xfrm>
              <a:off x="2771392" y="676275"/>
              <a:ext cx="70700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CSS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89E6F0F-7918-463B-9752-3A27DB783BE8}"/>
                </a:ext>
              </a:extLst>
            </p:cNvPr>
            <p:cNvSpPr/>
            <p:nvPr/>
          </p:nvSpPr>
          <p:spPr>
            <a:xfrm>
              <a:off x="3752943" y="670480"/>
              <a:ext cx="70700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Vue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F94AB9A-0FCB-4020-860F-945140401C7C}"/>
                </a:ext>
              </a:extLst>
            </p:cNvPr>
            <p:cNvSpPr/>
            <p:nvPr/>
          </p:nvSpPr>
          <p:spPr>
            <a:xfrm>
              <a:off x="4872410" y="670232"/>
              <a:ext cx="782114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ECharts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8E098161-C08C-41FB-B812-C25159C0BCBF}"/>
                </a:ext>
              </a:extLst>
            </p:cNvPr>
            <p:cNvSpPr/>
            <p:nvPr/>
          </p:nvSpPr>
          <p:spPr>
            <a:xfrm>
              <a:off x="1348776" y="1197188"/>
              <a:ext cx="1108007" cy="2903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模板引擎渲染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2BFBB7C-0320-4436-81AA-15D42E34EEA9}"/>
                </a:ext>
              </a:extLst>
            </p:cNvPr>
            <p:cNvSpPr/>
            <p:nvPr/>
          </p:nvSpPr>
          <p:spPr>
            <a:xfrm>
              <a:off x="3752943" y="1197188"/>
              <a:ext cx="80021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Post</a:t>
              </a:r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请求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FFB5E642-1844-45E7-94F8-2D4570330B75}"/>
                </a:ext>
              </a:extLst>
            </p:cNvPr>
            <p:cNvSpPr/>
            <p:nvPr/>
          </p:nvSpPr>
          <p:spPr>
            <a:xfrm>
              <a:off x="4880961" y="1197188"/>
              <a:ext cx="80021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Get</a:t>
              </a:r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请求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6E2ABF2F-8E8F-4269-90AC-2DAFBB44A437}"/>
                </a:ext>
              </a:extLst>
            </p:cNvPr>
            <p:cNvSpPr/>
            <p:nvPr/>
          </p:nvSpPr>
          <p:spPr>
            <a:xfrm>
              <a:off x="185736" y="1912163"/>
              <a:ext cx="5133976" cy="1112293"/>
            </a:xfrm>
            <a:prstGeom prst="rect">
              <a:avLst/>
            </a:prstGeom>
            <a:solidFill>
              <a:srgbClr val="D8F5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6FF3AAF6-8B07-4ABB-8440-D04BE301D88B}"/>
                </a:ext>
              </a:extLst>
            </p:cNvPr>
            <p:cNvSpPr txBox="1"/>
            <p:nvPr/>
          </p:nvSpPr>
          <p:spPr>
            <a:xfrm>
              <a:off x="180794" y="2329809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业务层</a:t>
              </a: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FD9D5D26-E356-4982-AB8F-F365A18998E7}"/>
                </a:ext>
              </a:extLst>
            </p:cNvPr>
            <p:cNvSpPr/>
            <p:nvPr/>
          </p:nvSpPr>
          <p:spPr>
            <a:xfrm>
              <a:off x="1139845" y="2036795"/>
              <a:ext cx="862584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登录注册</a:t>
              </a: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661E61C-BA70-49B4-B93F-68F9F7643C9C}"/>
                </a:ext>
              </a:extLst>
            </p:cNvPr>
            <p:cNvSpPr/>
            <p:nvPr/>
          </p:nvSpPr>
          <p:spPr>
            <a:xfrm>
              <a:off x="1139845" y="2616159"/>
              <a:ext cx="862584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流量分析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7BA1971D-583C-469D-AE1E-B5288BD6F1CF}"/>
                </a:ext>
              </a:extLst>
            </p:cNvPr>
            <p:cNvSpPr/>
            <p:nvPr/>
          </p:nvSpPr>
          <p:spPr>
            <a:xfrm>
              <a:off x="2313134" y="2034881"/>
              <a:ext cx="1123281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用户信息管理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2D77D7-FCE6-4FFA-BBA1-A9B052D76F6D}"/>
                </a:ext>
              </a:extLst>
            </p:cNvPr>
            <p:cNvSpPr/>
            <p:nvPr/>
          </p:nvSpPr>
          <p:spPr>
            <a:xfrm>
              <a:off x="2313134" y="2609380"/>
              <a:ext cx="1123281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流量统计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196C3268-8267-4A9D-B4E2-6BA8AAC170AF}"/>
                </a:ext>
              </a:extLst>
            </p:cNvPr>
            <p:cNvSpPr/>
            <p:nvPr/>
          </p:nvSpPr>
          <p:spPr>
            <a:xfrm>
              <a:off x="3752943" y="2034881"/>
              <a:ext cx="795765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流量管理</a:t>
              </a: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45CCF8A-2F17-4681-B711-711C16034D7F}"/>
                </a:ext>
              </a:extLst>
            </p:cNvPr>
            <p:cNvSpPr/>
            <p:nvPr/>
          </p:nvSpPr>
          <p:spPr>
            <a:xfrm>
              <a:off x="3752943" y="2601231"/>
              <a:ext cx="795765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流量查询</a:t>
              </a:r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4C13F0C1-611B-48E7-9349-8EE193CE2718}"/>
                </a:ext>
              </a:extLst>
            </p:cNvPr>
            <p:cNvGrpSpPr/>
            <p:nvPr/>
          </p:nvGrpSpPr>
          <p:grpSpPr>
            <a:xfrm>
              <a:off x="185736" y="3943865"/>
              <a:ext cx="5133976" cy="584891"/>
              <a:chOff x="6980199" y="5834959"/>
              <a:chExt cx="5133976" cy="584891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538C7C6E-853E-4E38-8637-7CE1EDAE3591}"/>
                  </a:ext>
                </a:extLst>
              </p:cNvPr>
              <p:cNvSpPr/>
              <p:nvPr/>
            </p:nvSpPr>
            <p:spPr>
              <a:xfrm>
                <a:off x="6980199" y="5834959"/>
                <a:ext cx="5133976" cy="584891"/>
              </a:xfrm>
              <a:prstGeom prst="rect">
                <a:avLst/>
              </a:prstGeom>
              <a:solidFill>
                <a:srgbClr val="D3D3F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00D62D96-7059-46EB-948B-7C8F6F96F91D}"/>
                  </a:ext>
                </a:extLst>
              </p:cNvPr>
              <p:cNvSpPr txBox="1"/>
              <p:nvPr/>
            </p:nvSpPr>
            <p:spPr>
              <a:xfrm>
                <a:off x="6980199" y="5982210"/>
                <a:ext cx="6463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数据层</a:t>
                </a: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5245BC36-6E7F-4A51-A04A-D136E5049975}"/>
                  </a:ext>
                </a:extLst>
              </p:cNvPr>
              <p:cNvSpPr/>
              <p:nvPr/>
            </p:nvSpPr>
            <p:spPr>
              <a:xfrm>
                <a:off x="7662947" y="5977833"/>
                <a:ext cx="707009" cy="28575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2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事务</a:t>
                </a: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F64BEEEA-E84A-4E2B-A673-8AFE30AF4317}"/>
                  </a:ext>
                </a:extLst>
              </p:cNvPr>
              <p:cNvSpPr/>
              <p:nvPr/>
            </p:nvSpPr>
            <p:spPr>
              <a:xfrm>
                <a:off x="8533651" y="5977833"/>
                <a:ext cx="954752" cy="28575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2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读写数据库</a:t>
                </a: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35731CFF-17C0-411E-AEFF-BA3F62F8930E}"/>
                  </a:ext>
                </a:extLst>
              </p:cNvPr>
              <p:cNvSpPr/>
              <p:nvPr/>
            </p:nvSpPr>
            <p:spPr>
              <a:xfrm>
                <a:off x="9652098" y="5977833"/>
                <a:ext cx="1241370" cy="28575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ElasticSearch</a:t>
                </a:r>
                <a:endPara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32492EFE-7271-499F-BEF3-00044AF85B1D}"/>
                  </a:ext>
                </a:extLst>
              </p:cNvPr>
              <p:cNvSpPr/>
              <p:nvPr/>
            </p:nvSpPr>
            <p:spPr>
              <a:xfrm>
                <a:off x="11057163" y="5977833"/>
                <a:ext cx="945443" cy="28575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Kafka</a:t>
                </a:r>
                <a:r>
                  <a:rPr lang="zh-CN" altLang="en-US" sz="12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集群</a:t>
                </a:r>
              </a:p>
            </p:txBody>
          </p:sp>
        </p:grp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4127CC8B-3703-468B-86C7-2BF591F45D3E}"/>
                </a:ext>
              </a:extLst>
            </p:cNvPr>
            <p:cNvSpPr/>
            <p:nvPr/>
          </p:nvSpPr>
          <p:spPr>
            <a:xfrm>
              <a:off x="183265" y="3158349"/>
              <a:ext cx="5138918" cy="589350"/>
            </a:xfrm>
            <a:prstGeom prst="rect">
              <a:avLst/>
            </a:prstGeom>
            <a:solidFill>
              <a:srgbClr val="FFCC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0709153-77A3-4DB6-857C-38E301A9E58C}"/>
                </a:ext>
              </a:extLst>
            </p:cNvPr>
            <p:cNvSpPr txBox="1"/>
            <p:nvPr/>
          </p:nvSpPr>
          <p:spPr>
            <a:xfrm>
              <a:off x="180793" y="3286084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分析检测层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3B3B5B7-84A8-44C9-84A6-92917F96F06A}"/>
                </a:ext>
              </a:extLst>
            </p:cNvPr>
            <p:cNvSpPr/>
            <p:nvPr/>
          </p:nvSpPr>
          <p:spPr>
            <a:xfrm>
              <a:off x="1134900" y="3281708"/>
              <a:ext cx="964035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数据预处理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BE8BF990-D497-4595-A0DF-DBE69B1DDC13}"/>
                </a:ext>
              </a:extLst>
            </p:cNvPr>
            <p:cNvSpPr/>
            <p:nvPr/>
          </p:nvSpPr>
          <p:spPr>
            <a:xfrm>
              <a:off x="2329995" y="3281708"/>
              <a:ext cx="1073278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IED-WPAT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230092A4-761B-4590-9076-6E8D006AF21F}"/>
                </a:ext>
              </a:extLst>
            </p:cNvPr>
            <p:cNvSpPr/>
            <p:nvPr/>
          </p:nvSpPr>
          <p:spPr>
            <a:xfrm>
              <a:off x="3559897" y="3285775"/>
              <a:ext cx="149277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MaskTST</a:t>
              </a:r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多中心聚类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B2C69848-562B-40F9-82E6-83341736773A}"/>
                </a:ext>
              </a:extLst>
            </p:cNvPr>
            <p:cNvSpPr/>
            <p:nvPr/>
          </p:nvSpPr>
          <p:spPr>
            <a:xfrm>
              <a:off x="185735" y="4809533"/>
              <a:ext cx="6108700" cy="881495"/>
            </a:xfrm>
            <a:prstGeom prst="rect">
              <a:avLst/>
            </a:prstGeom>
            <a:solidFill>
              <a:srgbClr val="FA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B98F292-5626-43A7-8DBC-D0FD28D4CB87}"/>
                </a:ext>
              </a:extLst>
            </p:cNvPr>
            <p:cNvSpPr txBox="1"/>
            <p:nvPr/>
          </p:nvSpPr>
          <p:spPr>
            <a:xfrm>
              <a:off x="180792" y="5067634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数据库</a:t>
              </a:r>
            </a:p>
          </p:txBody>
        </p:sp>
        <p:sp>
          <p:nvSpPr>
            <p:cNvPr id="48" name="流程图: 磁盘 47">
              <a:extLst>
                <a:ext uri="{FF2B5EF4-FFF2-40B4-BE49-F238E27FC236}">
                  <a16:creationId xmlns:a16="http://schemas.microsoft.com/office/drawing/2014/main" id="{A22EAEFD-84A7-4949-AEC8-29D37A127CC2}"/>
                </a:ext>
              </a:extLst>
            </p:cNvPr>
            <p:cNvSpPr/>
            <p:nvPr/>
          </p:nvSpPr>
          <p:spPr>
            <a:xfrm>
              <a:off x="1695521" y="4925894"/>
              <a:ext cx="914400" cy="61264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流程图: 磁盘 48">
              <a:extLst>
                <a:ext uri="{FF2B5EF4-FFF2-40B4-BE49-F238E27FC236}">
                  <a16:creationId xmlns:a16="http://schemas.microsoft.com/office/drawing/2014/main" id="{722D832C-E61B-4ACB-B5C3-94BE8F6473A4}"/>
                </a:ext>
              </a:extLst>
            </p:cNvPr>
            <p:cNvSpPr/>
            <p:nvPr/>
          </p:nvSpPr>
          <p:spPr>
            <a:xfrm>
              <a:off x="3478320" y="4943956"/>
              <a:ext cx="914400" cy="61264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1BB79671-E783-4108-8011-890A1C3C7132}"/>
                </a:ext>
              </a:extLst>
            </p:cNvPr>
            <p:cNvSpPr txBox="1"/>
            <p:nvPr/>
          </p:nvSpPr>
          <p:spPr>
            <a:xfrm>
              <a:off x="1826029" y="5182334"/>
              <a:ext cx="5693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MySQL</a:t>
              </a:r>
              <a:endPara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69BFABE-9C50-4585-96C8-B36E6D3A8030}"/>
                </a:ext>
              </a:extLst>
            </p:cNvPr>
            <p:cNvSpPr/>
            <p:nvPr/>
          </p:nvSpPr>
          <p:spPr>
            <a:xfrm>
              <a:off x="3582015" y="5195191"/>
              <a:ext cx="707009" cy="2857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Redis</a:t>
              </a:r>
              <a:endPara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8C7CD57-8BCF-43EC-B11F-7C4A67BD9CDA}"/>
                </a:ext>
              </a:extLst>
            </p:cNvPr>
            <p:cNvCxnSpPr>
              <a:cxnSpLocks/>
            </p:cNvCxnSpPr>
            <p:nvPr/>
          </p:nvCxnSpPr>
          <p:spPr>
            <a:xfrm>
              <a:off x="1237247" y="1630363"/>
              <a:ext cx="0" cy="281800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31C99EC1-ED7B-4624-948A-ECECF851D938}"/>
                </a:ext>
              </a:extLst>
            </p:cNvPr>
            <p:cNvCxnSpPr>
              <a:cxnSpLocks/>
            </p:cNvCxnSpPr>
            <p:nvPr/>
          </p:nvCxnSpPr>
          <p:spPr>
            <a:xfrm>
              <a:off x="4001606" y="1630363"/>
              <a:ext cx="0" cy="281800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43A40097-9C0C-4164-95D3-580328B73D0A}"/>
                </a:ext>
              </a:extLst>
            </p:cNvPr>
            <p:cNvCxnSpPr>
              <a:cxnSpLocks/>
            </p:cNvCxnSpPr>
            <p:nvPr/>
          </p:nvCxnSpPr>
          <p:spPr>
            <a:xfrm>
              <a:off x="2465952" y="3024456"/>
              <a:ext cx="0" cy="133893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F5934B95-BA21-40FF-95B0-92B13497D147}"/>
                </a:ext>
              </a:extLst>
            </p:cNvPr>
            <p:cNvCxnSpPr/>
            <p:nvPr/>
          </p:nvCxnSpPr>
          <p:spPr>
            <a:xfrm>
              <a:off x="2465952" y="3733115"/>
              <a:ext cx="0" cy="210750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E0C61688-91E3-430B-9145-04005AADA771}"/>
                </a:ext>
              </a:extLst>
            </p:cNvPr>
            <p:cNvCxnSpPr>
              <a:cxnSpLocks/>
            </p:cNvCxnSpPr>
            <p:nvPr/>
          </p:nvCxnSpPr>
          <p:spPr>
            <a:xfrm>
              <a:off x="2465952" y="4528756"/>
              <a:ext cx="0" cy="280777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DB9A8F2-E8FF-42A5-8AF9-94E36107C132}"/>
                </a:ext>
              </a:extLst>
            </p:cNvPr>
            <p:cNvSpPr/>
            <p:nvPr/>
          </p:nvSpPr>
          <p:spPr>
            <a:xfrm>
              <a:off x="5422165" y="1912163"/>
              <a:ext cx="373715" cy="2616593"/>
            </a:xfrm>
            <a:prstGeom prst="rect">
              <a:avLst/>
            </a:prstGeom>
            <a:solidFill>
              <a:srgbClr val="F1E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60724988-2D6F-4B9E-BFFF-96677C999885}"/>
                </a:ext>
              </a:extLst>
            </p:cNvPr>
            <p:cNvSpPr txBox="1"/>
            <p:nvPr/>
          </p:nvSpPr>
          <p:spPr>
            <a:xfrm>
              <a:off x="5419694" y="2930971"/>
              <a:ext cx="369332" cy="70788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日志记录</a:t>
              </a: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5239B2A3-D113-445C-867A-23411A2048B6}"/>
                </a:ext>
              </a:extLst>
            </p:cNvPr>
            <p:cNvSpPr/>
            <p:nvPr/>
          </p:nvSpPr>
          <p:spPr>
            <a:xfrm>
              <a:off x="5919678" y="1729105"/>
              <a:ext cx="373715" cy="2799651"/>
            </a:xfrm>
            <a:prstGeom prst="rect">
              <a:avLst/>
            </a:prstGeom>
            <a:solidFill>
              <a:srgbClr val="F097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4176C7EB-C935-4BEF-A25E-E07BF6FE0F8E}"/>
                </a:ext>
              </a:extLst>
            </p:cNvPr>
            <p:cNvSpPr txBox="1"/>
            <p:nvPr/>
          </p:nvSpPr>
          <p:spPr>
            <a:xfrm>
              <a:off x="5919515" y="2408297"/>
              <a:ext cx="369332" cy="70788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权限控制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97EF94D-BBB3-4546-BC7B-A0C297455969}"/>
                </a:ext>
              </a:extLst>
            </p:cNvPr>
            <p:cNvSpPr/>
            <p:nvPr/>
          </p:nvSpPr>
          <p:spPr>
            <a:xfrm>
              <a:off x="2791978" y="1201571"/>
              <a:ext cx="800219" cy="2857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Ajax</a:t>
              </a:r>
              <a:r>
                <a:rPr lang="zh-CN" altLang="en-US" sz="12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交互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714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447</TotalTime>
  <Words>54</Words>
  <Application>Microsoft Office PowerPoint</Application>
  <PresentationFormat>自定义</PresentationFormat>
  <Paragraphs>30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宋体</vt:lpstr>
      <vt:lpstr>Arial</vt:lpstr>
      <vt:lpstr>Calibri</vt:lpstr>
      <vt:lpstr>Calibri Light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8</cp:revision>
  <dcterms:created xsi:type="dcterms:W3CDTF">2026-02-09T05:45:45Z</dcterms:created>
  <dcterms:modified xsi:type="dcterms:W3CDTF">2026-03-19T06:10:10Z</dcterms:modified>
</cp:coreProperties>
</file>