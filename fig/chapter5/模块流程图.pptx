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羲 王" initials="羲" lastIdx="1" clrIdx="0">
    <p:extLst>
      <p:ext uri="{19B8F6BF-5375-455C-9EA6-DF929625EA0E}">
        <p15:presenceInfo xmlns:p15="http://schemas.microsoft.com/office/powerpoint/2012/main" userId="fc1725c1b80c961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49" autoAdjust="0"/>
  </p:normalViewPr>
  <p:slideViewPr>
    <p:cSldViewPr snapToGrid="0">
      <p:cViewPr>
        <p:scale>
          <a:sx n="100" d="100"/>
          <a:sy n="100" d="100"/>
        </p:scale>
        <p:origin x="1282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50F18-748C-4D34-9496-F9C5FA6D5C4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A4D25-109C-4DD8-AB4D-4E11D6608C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16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登录注册模块流程图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A4D25-109C-4DD8-AB4D-4E11D6608C4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428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用户信息管理模块流程图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A4D25-109C-4DD8-AB4D-4E11D6608C4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938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>
                <a:solidFill>
                  <a:srgbClr val="D1D3DB"/>
                </a:solidFill>
                <a:effectLst/>
                <a:latin typeface="JetBrains Mono"/>
              </a:rPr>
              <a:t>流量分析与统计模块流程图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A4D25-109C-4DD8-AB4D-4E11D6608C4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16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分析检测层设计流程图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A4D25-109C-4DD8-AB4D-4E11D6608C4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61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数据资源与存储设计流程图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A4D25-109C-4DD8-AB4D-4E11D6608C4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079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4EA690-B976-40DA-81F7-F4C691A70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4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608545-2A6A-4B26-9C52-59D95C4F34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4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35" indent="0" algn="ctr">
              <a:buNone/>
              <a:defRPr sz="2000"/>
            </a:lvl2pPr>
            <a:lvl3pPr marL="914469" indent="0" algn="ctr">
              <a:buNone/>
              <a:defRPr sz="1800"/>
            </a:lvl3pPr>
            <a:lvl4pPr marL="1371705" indent="0" algn="ctr">
              <a:buNone/>
              <a:defRPr sz="1600"/>
            </a:lvl4pPr>
            <a:lvl5pPr marL="1828940" indent="0" algn="ctr">
              <a:buNone/>
              <a:defRPr sz="1600"/>
            </a:lvl5pPr>
            <a:lvl6pPr marL="2286173" indent="0" algn="ctr">
              <a:buNone/>
              <a:defRPr sz="1600"/>
            </a:lvl6pPr>
            <a:lvl7pPr marL="2743409" indent="0" algn="ctr">
              <a:buNone/>
              <a:defRPr sz="1600"/>
            </a:lvl7pPr>
            <a:lvl8pPr marL="3200645" indent="0" algn="ctr">
              <a:buNone/>
              <a:defRPr sz="1600"/>
            </a:lvl8pPr>
            <a:lvl9pPr marL="365788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167769-446E-4CBF-8569-50E82326B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191F-A0C9-4B4E-8538-7651D73981C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F1F08D-365B-40D6-A214-4BAD06B93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4D1DC9-6B60-451C-873E-02FAA352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D7AC-3BB3-495F-8DAA-159112133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290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82728-BA6A-40C2-B429-451048F33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34F9B8-A74F-47A9-A8FD-F9F489065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829BAC-170E-41A2-855F-BE00D3F74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191F-A0C9-4B4E-8538-7651D73981C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57E18B-45FC-409C-A1C7-284BD702A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BF6BC1-50FB-4C09-8749-6AC211A7C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D7AC-3BB3-495F-8DAA-159112133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931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A828FB-64BF-45F8-A28C-0E6850C64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4580A5-C952-4FCE-B1E6-3D09A519A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3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70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9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4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6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8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2845C0-6528-45BA-94BC-C2D4E9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191F-A0C9-4B4E-8538-7651D73981C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7F3597-C3F4-46F5-86C8-527995FEF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497461-BA42-4421-94D6-C45CFCF3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D7AC-3BB3-495F-8DAA-159112133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345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E0104-AC4D-4E6E-A71B-D0A70636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97BE11-B08F-4EFC-98FC-3CE1B47D07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6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1D3641-CD93-4DEB-A28C-5901A3D17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6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BA8389-355F-4D29-B13F-25BE4AA09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191F-A0C9-4B4E-8538-7651D73981C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E1DD63-EB8A-4E39-AE35-2ED610029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692630-233A-4DD4-ADCE-54A88F57D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D7AC-3BB3-495F-8DAA-159112133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54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6CF828-6862-4496-8D58-19FD399E6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E2934C-3A35-4BD0-9CCE-A9EE7BE32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5" indent="0">
              <a:buNone/>
              <a:defRPr sz="2000" b="1"/>
            </a:lvl2pPr>
            <a:lvl3pPr marL="914469" indent="0">
              <a:buNone/>
              <a:defRPr sz="1800" b="1"/>
            </a:lvl3pPr>
            <a:lvl4pPr marL="1371705" indent="0">
              <a:buNone/>
              <a:defRPr sz="1600" b="1"/>
            </a:lvl4pPr>
            <a:lvl5pPr marL="1828940" indent="0">
              <a:buNone/>
              <a:defRPr sz="1600" b="1"/>
            </a:lvl5pPr>
            <a:lvl6pPr marL="2286173" indent="0">
              <a:buNone/>
              <a:defRPr sz="1600" b="1"/>
            </a:lvl6pPr>
            <a:lvl7pPr marL="2743409" indent="0">
              <a:buNone/>
              <a:defRPr sz="1600" b="1"/>
            </a:lvl7pPr>
            <a:lvl8pPr marL="3200645" indent="0">
              <a:buNone/>
              <a:defRPr sz="1600" b="1"/>
            </a:lvl8pPr>
            <a:lvl9pPr marL="365788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56B661-68AF-4157-9624-9E7308DB9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9DE30C-EA3E-4100-8207-A89BE45088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5" indent="0">
              <a:buNone/>
              <a:defRPr sz="2000" b="1"/>
            </a:lvl2pPr>
            <a:lvl3pPr marL="914469" indent="0">
              <a:buNone/>
              <a:defRPr sz="1800" b="1"/>
            </a:lvl3pPr>
            <a:lvl4pPr marL="1371705" indent="0">
              <a:buNone/>
              <a:defRPr sz="1600" b="1"/>
            </a:lvl4pPr>
            <a:lvl5pPr marL="1828940" indent="0">
              <a:buNone/>
              <a:defRPr sz="1600" b="1"/>
            </a:lvl5pPr>
            <a:lvl6pPr marL="2286173" indent="0">
              <a:buNone/>
              <a:defRPr sz="1600" b="1"/>
            </a:lvl6pPr>
            <a:lvl7pPr marL="2743409" indent="0">
              <a:buNone/>
              <a:defRPr sz="1600" b="1"/>
            </a:lvl7pPr>
            <a:lvl8pPr marL="3200645" indent="0">
              <a:buNone/>
              <a:defRPr sz="1600" b="1"/>
            </a:lvl8pPr>
            <a:lvl9pPr marL="365788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41F675-41C7-4B5F-B1AD-4C9DBC2DD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7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A6DC55-F568-43D7-874F-08CD5C48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191F-A0C9-4B4E-8538-7651D73981C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5CF89C3-57CD-4AF6-AB72-75F92BC0A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61CE54-3FB9-4E24-AF3F-81E354CE4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D7AC-3BB3-495F-8DAA-159112133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528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DFB1E-0B1E-4A61-A24A-2325267C8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75C7C9-AF0C-4F91-9401-D87EE4C7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191F-A0C9-4B4E-8538-7651D73981C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136852-E69C-44F9-A99E-FA42469FC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BEDA6C-83C6-4E1E-A704-0FC39FBB2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D7AC-3BB3-495F-8DAA-159112133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664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D918ADC-E8E8-4F8C-8C89-B5F7E7A12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191F-A0C9-4B4E-8538-7651D73981C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EDC3B2-076C-4344-B43B-18ED3588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532259-62F3-4654-A83D-B6FE50D3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D7AC-3BB3-495F-8DAA-159112133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70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1AA0CA-BC56-416B-ACC1-DDB0414FB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E4C442-5343-4698-8E3A-00F279FB8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1" y="987430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2A4934-A5D4-423F-8101-A7BBF3D73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1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35" indent="0">
              <a:buNone/>
              <a:defRPr sz="1400"/>
            </a:lvl2pPr>
            <a:lvl3pPr marL="914469" indent="0">
              <a:buNone/>
              <a:defRPr sz="1200"/>
            </a:lvl3pPr>
            <a:lvl4pPr marL="1371705" indent="0">
              <a:buNone/>
              <a:defRPr sz="1000"/>
            </a:lvl4pPr>
            <a:lvl5pPr marL="1828940" indent="0">
              <a:buNone/>
              <a:defRPr sz="1000"/>
            </a:lvl5pPr>
            <a:lvl6pPr marL="2286173" indent="0">
              <a:buNone/>
              <a:defRPr sz="1000"/>
            </a:lvl6pPr>
            <a:lvl7pPr marL="2743409" indent="0">
              <a:buNone/>
              <a:defRPr sz="1000"/>
            </a:lvl7pPr>
            <a:lvl8pPr marL="3200645" indent="0">
              <a:buNone/>
              <a:defRPr sz="1000"/>
            </a:lvl8pPr>
            <a:lvl9pPr marL="365788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4C3B1E-569F-45F0-B338-D1ACA423D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191F-A0C9-4B4E-8538-7651D73981C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C49B80-DE1A-4E12-8CC7-939B41845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4BAC7C-6E4A-42CB-9E87-A826C8EA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D7AC-3BB3-495F-8DAA-159112133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778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55AB5A-FEA8-454F-BB87-4D8A63D0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8FD7585-F049-471C-8390-F4264D3E3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1" y="987430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35" indent="0">
              <a:buNone/>
              <a:defRPr sz="2800"/>
            </a:lvl2pPr>
            <a:lvl3pPr marL="914469" indent="0">
              <a:buNone/>
              <a:defRPr sz="2400"/>
            </a:lvl3pPr>
            <a:lvl4pPr marL="1371705" indent="0">
              <a:buNone/>
              <a:defRPr sz="2000"/>
            </a:lvl4pPr>
            <a:lvl5pPr marL="1828940" indent="0">
              <a:buNone/>
              <a:defRPr sz="2000"/>
            </a:lvl5pPr>
            <a:lvl6pPr marL="2286173" indent="0">
              <a:buNone/>
              <a:defRPr sz="2000"/>
            </a:lvl6pPr>
            <a:lvl7pPr marL="2743409" indent="0">
              <a:buNone/>
              <a:defRPr sz="2000"/>
            </a:lvl7pPr>
            <a:lvl8pPr marL="3200645" indent="0">
              <a:buNone/>
              <a:defRPr sz="2000"/>
            </a:lvl8pPr>
            <a:lvl9pPr marL="365788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47E048-CE98-4642-B9E7-1951C75E3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1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35" indent="0">
              <a:buNone/>
              <a:defRPr sz="1400"/>
            </a:lvl2pPr>
            <a:lvl3pPr marL="914469" indent="0">
              <a:buNone/>
              <a:defRPr sz="1200"/>
            </a:lvl3pPr>
            <a:lvl4pPr marL="1371705" indent="0">
              <a:buNone/>
              <a:defRPr sz="1000"/>
            </a:lvl4pPr>
            <a:lvl5pPr marL="1828940" indent="0">
              <a:buNone/>
              <a:defRPr sz="1000"/>
            </a:lvl5pPr>
            <a:lvl6pPr marL="2286173" indent="0">
              <a:buNone/>
              <a:defRPr sz="1000"/>
            </a:lvl6pPr>
            <a:lvl7pPr marL="2743409" indent="0">
              <a:buNone/>
              <a:defRPr sz="1000"/>
            </a:lvl7pPr>
            <a:lvl8pPr marL="3200645" indent="0">
              <a:buNone/>
              <a:defRPr sz="1000"/>
            </a:lvl8pPr>
            <a:lvl9pPr marL="365788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209C24-C2E9-4A26-BBD3-CC5119E5F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191F-A0C9-4B4E-8538-7651D73981C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691E02-0410-4BBE-A1CF-506744CB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76C34A-61B1-4774-B057-A8B775026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D7AC-3BB3-495F-8DAA-159112133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0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6782E2-22B5-49D7-B0E4-25153CC4F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BAF692-9B43-47F2-856E-76B018311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0AE587-E5E5-42DA-9CE0-EACBB709A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191F-A0C9-4B4E-8538-7651D73981C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FBBADB-46B5-4689-B0B8-6446766B0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E206F2-FB9E-484D-9A14-CEDC4895B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D7AC-3BB3-495F-8DAA-159112133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39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47AA20E-74A9-45FC-B1C9-87D87A6D6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5" y="365127"/>
            <a:ext cx="2628901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CD4D92-5A11-448C-B6ED-03361AADD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32A1DF-D2CF-492D-BACE-55C1731AE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191F-A0C9-4B4E-8538-7651D73981C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15CFFC-F8BB-4500-80DC-8F3F03389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03947F-A918-4397-A299-1F4C86A04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D7AC-3BB3-495F-8DAA-159112133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92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046D519-3CD7-4642-8A9B-96B9FCBA2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051042-E8D2-469A-B800-04BCC9649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6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A1B7B8-5F31-4004-BE05-D5FEA34AC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A191F-A0C9-4B4E-8538-7651D73981C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447FF-7FE7-420D-BE7C-60E893A92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3"/>
            <a:ext cx="4114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9ADF22-F40A-4114-B15B-26AFD2D74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5D7AC-3BB3-495F-8DAA-159112133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350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6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8" indent="-228618" algn="l" defTabSz="91446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52" indent="-228618" algn="l" defTabSz="91446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88" indent="-228618" algn="l" defTabSz="91446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22" indent="-228618" algn="l" defTabSz="91446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56" indent="-228618" algn="l" defTabSz="91446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92" indent="-228618" algn="l" defTabSz="91446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27" indent="-228618" algn="l" defTabSz="91446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61" indent="-228618" algn="l" defTabSz="91446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99" indent="-228618" algn="l" defTabSz="91446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35" algn="l" defTabSz="9144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69" algn="l" defTabSz="9144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05" algn="l" defTabSz="9144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40" algn="l" defTabSz="9144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73" algn="l" defTabSz="9144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09" algn="l" defTabSz="9144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645" algn="l" defTabSz="9144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80" algn="l" defTabSz="9144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组合 91">
            <a:extLst>
              <a:ext uri="{FF2B5EF4-FFF2-40B4-BE49-F238E27FC236}">
                <a16:creationId xmlns:a16="http://schemas.microsoft.com/office/drawing/2014/main" id="{970978A8-C63C-4F68-82EE-6AD799CDF41F}"/>
              </a:ext>
            </a:extLst>
          </p:cNvPr>
          <p:cNvGrpSpPr/>
          <p:nvPr/>
        </p:nvGrpSpPr>
        <p:grpSpPr>
          <a:xfrm>
            <a:off x="734089" y="-875619"/>
            <a:ext cx="9139360" cy="11400445"/>
            <a:chOff x="734089" y="-875619"/>
            <a:chExt cx="9139360" cy="11400445"/>
          </a:xfrm>
        </p:grpSpPr>
        <p:sp>
          <p:nvSpPr>
            <p:cNvPr id="4" name="流程图: 可选过程 3">
              <a:extLst>
                <a:ext uri="{FF2B5EF4-FFF2-40B4-BE49-F238E27FC236}">
                  <a16:creationId xmlns:a16="http://schemas.microsoft.com/office/drawing/2014/main" id="{3A285BC4-A538-47D9-8024-E0AACCC0EDDA}"/>
                </a:ext>
              </a:extLst>
            </p:cNvPr>
            <p:cNvSpPr/>
            <p:nvPr/>
          </p:nvSpPr>
          <p:spPr>
            <a:xfrm>
              <a:off x="5019598" y="-875619"/>
              <a:ext cx="920133" cy="328839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开始</a:t>
              </a:r>
            </a:p>
          </p:txBody>
        </p:sp>
        <p:sp>
          <p:nvSpPr>
            <p:cNvPr id="5" name="流程图: 决策 4">
              <a:extLst>
                <a:ext uri="{FF2B5EF4-FFF2-40B4-BE49-F238E27FC236}">
                  <a16:creationId xmlns:a16="http://schemas.microsoft.com/office/drawing/2014/main" id="{524FE4F3-E1F0-4114-A1FA-3055BD82E80D}"/>
                </a:ext>
              </a:extLst>
            </p:cNvPr>
            <p:cNvSpPr/>
            <p:nvPr/>
          </p:nvSpPr>
          <p:spPr>
            <a:xfrm>
              <a:off x="4324851" y="-215764"/>
              <a:ext cx="2309629" cy="1144714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用户是否已注册？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B2A5DFDB-A07C-485A-A005-81970A14B0F0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>
              <a:off x="5479665" y="-546780"/>
              <a:ext cx="1" cy="331016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流程图: 过程 11">
              <a:extLst>
                <a:ext uri="{FF2B5EF4-FFF2-40B4-BE49-F238E27FC236}">
                  <a16:creationId xmlns:a16="http://schemas.microsoft.com/office/drawing/2014/main" id="{9231C8A0-CF8A-49EB-A01D-21F6587CFEF0}"/>
                </a:ext>
              </a:extLst>
            </p:cNvPr>
            <p:cNvSpPr/>
            <p:nvPr/>
          </p:nvSpPr>
          <p:spPr>
            <a:xfrm>
              <a:off x="3078480" y="1019059"/>
              <a:ext cx="1564639" cy="36195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显示注册页面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A94D49D-6BC0-4764-BEE0-80522E0775BF}"/>
                </a:ext>
              </a:extLst>
            </p:cNvPr>
            <p:cNvSpPr txBox="1"/>
            <p:nvPr/>
          </p:nvSpPr>
          <p:spPr>
            <a:xfrm>
              <a:off x="3334785" y="425304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否</a:t>
              </a:r>
            </a:p>
          </p:txBody>
        </p:sp>
        <p:sp>
          <p:nvSpPr>
            <p:cNvPr id="16" name="流程图: 数据 15">
              <a:extLst>
                <a:ext uri="{FF2B5EF4-FFF2-40B4-BE49-F238E27FC236}">
                  <a16:creationId xmlns:a16="http://schemas.microsoft.com/office/drawing/2014/main" id="{52BDF8E7-D62B-4301-9889-0EEEFF94BCA5}"/>
                </a:ext>
              </a:extLst>
            </p:cNvPr>
            <p:cNvSpPr/>
            <p:nvPr/>
          </p:nvSpPr>
          <p:spPr>
            <a:xfrm>
              <a:off x="2226462" y="1904757"/>
              <a:ext cx="2558897" cy="612648"/>
            </a:xfrm>
            <a:prstGeom prst="flowChartInputOutpu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输入账号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密码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验证码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79FCD4F-2BAD-4AC3-8F1C-75829A99C8F7}"/>
                </a:ext>
              </a:extLst>
            </p:cNvPr>
            <p:cNvCxnSpPr>
              <a:cxnSpLocks/>
            </p:cNvCxnSpPr>
            <p:nvPr/>
          </p:nvCxnSpPr>
          <p:spPr>
            <a:xfrm>
              <a:off x="3875559" y="1394355"/>
              <a:ext cx="1538" cy="510402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流程图: 决策 20">
              <a:extLst>
                <a:ext uri="{FF2B5EF4-FFF2-40B4-BE49-F238E27FC236}">
                  <a16:creationId xmlns:a16="http://schemas.microsoft.com/office/drawing/2014/main" id="{630EE5ED-A11D-4D97-B4B3-95203FFDB825}"/>
                </a:ext>
              </a:extLst>
            </p:cNvPr>
            <p:cNvSpPr/>
            <p:nvPr/>
          </p:nvSpPr>
          <p:spPr>
            <a:xfrm>
              <a:off x="734089" y="2686912"/>
              <a:ext cx="1875179" cy="826897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前端格式校验</a:t>
              </a:r>
            </a:p>
          </p:txBody>
        </p:sp>
        <p:sp>
          <p:nvSpPr>
            <p:cNvPr id="24" name="流程图: 过程 23">
              <a:extLst>
                <a:ext uri="{FF2B5EF4-FFF2-40B4-BE49-F238E27FC236}">
                  <a16:creationId xmlns:a16="http://schemas.microsoft.com/office/drawing/2014/main" id="{49673024-4E61-46BD-8B1D-035BB352D5C3}"/>
                </a:ext>
              </a:extLst>
            </p:cNvPr>
            <p:cNvSpPr/>
            <p:nvPr/>
          </p:nvSpPr>
          <p:spPr>
            <a:xfrm>
              <a:off x="968184" y="4116255"/>
              <a:ext cx="1406525" cy="538491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显示格式错误提示</a:t>
              </a: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12B2D568-2468-4356-A05E-334AE0D5CCBD}"/>
                </a:ext>
              </a:extLst>
            </p:cNvPr>
            <p:cNvCxnSpPr>
              <a:cxnSpLocks/>
              <a:stCxn id="21" idx="2"/>
              <a:endCxn id="24" idx="0"/>
            </p:cNvCxnSpPr>
            <p:nvPr/>
          </p:nvCxnSpPr>
          <p:spPr>
            <a:xfrm flipH="1">
              <a:off x="1671447" y="3513809"/>
              <a:ext cx="232" cy="602446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E766EC8-16BE-42D7-97C7-47169418DDD3}"/>
                </a:ext>
              </a:extLst>
            </p:cNvPr>
            <p:cNvSpPr txBox="1"/>
            <p:nvPr/>
          </p:nvSpPr>
          <p:spPr>
            <a:xfrm>
              <a:off x="1634858" y="3580323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不通过</a:t>
              </a:r>
            </a:p>
          </p:txBody>
        </p:sp>
        <p:sp>
          <p:nvSpPr>
            <p:cNvPr id="31" name="流程图: 过程 30">
              <a:extLst>
                <a:ext uri="{FF2B5EF4-FFF2-40B4-BE49-F238E27FC236}">
                  <a16:creationId xmlns:a16="http://schemas.microsoft.com/office/drawing/2014/main" id="{7142E833-2315-490D-8696-FD7A00C2FCA5}"/>
                </a:ext>
              </a:extLst>
            </p:cNvPr>
            <p:cNvSpPr/>
            <p:nvPr/>
          </p:nvSpPr>
          <p:spPr>
            <a:xfrm>
              <a:off x="3385068" y="3951856"/>
              <a:ext cx="1792968" cy="36195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提交至后端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API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99C88FD-3C16-4607-9D07-058740222686}"/>
                </a:ext>
              </a:extLst>
            </p:cNvPr>
            <p:cNvSpPr txBox="1"/>
            <p:nvPr/>
          </p:nvSpPr>
          <p:spPr>
            <a:xfrm>
              <a:off x="3629885" y="3175958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通过</a:t>
              </a:r>
            </a:p>
          </p:txBody>
        </p:sp>
        <p:sp>
          <p:nvSpPr>
            <p:cNvPr id="35" name="流程图: 决策 34">
              <a:extLst>
                <a:ext uri="{FF2B5EF4-FFF2-40B4-BE49-F238E27FC236}">
                  <a16:creationId xmlns:a16="http://schemas.microsoft.com/office/drawing/2014/main" id="{54AF1345-74F5-47E8-B338-3370955931A1}"/>
                </a:ext>
              </a:extLst>
            </p:cNvPr>
            <p:cNvSpPr/>
            <p:nvPr/>
          </p:nvSpPr>
          <p:spPr>
            <a:xfrm>
              <a:off x="2735630" y="4653138"/>
              <a:ext cx="3081171" cy="1151862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后端校验、用户已存在？数据合规？</a:t>
              </a: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76BCE2ED-66B5-4526-919F-3CE42350A097}"/>
                </a:ext>
              </a:extLst>
            </p:cNvPr>
            <p:cNvCxnSpPr>
              <a:cxnSpLocks/>
              <a:stCxn id="31" idx="2"/>
              <a:endCxn id="35" idx="0"/>
            </p:cNvCxnSpPr>
            <p:nvPr/>
          </p:nvCxnSpPr>
          <p:spPr>
            <a:xfrm flipH="1">
              <a:off x="4276216" y="4313806"/>
              <a:ext cx="5336" cy="339332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流程图: 过程 37">
              <a:extLst>
                <a:ext uri="{FF2B5EF4-FFF2-40B4-BE49-F238E27FC236}">
                  <a16:creationId xmlns:a16="http://schemas.microsoft.com/office/drawing/2014/main" id="{7A51E501-0233-4C8E-A2BF-8DD95741E666}"/>
                </a:ext>
              </a:extLst>
            </p:cNvPr>
            <p:cNvSpPr/>
            <p:nvPr/>
          </p:nvSpPr>
          <p:spPr>
            <a:xfrm>
              <a:off x="3373304" y="6368139"/>
              <a:ext cx="1823409" cy="506021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显示后端错误提示</a:t>
              </a:r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065CA3D-F510-4CB8-AB16-13F4B5671412}"/>
                </a:ext>
              </a:extLst>
            </p:cNvPr>
            <p:cNvCxnSpPr>
              <a:cxnSpLocks/>
              <a:stCxn id="35" idx="2"/>
              <a:endCxn id="38" idx="0"/>
            </p:cNvCxnSpPr>
            <p:nvPr/>
          </p:nvCxnSpPr>
          <p:spPr>
            <a:xfrm>
              <a:off x="4276216" y="5805000"/>
              <a:ext cx="8793" cy="563139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4C9CE50F-E2FB-4DDA-A49A-EBD253ED4C03}"/>
                </a:ext>
              </a:extLst>
            </p:cNvPr>
            <p:cNvSpPr txBox="1"/>
            <p:nvPr/>
          </p:nvSpPr>
          <p:spPr>
            <a:xfrm>
              <a:off x="3207572" y="5901903"/>
              <a:ext cx="1107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校验失败</a:t>
              </a:r>
            </a:p>
          </p:txBody>
        </p:sp>
        <p:cxnSp>
          <p:nvCxnSpPr>
            <p:cNvPr id="43" name="连接符: 肘形 42">
              <a:extLst>
                <a:ext uri="{FF2B5EF4-FFF2-40B4-BE49-F238E27FC236}">
                  <a16:creationId xmlns:a16="http://schemas.microsoft.com/office/drawing/2014/main" id="{5D561291-AD28-42A0-ABA0-9E1AADB23F8A}"/>
                </a:ext>
              </a:extLst>
            </p:cNvPr>
            <p:cNvCxnSpPr>
              <a:cxnSpLocks/>
              <a:stCxn id="38" idx="3"/>
              <a:endCxn id="16" idx="5"/>
            </p:cNvCxnSpPr>
            <p:nvPr/>
          </p:nvCxnSpPr>
          <p:spPr>
            <a:xfrm flipH="1" flipV="1">
              <a:off x="4529469" y="2211081"/>
              <a:ext cx="667244" cy="4410069"/>
            </a:xfrm>
            <a:prstGeom prst="bentConnector3">
              <a:avLst>
                <a:gd name="adj1" fmla="val -111917"/>
              </a:avLst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流程图: 过程 46">
              <a:extLst>
                <a:ext uri="{FF2B5EF4-FFF2-40B4-BE49-F238E27FC236}">
                  <a16:creationId xmlns:a16="http://schemas.microsoft.com/office/drawing/2014/main" id="{1D8A11FD-8CE4-49E0-BACA-8B87534652AF}"/>
                </a:ext>
              </a:extLst>
            </p:cNvPr>
            <p:cNvSpPr/>
            <p:nvPr/>
          </p:nvSpPr>
          <p:spPr>
            <a:xfrm>
              <a:off x="4181203" y="7042775"/>
              <a:ext cx="1823408" cy="510402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创建账户并入库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E2856E80-5842-4842-820D-ECF9BD804262}"/>
                </a:ext>
              </a:extLst>
            </p:cNvPr>
            <p:cNvSpPr txBox="1"/>
            <p:nvPr/>
          </p:nvSpPr>
          <p:spPr>
            <a:xfrm>
              <a:off x="6150142" y="6093795"/>
              <a:ext cx="1107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校验成功</a:t>
              </a:r>
            </a:p>
          </p:txBody>
        </p:sp>
        <p:sp>
          <p:nvSpPr>
            <p:cNvPr id="51" name="流程图: 过程 50">
              <a:extLst>
                <a:ext uri="{FF2B5EF4-FFF2-40B4-BE49-F238E27FC236}">
                  <a16:creationId xmlns:a16="http://schemas.microsoft.com/office/drawing/2014/main" id="{3C292CBE-2049-4CC5-9B85-FCAB54D82114}"/>
                </a:ext>
              </a:extLst>
            </p:cNvPr>
            <p:cNvSpPr/>
            <p:nvPr/>
          </p:nvSpPr>
          <p:spPr>
            <a:xfrm>
              <a:off x="4004578" y="8068617"/>
              <a:ext cx="2188410" cy="36195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生成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Token/Session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4BCEFCA2-3ED5-48DD-BE7F-886EEA175177}"/>
                </a:ext>
              </a:extLst>
            </p:cNvPr>
            <p:cNvCxnSpPr>
              <a:cxnSpLocks/>
            </p:cNvCxnSpPr>
            <p:nvPr/>
          </p:nvCxnSpPr>
          <p:spPr>
            <a:xfrm>
              <a:off x="5320313" y="7549621"/>
              <a:ext cx="1538" cy="510402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流程图: 接点 52">
              <a:extLst>
                <a:ext uri="{FF2B5EF4-FFF2-40B4-BE49-F238E27FC236}">
                  <a16:creationId xmlns:a16="http://schemas.microsoft.com/office/drawing/2014/main" id="{30D3F69E-4C86-4B6C-8D60-5646A9B37197}"/>
                </a:ext>
              </a:extLst>
            </p:cNvPr>
            <p:cNvSpPr/>
            <p:nvPr/>
          </p:nvSpPr>
          <p:spPr>
            <a:xfrm>
              <a:off x="4564610" y="9084826"/>
              <a:ext cx="1440000" cy="1440000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登录成功、跳转首页</a:t>
              </a:r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35F0FC37-D089-4483-93A9-AF9FF0AFEE22}"/>
                </a:ext>
              </a:extLst>
            </p:cNvPr>
            <p:cNvCxnSpPr>
              <a:cxnSpLocks/>
              <a:endCxn id="53" idx="0"/>
            </p:cNvCxnSpPr>
            <p:nvPr/>
          </p:nvCxnSpPr>
          <p:spPr>
            <a:xfrm>
              <a:off x="5284610" y="8430567"/>
              <a:ext cx="0" cy="654259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流程图: 决策 55">
              <a:extLst>
                <a:ext uri="{FF2B5EF4-FFF2-40B4-BE49-F238E27FC236}">
                  <a16:creationId xmlns:a16="http://schemas.microsoft.com/office/drawing/2014/main" id="{56C59DBF-B9C5-4A5C-89B5-410CF900DA2E}"/>
                </a:ext>
              </a:extLst>
            </p:cNvPr>
            <p:cNvSpPr/>
            <p:nvPr/>
          </p:nvSpPr>
          <p:spPr>
            <a:xfrm>
              <a:off x="6476528" y="6859246"/>
              <a:ext cx="2195010" cy="898566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验证账号密码</a:t>
              </a:r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7194B3C4-E437-46C9-A50E-86729C63FD66}"/>
                </a:ext>
              </a:extLst>
            </p:cNvPr>
            <p:cNvCxnSpPr>
              <a:cxnSpLocks/>
              <a:endCxn id="51" idx="3"/>
            </p:cNvCxnSpPr>
            <p:nvPr/>
          </p:nvCxnSpPr>
          <p:spPr>
            <a:xfrm flipH="1">
              <a:off x="6192988" y="7540857"/>
              <a:ext cx="861230" cy="708735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9422D587-08C3-40F8-9CB1-C9F56A25CEC3}"/>
                </a:ext>
              </a:extLst>
            </p:cNvPr>
            <p:cNvSpPr txBox="1"/>
            <p:nvPr/>
          </p:nvSpPr>
          <p:spPr>
            <a:xfrm>
              <a:off x="5770912" y="7521278"/>
              <a:ext cx="1107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验证成功</a:t>
              </a:r>
            </a:p>
          </p:txBody>
        </p:sp>
        <p:sp>
          <p:nvSpPr>
            <p:cNvPr id="60" name="流程图: 过程 59">
              <a:extLst>
                <a:ext uri="{FF2B5EF4-FFF2-40B4-BE49-F238E27FC236}">
                  <a16:creationId xmlns:a16="http://schemas.microsoft.com/office/drawing/2014/main" id="{A41BB11F-31D6-43E4-9F79-DB436959038D}"/>
                </a:ext>
              </a:extLst>
            </p:cNvPr>
            <p:cNvSpPr/>
            <p:nvPr/>
          </p:nvSpPr>
          <p:spPr>
            <a:xfrm>
              <a:off x="7620001" y="8071335"/>
              <a:ext cx="2253448" cy="530479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提示账号或密码错误</a:t>
              </a:r>
            </a:p>
          </p:txBody>
        </p: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33E9B25F-D6A0-484A-A180-FB40F84841B3}"/>
                </a:ext>
              </a:extLst>
            </p:cNvPr>
            <p:cNvCxnSpPr>
              <a:cxnSpLocks/>
              <a:endCxn id="60" idx="0"/>
            </p:cNvCxnSpPr>
            <p:nvPr/>
          </p:nvCxnSpPr>
          <p:spPr>
            <a:xfrm>
              <a:off x="8093847" y="7540857"/>
              <a:ext cx="652878" cy="530478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46102BA9-60A3-48DE-AC76-2414A56366AD}"/>
                </a:ext>
              </a:extLst>
            </p:cNvPr>
            <p:cNvSpPr txBox="1"/>
            <p:nvPr/>
          </p:nvSpPr>
          <p:spPr>
            <a:xfrm>
              <a:off x="8373080" y="7458321"/>
              <a:ext cx="1107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验证失败</a:t>
              </a:r>
            </a:p>
          </p:txBody>
        </p:sp>
        <p:sp>
          <p:nvSpPr>
            <p:cNvPr id="66" name="流程图: 过程 65">
              <a:extLst>
                <a:ext uri="{FF2B5EF4-FFF2-40B4-BE49-F238E27FC236}">
                  <a16:creationId xmlns:a16="http://schemas.microsoft.com/office/drawing/2014/main" id="{2A5E3803-F7FB-4647-9C0D-E3A9A351D4FD}"/>
                </a:ext>
              </a:extLst>
            </p:cNvPr>
            <p:cNvSpPr/>
            <p:nvPr/>
          </p:nvSpPr>
          <p:spPr>
            <a:xfrm>
              <a:off x="6504879" y="5234094"/>
              <a:ext cx="2117165" cy="36195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提交至后端验证</a:t>
              </a:r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471F7D8C-01C1-4F5E-96FF-EC915D4461B1}"/>
                </a:ext>
              </a:extLst>
            </p:cNvPr>
            <p:cNvCxnSpPr>
              <a:cxnSpLocks/>
              <a:stCxn id="66" idx="2"/>
              <a:endCxn id="56" idx="0"/>
            </p:cNvCxnSpPr>
            <p:nvPr/>
          </p:nvCxnSpPr>
          <p:spPr>
            <a:xfrm>
              <a:off x="7563462" y="5596044"/>
              <a:ext cx="10571" cy="1263202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流程图: 数据 70">
              <a:extLst>
                <a:ext uri="{FF2B5EF4-FFF2-40B4-BE49-F238E27FC236}">
                  <a16:creationId xmlns:a16="http://schemas.microsoft.com/office/drawing/2014/main" id="{9A1DCF27-4B82-4250-863F-4C8FFCD39A1D}"/>
                </a:ext>
              </a:extLst>
            </p:cNvPr>
            <p:cNvSpPr/>
            <p:nvPr/>
          </p:nvSpPr>
          <p:spPr>
            <a:xfrm>
              <a:off x="7887804" y="3585776"/>
              <a:ext cx="1984106" cy="530479"/>
            </a:xfrm>
            <a:prstGeom prst="flowChartInputOutpu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输入账号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密码</a:t>
              </a:r>
            </a:p>
          </p:txBody>
        </p:sp>
        <p:cxnSp>
          <p:nvCxnSpPr>
            <p:cNvPr id="72" name="连接符: 肘形 71">
              <a:extLst>
                <a:ext uri="{FF2B5EF4-FFF2-40B4-BE49-F238E27FC236}">
                  <a16:creationId xmlns:a16="http://schemas.microsoft.com/office/drawing/2014/main" id="{EFDEB1CE-EE5E-4D10-B1BC-0233576A5561}"/>
                </a:ext>
              </a:extLst>
            </p:cNvPr>
            <p:cNvCxnSpPr>
              <a:cxnSpLocks/>
              <a:stCxn id="71" idx="2"/>
              <a:endCxn id="66" idx="0"/>
            </p:cNvCxnSpPr>
            <p:nvPr/>
          </p:nvCxnSpPr>
          <p:spPr>
            <a:xfrm rot="10800000" flipV="1">
              <a:off x="7563463" y="3851016"/>
              <a:ext cx="522753" cy="1383078"/>
            </a:xfrm>
            <a:prstGeom prst="bentConnector2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连接符: 肘形 74">
              <a:extLst>
                <a:ext uri="{FF2B5EF4-FFF2-40B4-BE49-F238E27FC236}">
                  <a16:creationId xmlns:a16="http://schemas.microsoft.com/office/drawing/2014/main" id="{62E63664-3084-4C64-B4BD-3894517E3DC8}"/>
                </a:ext>
              </a:extLst>
            </p:cNvPr>
            <p:cNvCxnSpPr>
              <a:cxnSpLocks/>
              <a:stCxn id="60" idx="3"/>
              <a:endCxn id="71" idx="5"/>
            </p:cNvCxnSpPr>
            <p:nvPr/>
          </p:nvCxnSpPr>
          <p:spPr>
            <a:xfrm flipH="1" flipV="1">
              <a:off x="9673499" y="3851016"/>
              <a:ext cx="199950" cy="4485559"/>
            </a:xfrm>
            <a:prstGeom prst="bentConnector3">
              <a:avLst>
                <a:gd name="adj1" fmla="val -114329"/>
              </a:avLst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8" name="流程图: 过程 77">
              <a:extLst>
                <a:ext uri="{FF2B5EF4-FFF2-40B4-BE49-F238E27FC236}">
                  <a16:creationId xmlns:a16="http://schemas.microsoft.com/office/drawing/2014/main" id="{9B6A933C-7874-4064-B5A0-31363CC0164D}"/>
                </a:ext>
              </a:extLst>
            </p:cNvPr>
            <p:cNvSpPr/>
            <p:nvPr/>
          </p:nvSpPr>
          <p:spPr>
            <a:xfrm>
              <a:off x="8093847" y="2140707"/>
              <a:ext cx="1579652" cy="36195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显示登录页面</a:t>
              </a:r>
            </a:p>
          </p:txBody>
        </p: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46E96EF7-B5C9-4857-84C5-9CA89C9697C4}"/>
                </a:ext>
              </a:extLst>
            </p:cNvPr>
            <p:cNvCxnSpPr>
              <a:cxnSpLocks/>
              <a:stCxn id="78" idx="2"/>
              <a:endCxn id="71" idx="1"/>
            </p:cNvCxnSpPr>
            <p:nvPr/>
          </p:nvCxnSpPr>
          <p:spPr>
            <a:xfrm flipH="1">
              <a:off x="8879857" y="2502657"/>
              <a:ext cx="3816" cy="1083119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连接符: 肘形 84">
              <a:extLst>
                <a:ext uri="{FF2B5EF4-FFF2-40B4-BE49-F238E27FC236}">
                  <a16:creationId xmlns:a16="http://schemas.microsoft.com/office/drawing/2014/main" id="{7A5493AC-2DAC-4B5D-B8ED-B6B6600B6590}"/>
                </a:ext>
              </a:extLst>
            </p:cNvPr>
            <p:cNvCxnSpPr>
              <a:cxnSpLocks/>
              <a:stCxn id="35" idx="3"/>
              <a:endCxn id="47" idx="3"/>
            </p:cNvCxnSpPr>
            <p:nvPr/>
          </p:nvCxnSpPr>
          <p:spPr>
            <a:xfrm>
              <a:off x="5816801" y="5229069"/>
              <a:ext cx="187810" cy="2068907"/>
            </a:xfrm>
            <a:prstGeom prst="bentConnector3">
              <a:avLst>
                <a:gd name="adj1" fmla="val 221719"/>
              </a:avLst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连接符: 肘形 90">
              <a:extLst>
                <a:ext uri="{FF2B5EF4-FFF2-40B4-BE49-F238E27FC236}">
                  <a16:creationId xmlns:a16="http://schemas.microsoft.com/office/drawing/2014/main" id="{D3B62550-2459-4F3E-9530-D6B62C2A91AA}"/>
                </a:ext>
              </a:extLst>
            </p:cNvPr>
            <p:cNvCxnSpPr>
              <a:cxnSpLocks/>
              <a:stCxn id="5" idx="3"/>
              <a:endCxn id="78" idx="0"/>
            </p:cNvCxnSpPr>
            <p:nvPr/>
          </p:nvCxnSpPr>
          <p:spPr>
            <a:xfrm>
              <a:off x="6634480" y="356593"/>
              <a:ext cx="2249193" cy="1784114"/>
            </a:xfrm>
            <a:prstGeom prst="bentConnector2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4A8892BF-F5F3-41E3-B750-344E286ACFCE}"/>
                </a:ext>
              </a:extLst>
            </p:cNvPr>
            <p:cNvSpPr txBox="1"/>
            <p:nvPr/>
          </p:nvSpPr>
          <p:spPr>
            <a:xfrm>
              <a:off x="8541831" y="92895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是</a:t>
              </a:r>
            </a:p>
          </p:txBody>
        </p:sp>
        <p:cxnSp>
          <p:nvCxnSpPr>
            <p:cNvPr id="133" name="连接符: 肘形 132">
              <a:extLst>
                <a:ext uri="{FF2B5EF4-FFF2-40B4-BE49-F238E27FC236}">
                  <a16:creationId xmlns:a16="http://schemas.microsoft.com/office/drawing/2014/main" id="{892F46FF-7556-453F-B746-9389FF043C4B}"/>
                </a:ext>
              </a:extLst>
            </p:cNvPr>
            <p:cNvCxnSpPr>
              <a:cxnSpLocks/>
              <a:stCxn id="21" idx="3"/>
              <a:endCxn id="31" idx="0"/>
            </p:cNvCxnSpPr>
            <p:nvPr/>
          </p:nvCxnSpPr>
          <p:spPr>
            <a:xfrm>
              <a:off x="2609268" y="3100361"/>
              <a:ext cx="1672284" cy="851495"/>
            </a:xfrm>
            <a:prstGeom prst="bentConnector2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连接符: 肘形 48">
              <a:extLst>
                <a:ext uri="{FF2B5EF4-FFF2-40B4-BE49-F238E27FC236}">
                  <a16:creationId xmlns:a16="http://schemas.microsoft.com/office/drawing/2014/main" id="{1ECCF238-FD6F-4361-B2F2-769361FE6B7B}"/>
                </a:ext>
              </a:extLst>
            </p:cNvPr>
            <p:cNvCxnSpPr>
              <a:cxnSpLocks/>
              <a:stCxn id="5" idx="1"/>
              <a:endCxn id="12" idx="0"/>
            </p:cNvCxnSpPr>
            <p:nvPr/>
          </p:nvCxnSpPr>
          <p:spPr>
            <a:xfrm rot="10800000" flipV="1">
              <a:off x="3860801" y="356593"/>
              <a:ext cx="464051" cy="662466"/>
            </a:xfrm>
            <a:prstGeom prst="bentConnector2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连接符: 肘形 69">
              <a:extLst>
                <a:ext uri="{FF2B5EF4-FFF2-40B4-BE49-F238E27FC236}">
                  <a16:creationId xmlns:a16="http://schemas.microsoft.com/office/drawing/2014/main" id="{BBF1CA06-2BE3-4129-9F83-753A51B78CA4}"/>
                </a:ext>
              </a:extLst>
            </p:cNvPr>
            <p:cNvCxnSpPr>
              <a:cxnSpLocks/>
              <a:stCxn id="24" idx="3"/>
              <a:endCxn id="16" idx="3"/>
            </p:cNvCxnSpPr>
            <p:nvPr/>
          </p:nvCxnSpPr>
          <p:spPr>
            <a:xfrm flipV="1">
              <a:off x="2374709" y="2517405"/>
              <a:ext cx="875312" cy="1868096"/>
            </a:xfrm>
            <a:prstGeom prst="bentConnector2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连接符: 肘形 72">
              <a:extLst>
                <a:ext uri="{FF2B5EF4-FFF2-40B4-BE49-F238E27FC236}">
                  <a16:creationId xmlns:a16="http://schemas.microsoft.com/office/drawing/2014/main" id="{73DDBF7D-B212-4AFD-915B-3A3BD4C0834A}"/>
                </a:ext>
              </a:extLst>
            </p:cNvPr>
            <p:cNvCxnSpPr>
              <a:cxnSpLocks/>
              <a:stCxn id="16" idx="2"/>
              <a:endCxn id="21" idx="0"/>
            </p:cNvCxnSpPr>
            <p:nvPr/>
          </p:nvCxnSpPr>
          <p:spPr>
            <a:xfrm rot="10800000" flipV="1">
              <a:off x="1671680" y="2211080"/>
              <a:ext cx="810673" cy="475831"/>
            </a:xfrm>
            <a:prstGeom prst="bentConnector2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8136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组合 91">
            <a:extLst>
              <a:ext uri="{FF2B5EF4-FFF2-40B4-BE49-F238E27FC236}">
                <a16:creationId xmlns:a16="http://schemas.microsoft.com/office/drawing/2014/main" id="{3120350A-AD09-4798-BB2E-4FB018A3C3BC}"/>
              </a:ext>
            </a:extLst>
          </p:cNvPr>
          <p:cNvGrpSpPr/>
          <p:nvPr/>
        </p:nvGrpSpPr>
        <p:grpSpPr>
          <a:xfrm>
            <a:off x="334308" y="222548"/>
            <a:ext cx="6043958" cy="9550929"/>
            <a:chOff x="334308" y="222548"/>
            <a:chExt cx="6043958" cy="9550929"/>
          </a:xfrm>
        </p:grpSpPr>
        <p:sp>
          <p:nvSpPr>
            <p:cNvPr id="2" name="流程图: 可选过程 1">
              <a:extLst>
                <a:ext uri="{FF2B5EF4-FFF2-40B4-BE49-F238E27FC236}">
                  <a16:creationId xmlns:a16="http://schemas.microsoft.com/office/drawing/2014/main" id="{F8500FEA-D507-4CFC-9058-E69BB879AC16}"/>
                </a:ext>
              </a:extLst>
            </p:cNvPr>
            <p:cNvSpPr/>
            <p:nvPr/>
          </p:nvSpPr>
          <p:spPr>
            <a:xfrm>
              <a:off x="4330798" y="222548"/>
              <a:ext cx="1924228" cy="285750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进入用户管理页面</a:t>
              </a: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93B510C-F756-4217-93C8-765F56460238}"/>
                </a:ext>
              </a:extLst>
            </p:cNvPr>
            <p:cNvSpPr/>
            <p:nvPr/>
          </p:nvSpPr>
          <p:spPr>
            <a:xfrm>
              <a:off x="4330798" y="874646"/>
              <a:ext cx="1924228" cy="4373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请求用户列表数据</a:t>
              </a: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C1BA96-960E-41F2-B70B-CBA596FA862F}"/>
                </a:ext>
              </a:extLst>
            </p:cNvPr>
            <p:cNvCxnSpPr>
              <a:cxnSpLocks/>
              <a:stCxn id="2" idx="2"/>
              <a:endCxn id="3" idx="0"/>
            </p:cNvCxnSpPr>
            <p:nvPr/>
          </p:nvCxnSpPr>
          <p:spPr>
            <a:xfrm>
              <a:off x="5292912" y="508298"/>
              <a:ext cx="0" cy="366348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FF9F500-8943-4A0C-8062-A724880CF2CD}"/>
                </a:ext>
              </a:extLst>
            </p:cNvPr>
            <p:cNvSpPr/>
            <p:nvPr/>
          </p:nvSpPr>
          <p:spPr>
            <a:xfrm>
              <a:off x="2643809" y="1563759"/>
              <a:ext cx="1421946" cy="4373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渲染用户表格</a:t>
              </a:r>
            </a:p>
          </p:txBody>
        </p:sp>
        <p:cxnSp>
          <p:nvCxnSpPr>
            <p:cNvPr id="9" name="连接符: 肘形 8">
              <a:extLst>
                <a:ext uri="{FF2B5EF4-FFF2-40B4-BE49-F238E27FC236}">
                  <a16:creationId xmlns:a16="http://schemas.microsoft.com/office/drawing/2014/main" id="{652DB2D7-CF77-4345-98C1-D19B71B8F70B}"/>
                </a:ext>
              </a:extLst>
            </p:cNvPr>
            <p:cNvCxnSpPr>
              <a:stCxn id="3" idx="1"/>
              <a:endCxn id="7" idx="0"/>
            </p:cNvCxnSpPr>
            <p:nvPr/>
          </p:nvCxnSpPr>
          <p:spPr>
            <a:xfrm rot="10800000" flipV="1">
              <a:off x="3354782" y="1093307"/>
              <a:ext cx="976016" cy="470452"/>
            </a:xfrm>
            <a:prstGeom prst="bentConnector2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流程图: 决策 9">
              <a:extLst>
                <a:ext uri="{FF2B5EF4-FFF2-40B4-BE49-F238E27FC236}">
                  <a16:creationId xmlns:a16="http://schemas.microsoft.com/office/drawing/2014/main" id="{55D4AC47-876E-421C-8CC6-4AE1E61BD365}"/>
                </a:ext>
              </a:extLst>
            </p:cNvPr>
            <p:cNvSpPr/>
            <p:nvPr/>
          </p:nvSpPr>
          <p:spPr>
            <a:xfrm>
              <a:off x="2707748" y="2471533"/>
              <a:ext cx="1294068" cy="1060174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选择操作</a:t>
              </a: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0F60376D-58CA-4FC2-9843-6CFBC83BB970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>
              <a:off x="3354782" y="2001081"/>
              <a:ext cx="0" cy="470452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F64A612-5367-4814-891A-0F806AEBC3E0}"/>
                </a:ext>
              </a:extLst>
            </p:cNvPr>
            <p:cNvSpPr/>
            <p:nvPr/>
          </p:nvSpPr>
          <p:spPr>
            <a:xfrm>
              <a:off x="1692315" y="4002159"/>
              <a:ext cx="1421946" cy="4373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打开新增窗口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6A4ED2B-5850-41E9-AD43-794BB7D669B7}"/>
                </a:ext>
              </a:extLst>
            </p:cNvPr>
            <p:cNvSpPr/>
            <p:nvPr/>
          </p:nvSpPr>
          <p:spPr>
            <a:xfrm>
              <a:off x="3619825" y="4002159"/>
              <a:ext cx="1421946" cy="4373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点击删除按钮</a:t>
              </a:r>
            </a:p>
          </p:txBody>
        </p:sp>
        <p:cxnSp>
          <p:nvCxnSpPr>
            <p:cNvPr id="16" name="连接符: 肘形 15">
              <a:extLst>
                <a:ext uri="{FF2B5EF4-FFF2-40B4-BE49-F238E27FC236}">
                  <a16:creationId xmlns:a16="http://schemas.microsoft.com/office/drawing/2014/main" id="{0B9A171F-CF80-4EFE-9A7F-BF91AE7ACA71}"/>
                </a:ext>
              </a:extLst>
            </p:cNvPr>
            <p:cNvCxnSpPr>
              <a:cxnSpLocks/>
              <a:stCxn id="10" idx="1"/>
              <a:endCxn id="14" idx="0"/>
            </p:cNvCxnSpPr>
            <p:nvPr/>
          </p:nvCxnSpPr>
          <p:spPr>
            <a:xfrm rot="10800000" flipV="1">
              <a:off x="2403288" y="3001619"/>
              <a:ext cx="304460" cy="1000539"/>
            </a:xfrm>
            <a:prstGeom prst="bentConnector2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连接符: 肘形 18">
              <a:extLst>
                <a:ext uri="{FF2B5EF4-FFF2-40B4-BE49-F238E27FC236}">
                  <a16:creationId xmlns:a16="http://schemas.microsoft.com/office/drawing/2014/main" id="{E16CE5A6-6FAC-4318-A1CE-841136855C9F}"/>
                </a:ext>
              </a:extLst>
            </p:cNvPr>
            <p:cNvCxnSpPr>
              <a:cxnSpLocks/>
              <a:stCxn id="10" idx="3"/>
              <a:endCxn id="15" idx="0"/>
            </p:cNvCxnSpPr>
            <p:nvPr/>
          </p:nvCxnSpPr>
          <p:spPr>
            <a:xfrm>
              <a:off x="4001816" y="3001620"/>
              <a:ext cx="328982" cy="1000539"/>
            </a:xfrm>
            <a:prstGeom prst="bentConnector2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BA63766F-F6E9-482B-93F9-3E0376971DFB}"/>
                </a:ext>
              </a:extLst>
            </p:cNvPr>
            <p:cNvSpPr txBox="1"/>
            <p:nvPr/>
          </p:nvSpPr>
          <p:spPr>
            <a:xfrm>
              <a:off x="1494072" y="3531707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新增用户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EEF5969-19CB-4835-8DF8-4AE070F0068A}"/>
                </a:ext>
              </a:extLst>
            </p:cNvPr>
            <p:cNvSpPr txBox="1"/>
            <p:nvPr/>
          </p:nvSpPr>
          <p:spPr>
            <a:xfrm>
              <a:off x="4243077" y="3531707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删除用户</a:t>
              </a:r>
            </a:p>
          </p:txBody>
        </p:sp>
        <p:sp>
          <p:nvSpPr>
            <p:cNvPr id="24" name="流程图: 数据 23">
              <a:extLst>
                <a:ext uri="{FF2B5EF4-FFF2-40B4-BE49-F238E27FC236}">
                  <a16:creationId xmlns:a16="http://schemas.microsoft.com/office/drawing/2014/main" id="{B942D305-0531-4C09-8E11-E69D0901E84E}"/>
                </a:ext>
              </a:extLst>
            </p:cNvPr>
            <p:cNvSpPr/>
            <p:nvPr/>
          </p:nvSpPr>
          <p:spPr>
            <a:xfrm>
              <a:off x="1398786" y="4790661"/>
              <a:ext cx="1662467" cy="761997"/>
            </a:xfrm>
            <a:prstGeom prst="flowChartInputOutpu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输入：账号</a:t>
              </a: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密码</a:t>
              </a: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角色</a:t>
              </a: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4801AF9-30A4-4690-8A4F-47CEC68D207B}"/>
                </a:ext>
              </a:extLst>
            </p:cNvPr>
            <p:cNvCxnSpPr>
              <a:cxnSpLocks/>
              <a:stCxn id="14" idx="2"/>
              <a:endCxn id="24" idx="0"/>
            </p:cNvCxnSpPr>
            <p:nvPr/>
          </p:nvCxnSpPr>
          <p:spPr>
            <a:xfrm flipH="1">
              <a:off x="2396266" y="4439481"/>
              <a:ext cx="7022" cy="351180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流程图: 决策 27">
              <a:extLst>
                <a:ext uri="{FF2B5EF4-FFF2-40B4-BE49-F238E27FC236}">
                  <a16:creationId xmlns:a16="http://schemas.microsoft.com/office/drawing/2014/main" id="{7667794B-DADF-4EE2-B9B2-951F2850BA9F}"/>
                </a:ext>
              </a:extLst>
            </p:cNvPr>
            <p:cNvSpPr/>
            <p:nvPr/>
          </p:nvSpPr>
          <p:spPr>
            <a:xfrm>
              <a:off x="398247" y="5850835"/>
              <a:ext cx="1294068" cy="1060174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表单校验</a:t>
              </a:r>
            </a:p>
          </p:txBody>
        </p:sp>
        <p:cxnSp>
          <p:nvCxnSpPr>
            <p:cNvPr id="29" name="连接符: 肘形 28">
              <a:extLst>
                <a:ext uri="{FF2B5EF4-FFF2-40B4-BE49-F238E27FC236}">
                  <a16:creationId xmlns:a16="http://schemas.microsoft.com/office/drawing/2014/main" id="{7DA54771-D5B8-43E1-A76B-2D3F3B728787}"/>
                </a:ext>
              </a:extLst>
            </p:cNvPr>
            <p:cNvCxnSpPr>
              <a:cxnSpLocks/>
              <a:stCxn id="24" idx="2"/>
              <a:endCxn id="28" idx="0"/>
            </p:cNvCxnSpPr>
            <p:nvPr/>
          </p:nvCxnSpPr>
          <p:spPr>
            <a:xfrm rot="10800000" flipV="1">
              <a:off x="1045281" y="5171659"/>
              <a:ext cx="519752" cy="679175"/>
            </a:xfrm>
            <a:prstGeom prst="bentConnector2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46CBA64-1822-4D7E-B896-221913D82CBF}"/>
                </a:ext>
              </a:extLst>
            </p:cNvPr>
            <p:cNvSpPr/>
            <p:nvPr/>
          </p:nvSpPr>
          <p:spPr>
            <a:xfrm>
              <a:off x="334308" y="7315204"/>
              <a:ext cx="1421946" cy="4373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显示错误提示</a:t>
              </a: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4E719A4-DD28-4CF3-9967-350F28EA71C3}"/>
                </a:ext>
              </a:extLst>
            </p:cNvPr>
            <p:cNvCxnSpPr>
              <a:cxnSpLocks/>
              <a:stCxn id="28" idx="2"/>
              <a:endCxn id="32" idx="0"/>
            </p:cNvCxnSpPr>
            <p:nvPr/>
          </p:nvCxnSpPr>
          <p:spPr>
            <a:xfrm>
              <a:off x="1045281" y="6911009"/>
              <a:ext cx="0" cy="404195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21E59DAB-9CCE-4A2E-A2A3-E2A30358E479}"/>
                </a:ext>
              </a:extLst>
            </p:cNvPr>
            <p:cNvSpPr txBox="1"/>
            <p:nvPr/>
          </p:nvSpPr>
          <p:spPr>
            <a:xfrm>
              <a:off x="1030046" y="6858000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校验失败</a:t>
              </a:r>
            </a:p>
          </p:txBody>
        </p:sp>
        <p:cxnSp>
          <p:nvCxnSpPr>
            <p:cNvPr id="37" name="连接符: 肘形 36">
              <a:extLst>
                <a:ext uri="{FF2B5EF4-FFF2-40B4-BE49-F238E27FC236}">
                  <a16:creationId xmlns:a16="http://schemas.microsoft.com/office/drawing/2014/main" id="{F35CE9D5-B8BA-49FA-83D3-A8B5F855A76B}"/>
                </a:ext>
              </a:extLst>
            </p:cNvPr>
            <p:cNvCxnSpPr>
              <a:cxnSpLocks/>
              <a:stCxn id="32" idx="3"/>
              <a:endCxn id="24" idx="3"/>
            </p:cNvCxnSpPr>
            <p:nvPr/>
          </p:nvCxnSpPr>
          <p:spPr>
            <a:xfrm flipV="1">
              <a:off x="1756254" y="5552658"/>
              <a:ext cx="307519" cy="1981207"/>
            </a:xfrm>
            <a:prstGeom prst="bentConnector2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0206915-D8AB-46D1-B800-12AB35EACB34}"/>
                </a:ext>
              </a:extLst>
            </p:cNvPr>
            <p:cNvSpPr/>
            <p:nvPr/>
          </p:nvSpPr>
          <p:spPr>
            <a:xfrm>
              <a:off x="2350280" y="7315204"/>
              <a:ext cx="1421946" cy="4373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提交新增请求</a:t>
              </a:r>
            </a:p>
          </p:txBody>
        </p:sp>
        <p:cxnSp>
          <p:nvCxnSpPr>
            <p:cNvPr id="41" name="连接符: 肘形 40">
              <a:extLst>
                <a:ext uri="{FF2B5EF4-FFF2-40B4-BE49-F238E27FC236}">
                  <a16:creationId xmlns:a16="http://schemas.microsoft.com/office/drawing/2014/main" id="{EFB03772-A085-4C55-894A-476B34A13F77}"/>
                </a:ext>
              </a:extLst>
            </p:cNvPr>
            <p:cNvCxnSpPr>
              <a:cxnSpLocks/>
              <a:stCxn id="28" idx="3"/>
              <a:endCxn id="40" idx="0"/>
            </p:cNvCxnSpPr>
            <p:nvPr/>
          </p:nvCxnSpPr>
          <p:spPr>
            <a:xfrm>
              <a:off x="1692315" y="6380922"/>
              <a:ext cx="1368938" cy="934282"/>
            </a:xfrm>
            <a:prstGeom prst="bentConnector2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3FBC966-D966-455A-A554-B0EC5362D651}"/>
                </a:ext>
              </a:extLst>
            </p:cNvPr>
            <p:cNvSpPr txBox="1"/>
            <p:nvPr/>
          </p:nvSpPr>
          <p:spPr>
            <a:xfrm>
              <a:off x="2141107" y="6881507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校验通过</a:t>
              </a:r>
            </a:p>
          </p:txBody>
        </p:sp>
        <p:sp>
          <p:nvSpPr>
            <p:cNvPr id="45" name="流程图: 决策 44">
              <a:extLst>
                <a:ext uri="{FF2B5EF4-FFF2-40B4-BE49-F238E27FC236}">
                  <a16:creationId xmlns:a16="http://schemas.microsoft.com/office/drawing/2014/main" id="{0F7A1210-E503-45C1-A7A8-F0FD5A77F796}"/>
                </a:ext>
              </a:extLst>
            </p:cNvPr>
            <p:cNvSpPr/>
            <p:nvPr/>
          </p:nvSpPr>
          <p:spPr>
            <a:xfrm>
              <a:off x="2414219" y="7994684"/>
              <a:ext cx="1294068" cy="1060174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后端处理结果</a:t>
              </a: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C90F7709-F2EA-4F5C-B4E8-082C5C5EAB7A}"/>
                </a:ext>
              </a:extLst>
            </p:cNvPr>
            <p:cNvCxnSpPr>
              <a:cxnSpLocks/>
              <a:stCxn id="40" idx="2"/>
              <a:endCxn id="45" idx="0"/>
            </p:cNvCxnSpPr>
            <p:nvPr/>
          </p:nvCxnSpPr>
          <p:spPr>
            <a:xfrm>
              <a:off x="3061253" y="7752526"/>
              <a:ext cx="0" cy="242158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D2246C71-6E91-465C-A60C-359584C0151D}"/>
                </a:ext>
              </a:extLst>
            </p:cNvPr>
            <p:cNvSpPr/>
            <p:nvPr/>
          </p:nvSpPr>
          <p:spPr>
            <a:xfrm>
              <a:off x="2127855" y="9336155"/>
              <a:ext cx="1858388" cy="4373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返回后端错误信息</a:t>
              </a:r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A502426E-4358-4766-828E-FD95FC0FE422}"/>
                </a:ext>
              </a:extLst>
            </p:cNvPr>
            <p:cNvCxnSpPr>
              <a:cxnSpLocks/>
              <a:stCxn id="45" idx="2"/>
              <a:endCxn id="49" idx="0"/>
            </p:cNvCxnSpPr>
            <p:nvPr/>
          </p:nvCxnSpPr>
          <p:spPr>
            <a:xfrm flipH="1">
              <a:off x="3057049" y="9054858"/>
              <a:ext cx="4204" cy="281297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C04B2277-26D9-47D0-B788-600FEE32940C}"/>
                </a:ext>
              </a:extLst>
            </p:cNvPr>
            <p:cNvSpPr txBox="1"/>
            <p:nvPr/>
          </p:nvSpPr>
          <p:spPr>
            <a:xfrm>
              <a:off x="2994092" y="8952463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失败</a:t>
              </a: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7EC06B3D-0452-4690-BE9C-641512D27836}"/>
                </a:ext>
              </a:extLst>
            </p:cNvPr>
            <p:cNvSpPr/>
            <p:nvPr/>
          </p:nvSpPr>
          <p:spPr>
            <a:xfrm>
              <a:off x="4519878" y="9336155"/>
              <a:ext cx="1858388" cy="4373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关闭弹窗自动刷新</a:t>
              </a:r>
            </a:p>
          </p:txBody>
        </p:sp>
        <p:cxnSp>
          <p:nvCxnSpPr>
            <p:cNvPr id="57" name="连接符: 肘形 56">
              <a:extLst>
                <a:ext uri="{FF2B5EF4-FFF2-40B4-BE49-F238E27FC236}">
                  <a16:creationId xmlns:a16="http://schemas.microsoft.com/office/drawing/2014/main" id="{8F942034-02E2-48E2-908F-86078FF4A458}"/>
                </a:ext>
              </a:extLst>
            </p:cNvPr>
            <p:cNvCxnSpPr>
              <a:cxnSpLocks/>
              <a:stCxn id="45" idx="3"/>
              <a:endCxn id="56" idx="0"/>
            </p:cNvCxnSpPr>
            <p:nvPr/>
          </p:nvCxnSpPr>
          <p:spPr>
            <a:xfrm>
              <a:off x="3708287" y="8524771"/>
              <a:ext cx="1740785" cy="811384"/>
            </a:xfrm>
            <a:prstGeom prst="bentConnector2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9511F137-09FE-4BC2-AFBD-B8D5EA3E5638}"/>
                </a:ext>
              </a:extLst>
            </p:cNvPr>
            <p:cNvSpPr txBox="1"/>
            <p:nvPr/>
          </p:nvSpPr>
          <p:spPr>
            <a:xfrm>
              <a:off x="4571101" y="8524771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成功</a:t>
              </a:r>
            </a:p>
          </p:txBody>
        </p:sp>
        <p:cxnSp>
          <p:nvCxnSpPr>
            <p:cNvPr id="61" name="连接符: 肘形 60">
              <a:extLst>
                <a:ext uri="{FF2B5EF4-FFF2-40B4-BE49-F238E27FC236}">
                  <a16:creationId xmlns:a16="http://schemas.microsoft.com/office/drawing/2014/main" id="{F770D6C5-6A5C-495D-AC30-3D706CB2A725}"/>
                </a:ext>
              </a:extLst>
            </p:cNvPr>
            <p:cNvCxnSpPr>
              <a:cxnSpLocks/>
              <a:stCxn id="56" idx="3"/>
              <a:endCxn id="3" idx="3"/>
            </p:cNvCxnSpPr>
            <p:nvPr/>
          </p:nvCxnSpPr>
          <p:spPr>
            <a:xfrm flipH="1" flipV="1">
              <a:off x="6255026" y="1093307"/>
              <a:ext cx="123240" cy="8461509"/>
            </a:xfrm>
            <a:prstGeom prst="bentConnector3">
              <a:avLst>
                <a:gd name="adj1" fmla="val -88713"/>
              </a:avLst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流程图: 决策 66">
              <a:extLst>
                <a:ext uri="{FF2B5EF4-FFF2-40B4-BE49-F238E27FC236}">
                  <a16:creationId xmlns:a16="http://schemas.microsoft.com/office/drawing/2014/main" id="{68774169-C746-4D44-9429-A3B570A982C9}"/>
                </a:ext>
              </a:extLst>
            </p:cNvPr>
            <p:cNvSpPr/>
            <p:nvPr/>
          </p:nvSpPr>
          <p:spPr>
            <a:xfrm>
              <a:off x="4563701" y="4642506"/>
              <a:ext cx="1294068" cy="1060174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二次确定</a:t>
              </a:r>
            </a:p>
          </p:txBody>
        </p:sp>
        <p:cxnSp>
          <p:nvCxnSpPr>
            <p:cNvPr id="71" name="连接符: 肘形 70">
              <a:extLst>
                <a:ext uri="{FF2B5EF4-FFF2-40B4-BE49-F238E27FC236}">
                  <a16:creationId xmlns:a16="http://schemas.microsoft.com/office/drawing/2014/main" id="{71FE1D2A-756F-4AAE-AAA5-4B666F7A31AA}"/>
                </a:ext>
              </a:extLst>
            </p:cNvPr>
            <p:cNvCxnSpPr>
              <a:cxnSpLocks/>
              <a:stCxn id="15" idx="2"/>
              <a:endCxn id="67" idx="1"/>
            </p:cNvCxnSpPr>
            <p:nvPr/>
          </p:nvCxnSpPr>
          <p:spPr>
            <a:xfrm rot="16200000" flipH="1">
              <a:off x="4080693" y="4689585"/>
              <a:ext cx="733112" cy="232903"/>
            </a:xfrm>
            <a:prstGeom prst="bentConnector2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连接符: 肘形 73">
              <a:extLst>
                <a:ext uri="{FF2B5EF4-FFF2-40B4-BE49-F238E27FC236}">
                  <a16:creationId xmlns:a16="http://schemas.microsoft.com/office/drawing/2014/main" id="{F7F25BE1-707C-455A-99DD-738FE9C20065}"/>
                </a:ext>
              </a:extLst>
            </p:cNvPr>
            <p:cNvCxnSpPr>
              <a:cxnSpLocks/>
              <a:stCxn id="67" idx="3"/>
              <a:endCxn id="7" idx="3"/>
            </p:cNvCxnSpPr>
            <p:nvPr/>
          </p:nvCxnSpPr>
          <p:spPr>
            <a:xfrm flipH="1" flipV="1">
              <a:off x="4065755" y="1782420"/>
              <a:ext cx="1792014" cy="3390173"/>
            </a:xfrm>
            <a:prstGeom prst="bentConnector3">
              <a:avLst>
                <a:gd name="adj1" fmla="val -12757"/>
              </a:avLst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5461272-4703-4616-A841-A0BDA609FFB4}"/>
                </a:ext>
              </a:extLst>
            </p:cNvPr>
            <p:cNvSpPr txBox="1"/>
            <p:nvPr/>
          </p:nvSpPr>
          <p:spPr>
            <a:xfrm>
              <a:off x="4745778" y="1763110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取消</a:t>
              </a: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1F2EAAD0-FA84-41EE-BDDB-2536271FA7B6}"/>
                </a:ext>
              </a:extLst>
            </p:cNvPr>
            <p:cNvSpPr/>
            <p:nvPr/>
          </p:nvSpPr>
          <p:spPr>
            <a:xfrm>
              <a:off x="4376988" y="6076742"/>
              <a:ext cx="1668664" cy="4373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发送删除请求</a:t>
              </a: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ID</a:t>
              </a:r>
              <a:endPara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F448025D-A8F7-461F-BC4F-1042117EAB72}"/>
                </a:ext>
              </a:extLst>
            </p:cNvPr>
            <p:cNvCxnSpPr>
              <a:cxnSpLocks/>
              <a:stCxn id="67" idx="2"/>
              <a:endCxn id="78" idx="0"/>
            </p:cNvCxnSpPr>
            <p:nvPr/>
          </p:nvCxnSpPr>
          <p:spPr>
            <a:xfrm>
              <a:off x="5210735" y="5702680"/>
              <a:ext cx="585" cy="374062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3F50EFA8-BD29-47F1-B686-6A72CA56E2F9}"/>
                </a:ext>
              </a:extLst>
            </p:cNvPr>
            <p:cNvSpPr txBox="1"/>
            <p:nvPr/>
          </p:nvSpPr>
          <p:spPr>
            <a:xfrm>
              <a:off x="4603140" y="5671050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确定</a:t>
              </a: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54D7A514-5198-495D-A45C-63EA52705146}"/>
                </a:ext>
              </a:extLst>
            </p:cNvPr>
            <p:cNvSpPr/>
            <p:nvPr/>
          </p:nvSpPr>
          <p:spPr>
            <a:xfrm>
              <a:off x="4375199" y="6877882"/>
              <a:ext cx="1668664" cy="4373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提示删除成功</a:t>
              </a:r>
            </a:p>
          </p:txBody>
        </p:sp>
        <p:cxnSp>
          <p:nvCxnSpPr>
            <p:cNvPr id="84" name="连接符: 肘形 83">
              <a:extLst>
                <a:ext uri="{FF2B5EF4-FFF2-40B4-BE49-F238E27FC236}">
                  <a16:creationId xmlns:a16="http://schemas.microsoft.com/office/drawing/2014/main" id="{FB57CE2A-6780-4F4B-ADE5-EDA6446069C4}"/>
                </a:ext>
              </a:extLst>
            </p:cNvPr>
            <p:cNvCxnSpPr>
              <a:cxnSpLocks/>
              <a:stCxn id="83" idx="3"/>
              <a:endCxn id="3" idx="3"/>
            </p:cNvCxnSpPr>
            <p:nvPr/>
          </p:nvCxnSpPr>
          <p:spPr>
            <a:xfrm flipV="1">
              <a:off x="6043863" y="1093307"/>
              <a:ext cx="211163" cy="6003236"/>
            </a:xfrm>
            <a:prstGeom prst="bentConnector3">
              <a:avLst>
                <a:gd name="adj1" fmla="val 208258"/>
              </a:avLst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BF20F9ED-DD1E-4716-B7A5-0C9A11CFF3E4}"/>
                </a:ext>
              </a:extLst>
            </p:cNvPr>
            <p:cNvCxnSpPr>
              <a:cxnSpLocks/>
              <a:stCxn id="78" idx="2"/>
              <a:endCxn id="83" idx="0"/>
            </p:cNvCxnSpPr>
            <p:nvPr/>
          </p:nvCxnSpPr>
          <p:spPr>
            <a:xfrm flipH="1">
              <a:off x="5209531" y="6514064"/>
              <a:ext cx="1789" cy="363818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0282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5808CA64-B243-4EA1-9C88-7BC2A6331B98}"/>
              </a:ext>
            </a:extLst>
          </p:cNvPr>
          <p:cNvGrpSpPr/>
          <p:nvPr/>
        </p:nvGrpSpPr>
        <p:grpSpPr>
          <a:xfrm>
            <a:off x="382136" y="257065"/>
            <a:ext cx="10590662" cy="7713959"/>
            <a:chOff x="382136" y="257065"/>
            <a:chExt cx="10590662" cy="7713959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55D03085-7697-4EF5-A7CF-B8B46009E55A}"/>
                </a:ext>
              </a:extLst>
            </p:cNvPr>
            <p:cNvSpPr txBox="1"/>
            <p:nvPr/>
          </p:nvSpPr>
          <p:spPr>
            <a:xfrm>
              <a:off x="9593217" y="6690408"/>
              <a:ext cx="4334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10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960738EE-B201-4F96-A253-7668B399BAB8}"/>
                </a:ext>
              </a:extLst>
            </p:cNvPr>
            <p:cNvSpPr txBox="1"/>
            <p:nvPr/>
          </p:nvSpPr>
          <p:spPr>
            <a:xfrm>
              <a:off x="5139481" y="7059740"/>
              <a:ext cx="415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11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" name="流程图: 可选过程 1">
              <a:extLst>
                <a:ext uri="{FF2B5EF4-FFF2-40B4-BE49-F238E27FC236}">
                  <a16:creationId xmlns:a16="http://schemas.microsoft.com/office/drawing/2014/main" id="{D27B79C7-4638-4422-B2C3-6F0AAABB68BC}"/>
                </a:ext>
              </a:extLst>
            </p:cNvPr>
            <p:cNvSpPr/>
            <p:nvPr/>
          </p:nvSpPr>
          <p:spPr>
            <a:xfrm>
              <a:off x="464626" y="262304"/>
              <a:ext cx="1924228" cy="285750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交互界面（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Vue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）</a:t>
              </a:r>
            </a:p>
          </p:txBody>
        </p:sp>
        <p:sp>
          <p:nvSpPr>
            <p:cNvPr id="3" name="流程图: 可选过程 2">
              <a:extLst>
                <a:ext uri="{FF2B5EF4-FFF2-40B4-BE49-F238E27FC236}">
                  <a16:creationId xmlns:a16="http://schemas.microsoft.com/office/drawing/2014/main" id="{39476362-322D-4B12-AFAC-F4A5860E6BAD}"/>
                </a:ext>
              </a:extLst>
            </p:cNvPr>
            <p:cNvSpPr/>
            <p:nvPr/>
          </p:nvSpPr>
          <p:spPr>
            <a:xfrm>
              <a:off x="4074165" y="257065"/>
              <a:ext cx="2781626" cy="290989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统计分析服务（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FastAPI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）</a:t>
              </a:r>
            </a:p>
          </p:txBody>
        </p:sp>
        <p:sp>
          <p:nvSpPr>
            <p:cNvPr id="4" name="流程图: 可选过程 3">
              <a:extLst>
                <a:ext uri="{FF2B5EF4-FFF2-40B4-BE49-F238E27FC236}">
                  <a16:creationId xmlns:a16="http://schemas.microsoft.com/office/drawing/2014/main" id="{07149493-57B6-4418-BEF1-272373D138B4}"/>
                </a:ext>
              </a:extLst>
            </p:cNvPr>
            <p:cNvSpPr/>
            <p:nvPr/>
          </p:nvSpPr>
          <p:spPr>
            <a:xfrm>
              <a:off x="8970739" y="262304"/>
              <a:ext cx="1924228" cy="285750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ElasticSearch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流程图: 可选过程 8">
              <a:extLst>
                <a:ext uri="{FF2B5EF4-FFF2-40B4-BE49-F238E27FC236}">
                  <a16:creationId xmlns:a16="http://schemas.microsoft.com/office/drawing/2014/main" id="{603E8783-4DA7-416C-B7AD-745C739B7885}"/>
                </a:ext>
              </a:extLst>
            </p:cNvPr>
            <p:cNvSpPr/>
            <p:nvPr/>
          </p:nvSpPr>
          <p:spPr>
            <a:xfrm>
              <a:off x="434032" y="7680035"/>
              <a:ext cx="1924228" cy="285750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交互界面（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Vue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）</a:t>
              </a:r>
            </a:p>
          </p:txBody>
        </p:sp>
        <p:sp>
          <p:nvSpPr>
            <p:cNvPr id="10" name="流程图: 可选过程 9">
              <a:extLst>
                <a:ext uri="{FF2B5EF4-FFF2-40B4-BE49-F238E27FC236}">
                  <a16:creationId xmlns:a16="http://schemas.microsoft.com/office/drawing/2014/main" id="{D8D6A4CD-C5F8-4DB8-987D-4A777FE8FC3B}"/>
                </a:ext>
              </a:extLst>
            </p:cNvPr>
            <p:cNvSpPr/>
            <p:nvPr/>
          </p:nvSpPr>
          <p:spPr>
            <a:xfrm>
              <a:off x="4074165" y="7680035"/>
              <a:ext cx="2781626" cy="290989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统计分析服务（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FastAPI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）</a:t>
              </a:r>
            </a:p>
          </p:txBody>
        </p:sp>
        <p:sp>
          <p:nvSpPr>
            <p:cNvPr id="11" name="流程图: 可选过程 10">
              <a:extLst>
                <a:ext uri="{FF2B5EF4-FFF2-40B4-BE49-F238E27FC236}">
                  <a16:creationId xmlns:a16="http://schemas.microsoft.com/office/drawing/2014/main" id="{7E7D27EC-1961-41D5-9150-888FF311457F}"/>
                </a:ext>
              </a:extLst>
            </p:cNvPr>
            <p:cNvSpPr/>
            <p:nvPr/>
          </p:nvSpPr>
          <p:spPr>
            <a:xfrm>
              <a:off x="8970739" y="7685274"/>
              <a:ext cx="1924228" cy="285750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ElasticSearch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8746429-9DA1-431C-A249-B8C2B968AFFC}"/>
                </a:ext>
              </a:extLst>
            </p:cNvPr>
            <p:cNvCxnSpPr>
              <a:cxnSpLocks/>
              <a:stCxn id="2" idx="2"/>
              <a:endCxn id="9" idx="0"/>
            </p:cNvCxnSpPr>
            <p:nvPr/>
          </p:nvCxnSpPr>
          <p:spPr>
            <a:xfrm flipH="1">
              <a:off x="1396146" y="548054"/>
              <a:ext cx="30594" cy="7131981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" name="流程图: 过程 4">
              <a:extLst>
                <a:ext uri="{FF2B5EF4-FFF2-40B4-BE49-F238E27FC236}">
                  <a16:creationId xmlns:a16="http://schemas.microsoft.com/office/drawing/2014/main" id="{612FA193-0C38-4300-B2B5-FF356356D5A4}"/>
                </a:ext>
              </a:extLst>
            </p:cNvPr>
            <p:cNvSpPr/>
            <p:nvPr/>
          </p:nvSpPr>
          <p:spPr>
            <a:xfrm>
              <a:off x="382136" y="808383"/>
              <a:ext cx="10590662" cy="516834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场景：大屏每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秒自动刷新流量态势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8BF77A44-B288-42F6-9BDE-F7AA58E0A879}"/>
                </a:ext>
              </a:extLst>
            </p:cNvPr>
            <p:cNvCxnSpPr>
              <a:cxnSpLocks/>
              <a:stCxn id="3" idx="2"/>
              <a:endCxn id="10" idx="0"/>
            </p:cNvCxnSpPr>
            <p:nvPr/>
          </p:nvCxnSpPr>
          <p:spPr>
            <a:xfrm>
              <a:off x="5464978" y="548054"/>
              <a:ext cx="0" cy="7131981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2038F47D-82C7-47D9-AA5A-B4099872C7DB}"/>
                </a:ext>
              </a:extLst>
            </p:cNvPr>
            <p:cNvCxnSpPr>
              <a:cxnSpLocks/>
            </p:cNvCxnSpPr>
            <p:nvPr/>
          </p:nvCxnSpPr>
          <p:spPr>
            <a:xfrm>
              <a:off x="9932854" y="548054"/>
              <a:ext cx="0" cy="7137220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流程图: 接点 20">
              <a:extLst>
                <a:ext uri="{FF2B5EF4-FFF2-40B4-BE49-F238E27FC236}">
                  <a16:creationId xmlns:a16="http://schemas.microsoft.com/office/drawing/2014/main" id="{59559719-CE01-4FA0-AADC-C0732D675E7A}"/>
                </a:ext>
              </a:extLst>
            </p:cNvPr>
            <p:cNvSpPr/>
            <p:nvPr/>
          </p:nvSpPr>
          <p:spPr>
            <a:xfrm>
              <a:off x="1408548" y="1642551"/>
              <a:ext cx="216000" cy="216000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3C2242F4-42B3-435F-9BA4-8A41FDAA3293}"/>
                </a:ext>
              </a:extLst>
            </p:cNvPr>
            <p:cNvCxnSpPr>
              <a:cxnSpLocks/>
              <a:stCxn id="21" idx="6"/>
            </p:cNvCxnSpPr>
            <p:nvPr/>
          </p:nvCxnSpPr>
          <p:spPr>
            <a:xfrm>
              <a:off x="1624548" y="1750551"/>
              <a:ext cx="3830799" cy="0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22C7CE0-B124-4924-9F04-B8A7107C8A8F}"/>
                </a:ext>
              </a:extLst>
            </p:cNvPr>
            <p:cNvSpPr txBox="1"/>
            <p:nvPr/>
          </p:nvSpPr>
          <p:spPr>
            <a:xfrm>
              <a:off x="1357212" y="1417113"/>
              <a:ext cx="421990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1.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请求攻击趋势数据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(GET/api/stats/trend)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" name="流程图: 接点 30">
              <a:extLst>
                <a:ext uri="{FF2B5EF4-FFF2-40B4-BE49-F238E27FC236}">
                  <a16:creationId xmlns:a16="http://schemas.microsoft.com/office/drawing/2014/main" id="{9F35B574-DE96-427F-A2B2-014ADA3D645B}"/>
                </a:ext>
              </a:extLst>
            </p:cNvPr>
            <p:cNvSpPr/>
            <p:nvPr/>
          </p:nvSpPr>
          <p:spPr>
            <a:xfrm>
              <a:off x="5467029" y="2129319"/>
              <a:ext cx="216000" cy="216000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FD0602C5-9E5A-467B-A7CF-7327BC68F7F1}"/>
                </a:ext>
              </a:extLst>
            </p:cNvPr>
            <p:cNvCxnSpPr>
              <a:cxnSpLocks/>
              <a:stCxn id="31" idx="6"/>
            </p:cNvCxnSpPr>
            <p:nvPr/>
          </p:nvCxnSpPr>
          <p:spPr>
            <a:xfrm>
              <a:off x="5683029" y="2237319"/>
              <a:ext cx="4249825" cy="0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107EAA1B-8FE9-43B1-93B2-040908AB9520}"/>
                </a:ext>
              </a:extLst>
            </p:cNvPr>
            <p:cNvSpPr txBox="1"/>
            <p:nvPr/>
          </p:nvSpPr>
          <p:spPr>
            <a:xfrm>
              <a:off x="5736818" y="1872364"/>
              <a:ext cx="42199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2.Date Histogram 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聚合查询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最近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24h)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" name="流程图: 接点 34">
              <a:extLst>
                <a:ext uri="{FF2B5EF4-FFF2-40B4-BE49-F238E27FC236}">
                  <a16:creationId xmlns:a16="http://schemas.microsoft.com/office/drawing/2014/main" id="{2A2E0F6B-AF5F-4191-ABF6-2D6EEFECC87C}"/>
                </a:ext>
              </a:extLst>
            </p:cNvPr>
            <p:cNvSpPr/>
            <p:nvPr/>
          </p:nvSpPr>
          <p:spPr>
            <a:xfrm>
              <a:off x="9716854" y="2758065"/>
              <a:ext cx="216000" cy="216000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DC715CF-0163-48F7-AF4A-CAD4F5C4CE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65189" y="2866065"/>
              <a:ext cx="4258841" cy="0"/>
            </a:xfrm>
            <a:prstGeom prst="line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CFB98D1-A4A9-4FC2-A782-285ED5CC8FF9}"/>
                </a:ext>
              </a:extLst>
            </p:cNvPr>
            <p:cNvSpPr txBox="1"/>
            <p:nvPr/>
          </p:nvSpPr>
          <p:spPr>
            <a:xfrm>
              <a:off x="6797596" y="2527511"/>
              <a:ext cx="22549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3.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返回时间序列数据</a:t>
              </a:r>
            </a:p>
          </p:txBody>
        </p:sp>
        <p:sp>
          <p:nvSpPr>
            <p:cNvPr id="42" name="流程图: 接点 41">
              <a:extLst>
                <a:ext uri="{FF2B5EF4-FFF2-40B4-BE49-F238E27FC236}">
                  <a16:creationId xmlns:a16="http://schemas.microsoft.com/office/drawing/2014/main" id="{6F0FEF40-515E-43CB-8037-FE4EEAE41FFA}"/>
                </a:ext>
              </a:extLst>
            </p:cNvPr>
            <p:cNvSpPr/>
            <p:nvPr/>
          </p:nvSpPr>
          <p:spPr>
            <a:xfrm>
              <a:off x="1417644" y="3371431"/>
              <a:ext cx="216000" cy="216000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BFECCE7-E3F6-4408-ADD2-6930450E4DB7}"/>
                </a:ext>
              </a:extLst>
            </p:cNvPr>
            <p:cNvSpPr txBox="1"/>
            <p:nvPr/>
          </p:nvSpPr>
          <p:spPr>
            <a:xfrm>
              <a:off x="2329932" y="3122280"/>
              <a:ext cx="2090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4.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请求高危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IP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排名</a:t>
              </a:r>
            </a:p>
          </p:txBody>
        </p:sp>
        <p:sp>
          <p:nvSpPr>
            <p:cNvPr id="46" name="流程图: 接点 45">
              <a:extLst>
                <a:ext uri="{FF2B5EF4-FFF2-40B4-BE49-F238E27FC236}">
                  <a16:creationId xmlns:a16="http://schemas.microsoft.com/office/drawing/2014/main" id="{422D6B2B-9EB0-4CB5-A95E-518BC45420F6}"/>
                </a:ext>
              </a:extLst>
            </p:cNvPr>
            <p:cNvSpPr/>
            <p:nvPr/>
          </p:nvSpPr>
          <p:spPr>
            <a:xfrm>
              <a:off x="5463350" y="3991935"/>
              <a:ext cx="216000" cy="216000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F3E46088-3A3A-466E-8BDF-E56A5FFC0547}"/>
                </a:ext>
              </a:extLst>
            </p:cNvPr>
            <p:cNvCxnSpPr>
              <a:cxnSpLocks/>
              <a:stCxn id="46" idx="6"/>
            </p:cNvCxnSpPr>
            <p:nvPr/>
          </p:nvCxnSpPr>
          <p:spPr>
            <a:xfrm>
              <a:off x="5679350" y="4099935"/>
              <a:ext cx="4249825" cy="0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8C8BDE50-5339-49AA-BE62-0B38A062B441}"/>
                </a:ext>
              </a:extLst>
            </p:cNvPr>
            <p:cNvSpPr txBox="1"/>
            <p:nvPr/>
          </p:nvSpPr>
          <p:spPr>
            <a:xfrm>
              <a:off x="5881804" y="3750051"/>
              <a:ext cx="36856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5.Terms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聚合查询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按异常得分降序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9" name="流程图: 接点 48">
              <a:extLst>
                <a:ext uri="{FF2B5EF4-FFF2-40B4-BE49-F238E27FC236}">
                  <a16:creationId xmlns:a16="http://schemas.microsoft.com/office/drawing/2014/main" id="{7B546012-364D-4738-8F21-CC7011432CD3}"/>
                </a:ext>
              </a:extLst>
            </p:cNvPr>
            <p:cNvSpPr/>
            <p:nvPr/>
          </p:nvSpPr>
          <p:spPr>
            <a:xfrm>
              <a:off x="9723225" y="4631891"/>
              <a:ext cx="216000" cy="216000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6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AFBEB13-675D-4898-A760-6F3D62D67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1560" y="4739891"/>
              <a:ext cx="4258841" cy="0"/>
            </a:xfrm>
            <a:prstGeom prst="line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1311184-4920-4BE3-B81C-F73B891517C2}"/>
                </a:ext>
              </a:extLst>
            </p:cNvPr>
            <p:cNvSpPr txBox="1"/>
            <p:nvPr/>
          </p:nvSpPr>
          <p:spPr>
            <a:xfrm>
              <a:off x="6803968" y="4401337"/>
              <a:ext cx="2090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6.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返回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Bucket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列表</a:t>
              </a:r>
            </a:p>
          </p:txBody>
        </p:sp>
        <p:sp>
          <p:nvSpPr>
            <p:cNvPr id="52" name="流程图: 接点 51">
              <a:extLst>
                <a:ext uri="{FF2B5EF4-FFF2-40B4-BE49-F238E27FC236}">
                  <a16:creationId xmlns:a16="http://schemas.microsoft.com/office/drawing/2014/main" id="{378020D9-BACD-40C5-93CB-52C7A7344EAA}"/>
                </a:ext>
              </a:extLst>
            </p:cNvPr>
            <p:cNvSpPr/>
            <p:nvPr/>
          </p:nvSpPr>
          <p:spPr>
            <a:xfrm>
              <a:off x="5239347" y="5171118"/>
              <a:ext cx="216000" cy="216000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7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8C4BAAD-D75A-4E4E-B788-AE044CF21D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6740" y="5279118"/>
              <a:ext cx="3819784" cy="0"/>
            </a:xfrm>
            <a:prstGeom prst="line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DFE962C4-E5AC-4209-AFF6-3F360101BD82}"/>
                </a:ext>
              </a:extLst>
            </p:cNvPr>
            <p:cNvSpPr txBox="1"/>
            <p:nvPr/>
          </p:nvSpPr>
          <p:spPr>
            <a:xfrm>
              <a:off x="1959639" y="4940564"/>
              <a:ext cx="2977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7.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返回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Top10 IP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及归属地</a:t>
              </a:r>
            </a:p>
          </p:txBody>
        </p:sp>
        <p:sp>
          <p:nvSpPr>
            <p:cNvPr id="56" name="流程图: 接点 55">
              <a:extLst>
                <a:ext uri="{FF2B5EF4-FFF2-40B4-BE49-F238E27FC236}">
                  <a16:creationId xmlns:a16="http://schemas.microsoft.com/office/drawing/2014/main" id="{A3C1B1D4-BDA0-44E4-AB09-FA52570A2E2E}"/>
                </a:ext>
              </a:extLst>
            </p:cNvPr>
            <p:cNvSpPr/>
            <p:nvPr/>
          </p:nvSpPr>
          <p:spPr>
            <a:xfrm>
              <a:off x="1417644" y="5853261"/>
              <a:ext cx="216000" cy="216000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8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4BECC242-08E6-47A4-838C-A3D8724DECFB}"/>
                </a:ext>
              </a:extLst>
            </p:cNvPr>
            <p:cNvSpPr txBox="1"/>
            <p:nvPr/>
          </p:nvSpPr>
          <p:spPr>
            <a:xfrm>
              <a:off x="1959640" y="5537513"/>
              <a:ext cx="24506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8.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请求最新告警列表</a:t>
              </a:r>
            </a:p>
          </p:txBody>
        </p:sp>
        <p:sp>
          <p:nvSpPr>
            <p:cNvPr id="59" name="流程图: 接点 58">
              <a:extLst>
                <a:ext uri="{FF2B5EF4-FFF2-40B4-BE49-F238E27FC236}">
                  <a16:creationId xmlns:a16="http://schemas.microsoft.com/office/drawing/2014/main" id="{650F1037-84EF-45A1-8979-3B6CCA394D0D}"/>
                </a:ext>
              </a:extLst>
            </p:cNvPr>
            <p:cNvSpPr/>
            <p:nvPr/>
          </p:nvSpPr>
          <p:spPr>
            <a:xfrm>
              <a:off x="5473400" y="6297175"/>
              <a:ext cx="216000" cy="216000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9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0D9A4CD4-40B2-40CC-95A5-4CE650D82CC9}"/>
                </a:ext>
              </a:extLst>
            </p:cNvPr>
            <p:cNvCxnSpPr>
              <a:cxnSpLocks/>
              <a:stCxn id="59" idx="6"/>
            </p:cNvCxnSpPr>
            <p:nvPr/>
          </p:nvCxnSpPr>
          <p:spPr>
            <a:xfrm>
              <a:off x="5689400" y="6405175"/>
              <a:ext cx="4249825" cy="0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29E7D770-A289-4073-A689-BDD343579FD2}"/>
                </a:ext>
              </a:extLst>
            </p:cNvPr>
            <p:cNvSpPr txBox="1"/>
            <p:nvPr/>
          </p:nvSpPr>
          <p:spPr>
            <a:xfrm>
              <a:off x="6194714" y="6043198"/>
              <a:ext cx="3308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9.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查询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Latest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记录</a:t>
              </a:r>
            </a:p>
          </p:txBody>
        </p:sp>
        <p:sp>
          <p:nvSpPr>
            <p:cNvPr id="62" name="流程图: 接点 61">
              <a:extLst>
                <a:ext uri="{FF2B5EF4-FFF2-40B4-BE49-F238E27FC236}">
                  <a16:creationId xmlns:a16="http://schemas.microsoft.com/office/drawing/2014/main" id="{902BEDE1-FB28-4949-89A7-E0DD4FACA799}"/>
                </a:ext>
              </a:extLst>
            </p:cNvPr>
            <p:cNvSpPr/>
            <p:nvPr/>
          </p:nvSpPr>
          <p:spPr>
            <a:xfrm>
              <a:off x="9685020" y="6767153"/>
              <a:ext cx="254205" cy="248958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26C2CE3D-0197-4D8C-97B3-A9D4CA281AA3}"/>
                </a:ext>
              </a:extLst>
            </p:cNvPr>
            <p:cNvCxnSpPr>
              <a:cxnSpLocks/>
              <a:stCxn id="62" idx="2"/>
            </p:cNvCxnSpPr>
            <p:nvPr/>
          </p:nvCxnSpPr>
          <p:spPr>
            <a:xfrm flipH="1">
              <a:off x="5471562" y="6891632"/>
              <a:ext cx="4213458" cy="16479"/>
            </a:xfrm>
            <a:prstGeom prst="line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72E0A6EC-68F0-48A0-885A-E92AF093A701}"/>
                </a:ext>
              </a:extLst>
            </p:cNvPr>
            <p:cNvSpPr txBox="1"/>
            <p:nvPr/>
          </p:nvSpPr>
          <p:spPr>
            <a:xfrm>
              <a:off x="6803967" y="6569557"/>
              <a:ext cx="25174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10.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返回详细日志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JSON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6" name="流程图: 接点 65">
              <a:extLst>
                <a:ext uri="{FF2B5EF4-FFF2-40B4-BE49-F238E27FC236}">
                  <a16:creationId xmlns:a16="http://schemas.microsoft.com/office/drawing/2014/main" id="{AA06DEB0-9ED9-4B8C-ADEE-34238FF19338}"/>
                </a:ext>
              </a:extLst>
            </p:cNvPr>
            <p:cNvSpPr/>
            <p:nvPr/>
          </p:nvSpPr>
          <p:spPr>
            <a:xfrm>
              <a:off x="5200097" y="7144758"/>
              <a:ext cx="264881" cy="260201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9B1C9530-FF87-45A3-A722-BA334183F918}"/>
                </a:ext>
              </a:extLst>
            </p:cNvPr>
            <p:cNvCxnSpPr>
              <a:cxnSpLocks/>
              <a:stCxn id="69" idx="1"/>
            </p:cNvCxnSpPr>
            <p:nvPr/>
          </p:nvCxnSpPr>
          <p:spPr>
            <a:xfrm flipH="1">
              <a:off x="1429413" y="7244406"/>
              <a:ext cx="3710068" cy="0"/>
            </a:xfrm>
            <a:prstGeom prst="line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32951202-9450-4D8A-9F3D-928B26043ACD}"/>
                </a:ext>
              </a:extLst>
            </p:cNvPr>
            <p:cNvSpPr txBox="1"/>
            <p:nvPr/>
          </p:nvSpPr>
          <p:spPr>
            <a:xfrm>
              <a:off x="1962313" y="6905852"/>
              <a:ext cx="24506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11.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返回告警表格数据</a:t>
              </a:r>
            </a:p>
          </p:txBody>
        </p: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3EE9E64D-78F6-4310-9893-FDE9DCD74F41}"/>
                </a:ext>
              </a:extLst>
            </p:cNvPr>
            <p:cNvCxnSpPr>
              <a:cxnSpLocks/>
            </p:cNvCxnSpPr>
            <p:nvPr/>
          </p:nvCxnSpPr>
          <p:spPr>
            <a:xfrm>
              <a:off x="1624548" y="3479431"/>
              <a:ext cx="3830799" cy="0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0E1E8DEE-CCAA-4DA8-8F30-BE168C23B1A7}"/>
                </a:ext>
              </a:extLst>
            </p:cNvPr>
            <p:cNvCxnSpPr>
              <a:cxnSpLocks/>
            </p:cNvCxnSpPr>
            <p:nvPr/>
          </p:nvCxnSpPr>
          <p:spPr>
            <a:xfrm>
              <a:off x="1639579" y="5961261"/>
              <a:ext cx="3830799" cy="0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15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42856DF-5039-43AA-B732-15CBF75E5E3F}"/>
              </a:ext>
            </a:extLst>
          </p:cNvPr>
          <p:cNvSpPr/>
          <p:nvPr/>
        </p:nvSpPr>
        <p:spPr>
          <a:xfrm>
            <a:off x="2771361" y="854769"/>
            <a:ext cx="1796320" cy="437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数据预处理单元</a:t>
            </a:r>
          </a:p>
        </p:txBody>
      </p:sp>
      <p:sp>
        <p:nvSpPr>
          <p:cNvPr id="3" name="流程图: 可选过程 2">
            <a:extLst>
              <a:ext uri="{FF2B5EF4-FFF2-40B4-BE49-F238E27FC236}">
                <a16:creationId xmlns:a16="http://schemas.microsoft.com/office/drawing/2014/main" id="{431800B8-29E8-4564-8603-2294140CBFCC}"/>
              </a:ext>
            </a:extLst>
          </p:cNvPr>
          <p:cNvSpPr/>
          <p:nvPr/>
        </p:nvSpPr>
        <p:spPr>
          <a:xfrm>
            <a:off x="2707407" y="196043"/>
            <a:ext cx="1924228" cy="285750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数流据接入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82F90C2-F0EB-416A-A36A-0C1844E86B88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>
            <a:off x="3669521" y="481793"/>
            <a:ext cx="0" cy="372976"/>
          </a:xfrm>
          <a:prstGeom prst="line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流程图: 决策 6">
            <a:extLst>
              <a:ext uri="{FF2B5EF4-FFF2-40B4-BE49-F238E27FC236}">
                <a16:creationId xmlns:a16="http://schemas.microsoft.com/office/drawing/2014/main" id="{1737244F-21A4-4C38-A666-0012C3AEDC89}"/>
              </a:ext>
            </a:extLst>
          </p:cNvPr>
          <p:cNvSpPr/>
          <p:nvPr/>
        </p:nvSpPr>
        <p:spPr>
          <a:xfrm>
            <a:off x="3022487" y="1722786"/>
            <a:ext cx="1294068" cy="1060174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并行分发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18439B1-BA78-4EBC-9AAB-F320C7288F34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>
            <a:off x="3669521" y="1292091"/>
            <a:ext cx="0" cy="430695"/>
          </a:xfrm>
          <a:prstGeom prst="line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4B72E1CB-3FDE-428E-A116-BEF8C380AFDE}"/>
              </a:ext>
            </a:extLst>
          </p:cNvPr>
          <p:cNvSpPr/>
          <p:nvPr/>
        </p:nvSpPr>
        <p:spPr>
          <a:xfrm>
            <a:off x="1558787" y="3210339"/>
            <a:ext cx="1796320" cy="437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IED-WPAT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0D82E7-F2B0-4731-956B-4F2A50C8FB00}"/>
              </a:ext>
            </a:extLst>
          </p:cNvPr>
          <p:cNvSpPr/>
          <p:nvPr/>
        </p:nvSpPr>
        <p:spPr>
          <a:xfrm>
            <a:off x="3720969" y="3210339"/>
            <a:ext cx="2650767" cy="437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MaskTST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多中心加权模型</a:t>
            </a:r>
          </a:p>
        </p:txBody>
      </p: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CEEF9D41-A741-46B3-A584-6543093496A2}"/>
              </a:ext>
            </a:extLst>
          </p:cNvPr>
          <p:cNvCxnSpPr>
            <a:cxnSpLocks/>
            <a:stCxn id="7" idx="1"/>
            <a:endCxn id="11" idx="0"/>
          </p:cNvCxnSpPr>
          <p:nvPr/>
        </p:nvCxnSpPr>
        <p:spPr>
          <a:xfrm rot="10800000" flipV="1">
            <a:off x="2456947" y="2252873"/>
            <a:ext cx="565540" cy="957466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54C92BFC-9F12-45FF-9060-AE516514016A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>
            <a:off x="4316555" y="2252873"/>
            <a:ext cx="729798" cy="957466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59D3A15F-FBF9-4600-9CC5-034A6A52F1DC}"/>
              </a:ext>
            </a:extLst>
          </p:cNvPr>
          <p:cNvSpPr/>
          <p:nvPr/>
        </p:nvSpPr>
        <p:spPr>
          <a:xfrm>
            <a:off x="2487592" y="4335379"/>
            <a:ext cx="2363857" cy="437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结果输出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格式化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7E6AE5C-2367-4C5B-8677-A877EAF794DC}"/>
              </a:ext>
            </a:extLst>
          </p:cNvPr>
          <p:cNvSpPr txBox="1"/>
          <p:nvPr/>
        </p:nvSpPr>
        <p:spPr>
          <a:xfrm>
            <a:off x="477292" y="282240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检测长尾分布异常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926AE62-314B-4E22-992D-DD94B3C0D783}"/>
              </a:ext>
            </a:extLst>
          </p:cNvPr>
          <p:cNvSpPr txBox="1"/>
          <p:nvPr/>
        </p:nvSpPr>
        <p:spPr>
          <a:xfrm>
            <a:off x="5046353" y="287178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识别未知攻击类型</a:t>
            </a:r>
          </a:p>
        </p:txBody>
      </p: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C6583870-D78E-4E3B-BC56-DC4446BFD77A}"/>
              </a:ext>
            </a:extLst>
          </p:cNvPr>
          <p:cNvCxnSpPr>
            <a:cxnSpLocks/>
            <a:stCxn id="11" idx="2"/>
            <a:endCxn id="19" idx="0"/>
          </p:cNvCxnSpPr>
          <p:nvPr/>
        </p:nvCxnSpPr>
        <p:spPr>
          <a:xfrm rot="16200000" flipH="1">
            <a:off x="2719375" y="3385233"/>
            <a:ext cx="687718" cy="1212574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92F9C2E3-D3E8-456E-A989-A7D3089DB56E}"/>
              </a:ext>
            </a:extLst>
          </p:cNvPr>
          <p:cNvCxnSpPr>
            <a:cxnSpLocks/>
            <a:stCxn id="12" idx="2"/>
            <a:endCxn id="19" idx="0"/>
          </p:cNvCxnSpPr>
          <p:nvPr/>
        </p:nvCxnSpPr>
        <p:spPr>
          <a:xfrm rot="5400000">
            <a:off x="4014078" y="3303104"/>
            <a:ext cx="687718" cy="1376832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806585D7-5E5C-412B-8021-77A6A3C8D32D}"/>
              </a:ext>
            </a:extLst>
          </p:cNvPr>
          <p:cNvSpPr/>
          <p:nvPr/>
        </p:nvSpPr>
        <p:spPr>
          <a:xfrm>
            <a:off x="1558786" y="5460419"/>
            <a:ext cx="1796320" cy="437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业务逻辑层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B563C85-003F-4680-A45B-2983FA511112}"/>
              </a:ext>
            </a:extLst>
          </p:cNvPr>
          <p:cNvSpPr/>
          <p:nvPr/>
        </p:nvSpPr>
        <p:spPr>
          <a:xfrm>
            <a:off x="3809918" y="5459548"/>
            <a:ext cx="1796320" cy="437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底层数据存储</a:t>
            </a: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F28C08C1-C94D-4D2E-86DB-9A1C7C75D4B6}"/>
              </a:ext>
            </a:extLst>
          </p:cNvPr>
          <p:cNvCxnSpPr>
            <a:cxnSpLocks/>
            <a:stCxn id="19" idx="2"/>
            <a:endCxn id="29" idx="0"/>
          </p:cNvCxnSpPr>
          <p:nvPr/>
        </p:nvCxnSpPr>
        <p:spPr>
          <a:xfrm rot="5400000">
            <a:off x="2719375" y="4510273"/>
            <a:ext cx="687718" cy="1212575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DCBF770F-6EFD-428B-B972-DF7BAE7B377C}"/>
              </a:ext>
            </a:extLst>
          </p:cNvPr>
          <p:cNvCxnSpPr>
            <a:cxnSpLocks/>
            <a:stCxn id="19" idx="2"/>
            <a:endCxn id="30" idx="0"/>
          </p:cNvCxnSpPr>
          <p:nvPr/>
        </p:nvCxnSpPr>
        <p:spPr>
          <a:xfrm rot="16200000" flipH="1">
            <a:off x="3845376" y="4596845"/>
            <a:ext cx="686847" cy="1038557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6A96C83-A9A7-49D7-BAB2-0D74A36B0AB5}"/>
              </a:ext>
            </a:extLst>
          </p:cNvPr>
          <p:cNvSpPr txBox="1"/>
          <p:nvPr/>
        </p:nvSpPr>
        <p:spPr>
          <a:xfrm>
            <a:off x="1348950" y="507248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实时反馈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AF2B878-4614-4D16-A919-60141DC10F60}"/>
              </a:ext>
            </a:extLst>
          </p:cNvPr>
          <p:cNvSpPr txBox="1"/>
          <p:nvPr/>
        </p:nvSpPr>
        <p:spPr>
          <a:xfrm>
            <a:off x="4708078" y="507248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持久化存储</a:t>
            </a:r>
          </a:p>
        </p:txBody>
      </p:sp>
    </p:spTree>
    <p:extLst>
      <p:ext uri="{BB962C8B-B14F-4D97-AF65-F5344CB8AC3E}">
        <p14:creationId xmlns:p14="http://schemas.microsoft.com/office/powerpoint/2010/main" val="286904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>
            <a:extLst>
              <a:ext uri="{FF2B5EF4-FFF2-40B4-BE49-F238E27FC236}">
                <a16:creationId xmlns:a16="http://schemas.microsoft.com/office/drawing/2014/main" id="{63B1F338-E79F-4FE3-85DD-E173E6B40F31}"/>
              </a:ext>
            </a:extLst>
          </p:cNvPr>
          <p:cNvGrpSpPr/>
          <p:nvPr/>
        </p:nvGrpSpPr>
        <p:grpSpPr>
          <a:xfrm>
            <a:off x="173590" y="196043"/>
            <a:ext cx="12495487" cy="6517177"/>
            <a:chOff x="173590" y="196043"/>
            <a:chExt cx="12495487" cy="6517177"/>
          </a:xfrm>
        </p:grpSpPr>
        <p:sp>
          <p:nvSpPr>
            <p:cNvPr id="2" name="流程图: 可选过程 1">
              <a:extLst>
                <a:ext uri="{FF2B5EF4-FFF2-40B4-BE49-F238E27FC236}">
                  <a16:creationId xmlns:a16="http://schemas.microsoft.com/office/drawing/2014/main" id="{5AAD84C4-7830-44F5-895F-0ACEF18430E6}"/>
                </a:ext>
              </a:extLst>
            </p:cNvPr>
            <p:cNvSpPr/>
            <p:nvPr/>
          </p:nvSpPr>
          <p:spPr>
            <a:xfrm>
              <a:off x="2590801" y="196043"/>
              <a:ext cx="1921233" cy="285750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原始网络流量</a:t>
              </a: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A8A8A7A-2A10-40B6-80A7-DBDE86D862DF}"/>
                </a:ext>
              </a:extLst>
            </p:cNvPr>
            <p:cNvSpPr/>
            <p:nvPr/>
          </p:nvSpPr>
          <p:spPr>
            <a:xfrm>
              <a:off x="2590800" y="1946890"/>
              <a:ext cx="1921233" cy="3379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特征提取模块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E006492-529A-4875-96E9-45A32A0C1116}"/>
                </a:ext>
              </a:extLst>
            </p:cNvPr>
            <p:cNvSpPr/>
            <p:nvPr/>
          </p:nvSpPr>
          <p:spPr>
            <a:xfrm>
              <a:off x="2590800" y="764354"/>
              <a:ext cx="1921233" cy="3379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数据预处理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B3567BE-FA38-4FD0-AE4F-E66F2EAF2D9C}"/>
                </a:ext>
              </a:extLst>
            </p:cNvPr>
            <p:cNvSpPr/>
            <p:nvPr/>
          </p:nvSpPr>
          <p:spPr>
            <a:xfrm>
              <a:off x="2521903" y="1326394"/>
              <a:ext cx="2045120" cy="3379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数据清洗与归一化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32AA45D2-205E-48BC-A3B7-CF370B6EA4C5}"/>
                </a:ext>
              </a:extLst>
            </p:cNvPr>
            <p:cNvCxnSpPr>
              <a:cxnSpLocks/>
              <a:stCxn id="2" idx="2"/>
              <a:endCxn id="4" idx="0"/>
            </p:cNvCxnSpPr>
            <p:nvPr/>
          </p:nvCxnSpPr>
          <p:spPr>
            <a:xfrm flipH="1">
              <a:off x="3551417" y="481793"/>
              <a:ext cx="1" cy="282561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EE9ED274-12B9-4C65-ADEF-2EEC92F82E97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544463" y="1102289"/>
              <a:ext cx="6954" cy="224105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093DBE5-9EBE-4F27-A2EE-9866D88A17DE}"/>
                </a:ext>
              </a:extLst>
            </p:cNvPr>
            <p:cNvCxnSpPr>
              <a:cxnSpLocks/>
              <a:stCxn id="5" idx="2"/>
              <a:endCxn id="3" idx="0"/>
            </p:cNvCxnSpPr>
            <p:nvPr/>
          </p:nvCxnSpPr>
          <p:spPr>
            <a:xfrm>
              <a:off x="3544463" y="1664329"/>
              <a:ext cx="6954" cy="282561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流程图: 磁盘 14">
              <a:extLst>
                <a:ext uri="{FF2B5EF4-FFF2-40B4-BE49-F238E27FC236}">
                  <a16:creationId xmlns:a16="http://schemas.microsoft.com/office/drawing/2014/main" id="{8F1C4AF6-BB70-47BB-ADDD-BAE9B04486EC}"/>
                </a:ext>
              </a:extLst>
            </p:cNvPr>
            <p:cNvSpPr/>
            <p:nvPr/>
          </p:nvSpPr>
          <p:spPr>
            <a:xfrm>
              <a:off x="2696240" y="2835965"/>
              <a:ext cx="1731636" cy="725557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Redis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消息队列</a:t>
              </a: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FC14252-E8D7-4AC2-B221-41DAAD782E34}"/>
                </a:ext>
              </a:extLst>
            </p:cNvPr>
            <p:cNvCxnSpPr>
              <a:cxnSpLocks/>
              <a:stCxn id="3" idx="2"/>
              <a:endCxn id="15" idx="1"/>
            </p:cNvCxnSpPr>
            <p:nvPr/>
          </p:nvCxnSpPr>
          <p:spPr>
            <a:xfrm>
              <a:off x="3551417" y="2284825"/>
              <a:ext cx="10641" cy="551140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流程图: 可选过程 18">
              <a:extLst>
                <a:ext uri="{FF2B5EF4-FFF2-40B4-BE49-F238E27FC236}">
                  <a16:creationId xmlns:a16="http://schemas.microsoft.com/office/drawing/2014/main" id="{E35AEC97-ACC5-49BF-A1ED-6A0AC470C99E}"/>
                </a:ext>
              </a:extLst>
            </p:cNvPr>
            <p:cNvSpPr/>
            <p:nvPr/>
          </p:nvSpPr>
          <p:spPr>
            <a:xfrm>
              <a:off x="5535421" y="1183519"/>
              <a:ext cx="1815547" cy="285750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前端可视化界面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B37AFBB-932D-4BD1-BCB0-0AEFB73A01E0}"/>
                </a:ext>
              </a:extLst>
            </p:cNvPr>
            <p:cNvSpPr txBox="1"/>
            <p:nvPr/>
          </p:nvSpPr>
          <p:spPr>
            <a:xfrm>
              <a:off x="2255773" y="2447235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JSON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序列化</a:t>
              </a:r>
            </a:p>
          </p:txBody>
        </p:sp>
        <p:cxnSp>
          <p:nvCxnSpPr>
            <p:cNvPr id="21" name="连接符: 肘形 20">
              <a:extLst>
                <a:ext uri="{FF2B5EF4-FFF2-40B4-BE49-F238E27FC236}">
                  <a16:creationId xmlns:a16="http://schemas.microsoft.com/office/drawing/2014/main" id="{12BA5D63-2326-4402-BDF1-2451A6D7AB17}"/>
                </a:ext>
              </a:extLst>
            </p:cNvPr>
            <p:cNvCxnSpPr>
              <a:cxnSpLocks/>
              <a:stCxn id="19" idx="1"/>
              <a:endCxn id="15" idx="4"/>
            </p:cNvCxnSpPr>
            <p:nvPr/>
          </p:nvCxnSpPr>
          <p:spPr>
            <a:xfrm rot="10800000" flipV="1">
              <a:off x="4427877" y="1326394"/>
              <a:ext cx="1107545" cy="1872350"/>
            </a:xfrm>
            <a:prstGeom prst="bentConnector3">
              <a:avLst>
                <a:gd name="adj1" fmla="val 50000"/>
              </a:avLst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5A9D390-9149-4F2A-8983-7E3D9709BEC4}"/>
                </a:ext>
              </a:extLst>
            </p:cNvPr>
            <p:cNvSpPr txBox="1"/>
            <p:nvPr/>
          </p:nvSpPr>
          <p:spPr>
            <a:xfrm>
              <a:off x="4885412" y="226256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读取实时状态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4C5FF4A-2D27-463B-A1FC-08D57053F520}"/>
                </a:ext>
              </a:extLst>
            </p:cNvPr>
            <p:cNvSpPr/>
            <p:nvPr/>
          </p:nvSpPr>
          <p:spPr>
            <a:xfrm>
              <a:off x="1157009" y="3888558"/>
              <a:ext cx="4809451" cy="11406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2DAF11F-D620-4B23-A2F8-BE3132E99395}"/>
                </a:ext>
              </a:extLst>
            </p:cNvPr>
            <p:cNvSpPr txBox="1"/>
            <p:nvPr/>
          </p:nvSpPr>
          <p:spPr>
            <a:xfrm>
              <a:off x="1245913" y="3888559"/>
              <a:ext cx="1569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检测与分流层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2B216EE-4C1F-4BA6-836E-CA421A9893FD}"/>
                </a:ext>
              </a:extLst>
            </p:cNvPr>
            <p:cNvSpPr/>
            <p:nvPr/>
          </p:nvSpPr>
          <p:spPr>
            <a:xfrm>
              <a:off x="1358118" y="4331256"/>
              <a:ext cx="1796320" cy="2999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IED-WPAT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模型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9300F6D7-D768-4899-8847-EB2545585FD0}"/>
                </a:ext>
              </a:extLst>
            </p:cNvPr>
            <p:cNvSpPr/>
            <p:nvPr/>
          </p:nvSpPr>
          <p:spPr>
            <a:xfrm>
              <a:off x="3207294" y="4318879"/>
              <a:ext cx="2613737" cy="2999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MaskTST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多中心加权模型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30B4B8FD-E63A-4BD6-BF48-28EED1BE3348}"/>
                </a:ext>
              </a:extLst>
            </p:cNvPr>
            <p:cNvCxnSpPr>
              <a:cxnSpLocks/>
              <a:stCxn id="15" idx="3"/>
              <a:endCxn id="25" idx="0"/>
            </p:cNvCxnSpPr>
            <p:nvPr/>
          </p:nvCxnSpPr>
          <p:spPr>
            <a:xfrm flipH="1">
              <a:off x="3561735" y="3561522"/>
              <a:ext cx="323" cy="327036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流程图: 磁盘 33">
              <a:extLst>
                <a:ext uri="{FF2B5EF4-FFF2-40B4-BE49-F238E27FC236}">
                  <a16:creationId xmlns:a16="http://schemas.microsoft.com/office/drawing/2014/main" id="{8ED82D88-858A-4BE0-AE24-A7254C86D6C4}"/>
                </a:ext>
              </a:extLst>
            </p:cNvPr>
            <p:cNvSpPr/>
            <p:nvPr/>
          </p:nvSpPr>
          <p:spPr>
            <a:xfrm>
              <a:off x="228118" y="5856117"/>
              <a:ext cx="2153477" cy="789274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Model Weights(.</a:t>
              </a:r>
              <a:r>
                <a:rPr lang="en-US" altLang="zh-CN" dirty="0" err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pth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/.</a:t>
              </a:r>
              <a:r>
                <a:rPr lang="en-US" altLang="zh-CN" dirty="0" err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pkl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375E0F3-8203-4E04-B5EF-D41FE03891AB}"/>
                </a:ext>
              </a:extLst>
            </p:cNvPr>
            <p:cNvSpPr/>
            <p:nvPr/>
          </p:nvSpPr>
          <p:spPr>
            <a:xfrm>
              <a:off x="173590" y="5504748"/>
              <a:ext cx="2261266" cy="12084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3982CC4-D236-41BB-85CE-0880E044DE6A}"/>
                </a:ext>
              </a:extLst>
            </p:cNvPr>
            <p:cNvSpPr txBox="1"/>
            <p:nvPr/>
          </p:nvSpPr>
          <p:spPr>
            <a:xfrm>
              <a:off x="598934" y="5503408"/>
              <a:ext cx="1782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本地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对象存储</a:t>
              </a:r>
            </a:p>
          </p:txBody>
        </p:sp>
        <p:sp>
          <p:nvSpPr>
            <p:cNvPr id="37" name="流程图: 磁盘 36">
              <a:extLst>
                <a:ext uri="{FF2B5EF4-FFF2-40B4-BE49-F238E27FC236}">
                  <a16:creationId xmlns:a16="http://schemas.microsoft.com/office/drawing/2014/main" id="{B1B3AD33-8881-4CF8-8DB3-BCC2A4FE5A99}"/>
                </a:ext>
              </a:extLst>
            </p:cNvPr>
            <p:cNvSpPr/>
            <p:nvPr/>
          </p:nvSpPr>
          <p:spPr>
            <a:xfrm>
              <a:off x="3123287" y="5856117"/>
              <a:ext cx="1537253" cy="725557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Flow logs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45AF178-F307-472B-B214-794AC1AA086A}"/>
                </a:ext>
              </a:extLst>
            </p:cNvPr>
            <p:cNvSpPr/>
            <p:nvPr/>
          </p:nvSpPr>
          <p:spPr>
            <a:xfrm>
              <a:off x="2925187" y="5504748"/>
              <a:ext cx="3972570" cy="11406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9BCEEE00-863F-4112-B2D8-00E591E8089E}"/>
                </a:ext>
              </a:extLst>
            </p:cNvPr>
            <p:cNvSpPr txBox="1"/>
            <p:nvPr/>
          </p:nvSpPr>
          <p:spPr>
            <a:xfrm>
              <a:off x="3242744" y="5503408"/>
              <a:ext cx="28331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ElasticSearch-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海量日志</a:t>
              </a:r>
            </a:p>
          </p:txBody>
        </p:sp>
        <p:sp>
          <p:nvSpPr>
            <p:cNvPr id="40" name="流程图: 磁盘 39">
              <a:extLst>
                <a:ext uri="{FF2B5EF4-FFF2-40B4-BE49-F238E27FC236}">
                  <a16:creationId xmlns:a16="http://schemas.microsoft.com/office/drawing/2014/main" id="{477E1034-177B-42F2-A342-AF2855DEFAFF}"/>
                </a:ext>
              </a:extLst>
            </p:cNvPr>
            <p:cNvSpPr/>
            <p:nvPr/>
          </p:nvSpPr>
          <p:spPr>
            <a:xfrm>
              <a:off x="5010522" y="5865101"/>
              <a:ext cx="1537253" cy="725557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Anomaly events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" name="流程图: 磁盘 40">
              <a:extLst>
                <a:ext uri="{FF2B5EF4-FFF2-40B4-BE49-F238E27FC236}">
                  <a16:creationId xmlns:a16="http://schemas.microsoft.com/office/drawing/2014/main" id="{3852771F-7B0C-4ACB-BE9E-19DC2AEB6B33}"/>
                </a:ext>
              </a:extLst>
            </p:cNvPr>
            <p:cNvSpPr/>
            <p:nvPr/>
          </p:nvSpPr>
          <p:spPr>
            <a:xfrm>
              <a:off x="7247739" y="5856117"/>
              <a:ext cx="1664291" cy="725557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User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表（用户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角色）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9D23431-045F-4335-A4F9-B330AFEE700B}"/>
                </a:ext>
              </a:extLst>
            </p:cNvPr>
            <p:cNvSpPr/>
            <p:nvPr/>
          </p:nvSpPr>
          <p:spPr>
            <a:xfrm>
              <a:off x="7165882" y="5504748"/>
              <a:ext cx="5503195" cy="11406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1EDEA759-FEA7-49E9-9C15-040B865E0ACA}"/>
                </a:ext>
              </a:extLst>
            </p:cNvPr>
            <p:cNvSpPr txBox="1"/>
            <p:nvPr/>
          </p:nvSpPr>
          <p:spPr>
            <a:xfrm>
              <a:off x="7483440" y="5503408"/>
              <a:ext cx="25078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MySQL-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业务数据</a:t>
              </a:r>
            </a:p>
          </p:txBody>
        </p:sp>
        <p:sp>
          <p:nvSpPr>
            <p:cNvPr id="44" name="流程图: 磁盘 43">
              <a:extLst>
                <a:ext uri="{FF2B5EF4-FFF2-40B4-BE49-F238E27FC236}">
                  <a16:creationId xmlns:a16="http://schemas.microsoft.com/office/drawing/2014/main" id="{27F64429-9F4D-4DEC-A79C-AD2B9BF525EF}"/>
                </a:ext>
              </a:extLst>
            </p:cNvPr>
            <p:cNvSpPr/>
            <p:nvPr/>
          </p:nvSpPr>
          <p:spPr>
            <a:xfrm>
              <a:off x="9044502" y="5865101"/>
              <a:ext cx="1743969" cy="725557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Alter-Rule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表</a:t>
              </a:r>
              <a:endPara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告警规则</a:t>
              </a:r>
            </a:p>
          </p:txBody>
        </p:sp>
        <p:sp>
          <p:nvSpPr>
            <p:cNvPr id="45" name="流程图: 磁盘 44">
              <a:extLst>
                <a:ext uri="{FF2B5EF4-FFF2-40B4-BE49-F238E27FC236}">
                  <a16:creationId xmlns:a16="http://schemas.microsoft.com/office/drawing/2014/main" id="{B6B6E0F7-9D4C-4045-9736-66445FF8DEA2}"/>
                </a:ext>
              </a:extLst>
            </p:cNvPr>
            <p:cNvSpPr/>
            <p:nvPr/>
          </p:nvSpPr>
          <p:spPr>
            <a:xfrm>
              <a:off x="11011415" y="5841962"/>
              <a:ext cx="1537253" cy="725557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Audit_log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表</a:t>
              </a:r>
            </a:p>
          </p:txBody>
        </p:sp>
        <p:cxnSp>
          <p:nvCxnSpPr>
            <p:cNvPr id="46" name="连接符: 肘形 45">
              <a:extLst>
                <a:ext uri="{FF2B5EF4-FFF2-40B4-BE49-F238E27FC236}">
                  <a16:creationId xmlns:a16="http://schemas.microsoft.com/office/drawing/2014/main" id="{C2C8E0CF-922B-4871-A27D-41E710AA057D}"/>
                </a:ext>
              </a:extLst>
            </p:cNvPr>
            <p:cNvCxnSpPr>
              <a:cxnSpLocks/>
              <a:stCxn id="25" idx="2"/>
              <a:endCxn id="36" idx="0"/>
            </p:cNvCxnSpPr>
            <p:nvPr/>
          </p:nvCxnSpPr>
          <p:spPr>
            <a:xfrm rot="5400000">
              <a:off x="2288897" y="4230569"/>
              <a:ext cx="474207" cy="2071470"/>
            </a:xfrm>
            <a:prstGeom prst="bentConnector3">
              <a:avLst>
                <a:gd name="adj1" fmla="val 50000"/>
              </a:avLst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连接符: 肘形 48">
              <a:extLst>
                <a:ext uri="{FF2B5EF4-FFF2-40B4-BE49-F238E27FC236}">
                  <a16:creationId xmlns:a16="http://schemas.microsoft.com/office/drawing/2014/main" id="{1A0195B0-0926-41C5-AC7F-9E485B32EFA4}"/>
                </a:ext>
              </a:extLst>
            </p:cNvPr>
            <p:cNvCxnSpPr>
              <a:cxnSpLocks/>
              <a:stCxn id="25" idx="2"/>
              <a:endCxn id="39" idx="0"/>
            </p:cNvCxnSpPr>
            <p:nvPr/>
          </p:nvCxnSpPr>
          <p:spPr>
            <a:xfrm rot="16200000" flipH="1">
              <a:off x="3873419" y="4717517"/>
              <a:ext cx="474207" cy="1097574"/>
            </a:xfrm>
            <a:prstGeom prst="bentConnector3">
              <a:avLst>
                <a:gd name="adj1" fmla="val 50000"/>
              </a:avLst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连接符: 肘形 51">
              <a:extLst>
                <a:ext uri="{FF2B5EF4-FFF2-40B4-BE49-F238E27FC236}">
                  <a16:creationId xmlns:a16="http://schemas.microsoft.com/office/drawing/2014/main" id="{2148FF1C-0EC4-4B83-8B46-063BBF3D59BD}"/>
                </a:ext>
              </a:extLst>
            </p:cNvPr>
            <p:cNvCxnSpPr>
              <a:cxnSpLocks/>
              <a:stCxn id="25" idx="2"/>
              <a:endCxn id="42" idx="0"/>
            </p:cNvCxnSpPr>
            <p:nvPr/>
          </p:nvCxnSpPr>
          <p:spPr>
            <a:xfrm rot="16200000" flipH="1">
              <a:off x="6501834" y="2089101"/>
              <a:ext cx="475547" cy="6355745"/>
            </a:xfrm>
            <a:prstGeom prst="bentConnector3">
              <a:avLst>
                <a:gd name="adj1" fmla="val 50000"/>
              </a:avLst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6A723B10-BB24-46D1-8616-A02F39A4A412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 rot="5400000">
              <a:off x="4425256" y="3485468"/>
              <a:ext cx="4034139" cy="1741"/>
            </a:xfrm>
            <a:prstGeom prst="bentConnector3">
              <a:avLst>
                <a:gd name="adj1" fmla="val 50000"/>
              </a:avLst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87F71EC0-B326-4531-8591-31E821B873FA}"/>
                </a:ext>
              </a:extLst>
            </p:cNvPr>
            <p:cNvSpPr txBox="1"/>
            <p:nvPr/>
          </p:nvSpPr>
          <p:spPr>
            <a:xfrm>
              <a:off x="6388599" y="2262569"/>
              <a:ext cx="1685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全文检索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聚合</a:t>
              </a:r>
            </a:p>
          </p:txBody>
        </p:sp>
        <p:cxnSp>
          <p:nvCxnSpPr>
            <p:cNvPr id="72" name="连接符: 肘形 71">
              <a:extLst>
                <a:ext uri="{FF2B5EF4-FFF2-40B4-BE49-F238E27FC236}">
                  <a16:creationId xmlns:a16="http://schemas.microsoft.com/office/drawing/2014/main" id="{E640B5DA-436B-44C4-B331-58686B577E97}"/>
                </a:ext>
              </a:extLst>
            </p:cNvPr>
            <p:cNvCxnSpPr>
              <a:cxnSpLocks/>
              <a:stCxn id="19" idx="3"/>
              <a:endCxn id="43" idx="0"/>
            </p:cNvCxnSpPr>
            <p:nvPr/>
          </p:nvCxnSpPr>
          <p:spPr>
            <a:xfrm>
              <a:off x="7350968" y="1326394"/>
              <a:ext cx="1386374" cy="4177014"/>
            </a:xfrm>
            <a:prstGeom prst="bentConnector2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6D634B29-2C23-4191-B2B9-EDB0AC7A6AA4}"/>
                </a:ext>
              </a:extLst>
            </p:cNvPr>
            <p:cNvSpPr txBox="1"/>
            <p:nvPr/>
          </p:nvSpPr>
          <p:spPr>
            <a:xfrm>
              <a:off x="8725412" y="2268644"/>
              <a:ext cx="1685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读取用户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权限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5869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236</TotalTime>
  <Words>426</Words>
  <Application>Microsoft Office PowerPoint</Application>
  <PresentationFormat>宽屏</PresentationFormat>
  <Paragraphs>123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JetBrains Mono</vt:lpstr>
      <vt:lpstr>等线</vt:lpstr>
      <vt:lpstr>等线 Light</vt:lpstr>
      <vt:lpstr>宋体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羲 王</dc:creator>
  <cp:lastModifiedBy>羲 王</cp:lastModifiedBy>
  <cp:revision>29</cp:revision>
  <dcterms:created xsi:type="dcterms:W3CDTF">2026-03-13T11:19:39Z</dcterms:created>
  <dcterms:modified xsi:type="dcterms:W3CDTF">2026-03-17T13:38:27Z</dcterms:modified>
</cp:coreProperties>
</file>