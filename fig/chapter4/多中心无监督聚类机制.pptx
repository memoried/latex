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8820150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877"/>
    <a:srgbClr val="FFE6E6"/>
    <a:srgbClr val="FFF2E6"/>
    <a:srgbClr val="4472C4"/>
    <a:srgbClr val="BCB9B9"/>
    <a:srgbClr val="FF0000"/>
    <a:srgbClr val="0303FF"/>
    <a:srgbClr val="37FF37"/>
    <a:srgbClr val="33FF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0" d="100"/>
          <a:sy n="180" d="100"/>
        </p:scale>
        <p:origin x="13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519" y="706933"/>
            <a:ext cx="6615113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2519" y="2268784"/>
            <a:ext cx="6615113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43A9-5233-4EB1-9E9F-8AA2E58B7449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0007D-691F-4319-9FC5-76CA39A36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313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43A9-5233-4EB1-9E9F-8AA2E58B7449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0007D-691F-4319-9FC5-76CA39A36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899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792" y="1076898"/>
            <a:ext cx="7607379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792" y="2890725"/>
            <a:ext cx="7607379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43A9-5233-4EB1-9E9F-8AA2E58B7449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0007D-691F-4319-9FC5-76CA39A36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91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6385" y="1149890"/>
            <a:ext cx="3748564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5201" y="1149890"/>
            <a:ext cx="3748564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43A9-5233-4EB1-9E9F-8AA2E58B7449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0007D-691F-4319-9FC5-76CA39A36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50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34" y="229978"/>
            <a:ext cx="7607379" cy="834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34" y="1058899"/>
            <a:ext cx="3731337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7534" y="1577849"/>
            <a:ext cx="3731337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65201" y="1058899"/>
            <a:ext cx="3749713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65201" y="1577849"/>
            <a:ext cx="3749713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43A9-5233-4EB1-9E9F-8AA2E58B7449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0007D-691F-4319-9FC5-76CA39A36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6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43A9-5233-4EB1-9E9F-8AA2E58B7449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0007D-691F-4319-9FC5-76CA39A36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461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43A9-5233-4EB1-9E9F-8AA2E58B7449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0007D-691F-4319-9FC5-76CA39A36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460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34" y="287972"/>
            <a:ext cx="2844728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9713" y="621941"/>
            <a:ext cx="4465201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34" y="1295877"/>
            <a:ext cx="2844728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43A9-5233-4EB1-9E9F-8AA2E58B7449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0007D-691F-4319-9FC5-76CA39A36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473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34" y="287972"/>
            <a:ext cx="2844728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49713" y="621941"/>
            <a:ext cx="4465201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34" y="1295877"/>
            <a:ext cx="2844728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43A9-5233-4EB1-9E9F-8AA2E58B7449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0007D-691F-4319-9FC5-76CA39A36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721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43A9-5233-4EB1-9E9F-8AA2E58B7449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0007D-691F-4319-9FC5-76CA39A36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030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11920" y="229978"/>
            <a:ext cx="1901845" cy="36606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6385" y="229978"/>
            <a:ext cx="5595283" cy="36606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43A9-5233-4EB1-9E9F-8AA2E58B7449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0007D-691F-4319-9FC5-76CA39A36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4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6386" y="229978"/>
            <a:ext cx="7607379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386" y="1149890"/>
            <a:ext cx="7607379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6385" y="4003618"/>
            <a:ext cx="1984534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443A9-5233-4EB1-9E9F-8AA2E58B7449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21675" y="4003618"/>
            <a:ext cx="2976801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29231" y="4003618"/>
            <a:ext cx="1984534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0007D-691F-4319-9FC5-76CA39A36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328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4376CB28-E3F8-4D7C-90DE-9CA4ED44E473}"/>
              </a:ext>
            </a:extLst>
          </p:cNvPr>
          <p:cNvGrpSpPr/>
          <p:nvPr/>
        </p:nvGrpSpPr>
        <p:grpSpPr>
          <a:xfrm>
            <a:off x="-66386" y="108054"/>
            <a:ext cx="8807498" cy="3909379"/>
            <a:chOff x="-66386" y="108054"/>
            <a:chExt cx="8807498" cy="3909379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E2EB63C7-FDD8-4295-9290-BD05E3C4FFA6}"/>
                </a:ext>
              </a:extLst>
            </p:cNvPr>
            <p:cNvSpPr/>
            <p:nvPr/>
          </p:nvSpPr>
          <p:spPr>
            <a:xfrm>
              <a:off x="1779379" y="108054"/>
              <a:ext cx="6917871" cy="3909379"/>
            </a:xfrm>
            <a:prstGeom prst="roundRect">
              <a:avLst>
                <a:gd name="adj" fmla="val 5437"/>
              </a:avLst>
            </a:prstGeom>
            <a:solidFill>
              <a:srgbClr val="D5E8D4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A455239-6F80-4C4A-A0F3-FB1BCB83EAF8}"/>
                </a:ext>
              </a:extLst>
            </p:cNvPr>
            <p:cNvGrpSpPr/>
            <p:nvPr/>
          </p:nvGrpSpPr>
          <p:grpSpPr>
            <a:xfrm>
              <a:off x="199030" y="835663"/>
              <a:ext cx="1079500" cy="1231900"/>
              <a:chOff x="831850" y="1479550"/>
              <a:chExt cx="1079500" cy="1231900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A973FCCD-5F1E-4A58-BA9C-C9AC9433943F}"/>
                  </a:ext>
                </a:extLst>
              </p:cNvPr>
              <p:cNvSpPr/>
              <p:nvPr/>
            </p:nvSpPr>
            <p:spPr>
              <a:xfrm>
                <a:off x="831850" y="1479550"/>
                <a:ext cx="342900" cy="1231900"/>
              </a:xfrm>
              <a:prstGeom prst="rect">
                <a:avLst/>
              </a:prstGeom>
              <a:solidFill>
                <a:srgbClr val="F2CCD9"/>
              </a:solidFill>
              <a:ln>
                <a:solidFill>
                  <a:srgbClr val="C0C1C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3BCC5A4-6AE8-47DF-AD52-89F6D30A65ED}"/>
                  </a:ext>
                </a:extLst>
              </p:cNvPr>
              <p:cNvSpPr/>
              <p:nvPr/>
            </p:nvSpPr>
            <p:spPr>
              <a:xfrm>
                <a:off x="1200150" y="1479550"/>
                <a:ext cx="342900" cy="1231900"/>
              </a:xfrm>
              <a:prstGeom prst="rect">
                <a:avLst/>
              </a:prstGeom>
              <a:solidFill>
                <a:srgbClr val="F2CCD9"/>
              </a:solidFill>
              <a:ln>
                <a:solidFill>
                  <a:srgbClr val="C0C1C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8E65537-D807-4AD4-92E8-35B30ADA4C2B}"/>
                  </a:ext>
                </a:extLst>
              </p:cNvPr>
              <p:cNvSpPr/>
              <p:nvPr/>
            </p:nvSpPr>
            <p:spPr>
              <a:xfrm>
                <a:off x="1568450" y="1479550"/>
                <a:ext cx="342900" cy="1231900"/>
              </a:xfrm>
              <a:prstGeom prst="rect">
                <a:avLst/>
              </a:prstGeom>
              <a:solidFill>
                <a:srgbClr val="F2CCD9"/>
              </a:solidFill>
              <a:ln>
                <a:solidFill>
                  <a:srgbClr val="C0C1C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110F39A-32CD-4D29-A456-A145FF584F9C}"/>
                </a:ext>
              </a:extLst>
            </p:cNvPr>
            <p:cNvSpPr txBox="1"/>
            <p:nvPr/>
          </p:nvSpPr>
          <p:spPr>
            <a:xfrm>
              <a:off x="-66386" y="2062743"/>
              <a:ext cx="18902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MaskTST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特征学习模块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839C1D79-08D6-4706-A50F-8FB594DA7FCC}"/>
                </a:ext>
              </a:extLst>
            </p:cNvPr>
            <p:cNvSpPr/>
            <p:nvPr/>
          </p:nvSpPr>
          <p:spPr>
            <a:xfrm>
              <a:off x="2127712" y="415831"/>
              <a:ext cx="2462512" cy="2074999"/>
            </a:xfrm>
            <a:prstGeom prst="roundRect">
              <a:avLst>
                <a:gd name="adj" fmla="val 3132"/>
              </a:avLst>
            </a:prstGeom>
            <a:solidFill>
              <a:srgbClr val="FFFFFF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流程图: 接点 12">
              <a:extLst>
                <a:ext uri="{FF2B5EF4-FFF2-40B4-BE49-F238E27FC236}">
                  <a16:creationId xmlns:a16="http://schemas.microsoft.com/office/drawing/2014/main" id="{7EB820B6-E58C-4997-A552-4D4EACECAF36}"/>
                </a:ext>
              </a:extLst>
            </p:cNvPr>
            <p:cNvSpPr/>
            <p:nvPr/>
          </p:nvSpPr>
          <p:spPr>
            <a:xfrm>
              <a:off x="2496010" y="831210"/>
              <a:ext cx="36000" cy="36000"/>
            </a:xfrm>
            <a:prstGeom prst="flowChartConnector">
              <a:avLst/>
            </a:prstGeom>
            <a:solidFill>
              <a:srgbClr val="33FF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984" name="组合 2983">
              <a:extLst>
                <a:ext uri="{FF2B5EF4-FFF2-40B4-BE49-F238E27FC236}">
                  <a16:creationId xmlns:a16="http://schemas.microsoft.com/office/drawing/2014/main" id="{788F9856-1A83-41CF-AA6D-B5C01D9BF1F6}"/>
                </a:ext>
              </a:extLst>
            </p:cNvPr>
            <p:cNvGrpSpPr/>
            <p:nvPr/>
          </p:nvGrpSpPr>
          <p:grpSpPr>
            <a:xfrm>
              <a:off x="3162323" y="586769"/>
              <a:ext cx="1282058" cy="1105611"/>
              <a:chOff x="174866" y="1104543"/>
              <a:chExt cx="1282058" cy="1105611"/>
            </a:xfrm>
          </p:grpSpPr>
          <p:sp>
            <p:nvSpPr>
              <p:cNvPr id="1895" name="流程图: 接点 1894">
                <a:extLst>
                  <a:ext uri="{FF2B5EF4-FFF2-40B4-BE49-F238E27FC236}">
                    <a16:creationId xmlns:a16="http://schemas.microsoft.com/office/drawing/2014/main" id="{0F7FF1C1-2EE8-41AE-90E1-05F438B2EDA4}"/>
                  </a:ext>
                </a:extLst>
              </p:cNvPr>
              <p:cNvSpPr/>
              <p:nvPr/>
            </p:nvSpPr>
            <p:spPr>
              <a:xfrm>
                <a:off x="743803" y="15353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6" name="流程图: 接点 1895">
                <a:extLst>
                  <a:ext uri="{FF2B5EF4-FFF2-40B4-BE49-F238E27FC236}">
                    <a16:creationId xmlns:a16="http://schemas.microsoft.com/office/drawing/2014/main" id="{03FC3ECC-C1AE-462A-A14F-E47D392A2FCD}"/>
                  </a:ext>
                </a:extLst>
              </p:cNvPr>
              <p:cNvSpPr/>
              <p:nvPr/>
            </p:nvSpPr>
            <p:spPr>
              <a:xfrm>
                <a:off x="707803" y="15713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7" name="流程图: 接点 1896">
                <a:extLst>
                  <a:ext uri="{FF2B5EF4-FFF2-40B4-BE49-F238E27FC236}">
                    <a16:creationId xmlns:a16="http://schemas.microsoft.com/office/drawing/2014/main" id="{5F5CC0B2-D8A9-440F-BEB1-411E52E7B51F}"/>
                  </a:ext>
                </a:extLst>
              </p:cNvPr>
              <p:cNvSpPr/>
              <p:nvPr/>
            </p:nvSpPr>
            <p:spPr>
              <a:xfrm>
                <a:off x="674275" y="14993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8" name="流程图: 接点 1897">
                <a:extLst>
                  <a:ext uri="{FF2B5EF4-FFF2-40B4-BE49-F238E27FC236}">
                    <a16:creationId xmlns:a16="http://schemas.microsoft.com/office/drawing/2014/main" id="{48399EFF-7597-4711-8821-1B28CB5D5130}"/>
                  </a:ext>
                </a:extLst>
              </p:cNvPr>
              <p:cNvSpPr/>
              <p:nvPr/>
            </p:nvSpPr>
            <p:spPr>
              <a:xfrm>
                <a:off x="812633" y="148600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9" name="流程图: 接点 1898">
                <a:extLst>
                  <a:ext uri="{FF2B5EF4-FFF2-40B4-BE49-F238E27FC236}">
                    <a16:creationId xmlns:a16="http://schemas.microsoft.com/office/drawing/2014/main" id="{183F838B-F60D-465D-A984-FE049418B874}"/>
                  </a:ext>
                </a:extLst>
              </p:cNvPr>
              <p:cNvSpPr/>
              <p:nvPr/>
            </p:nvSpPr>
            <p:spPr>
              <a:xfrm>
                <a:off x="725803" y="150400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0" name="流程图: 接点 1899">
                <a:extLst>
                  <a:ext uri="{FF2B5EF4-FFF2-40B4-BE49-F238E27FC236}">
                    <a16:creationId xmlns:a16="http://schemas.microsoft.com/office/drawing/2014/main" id="{36CDF20D-DCD0-43C1-9934-9F866FADB100}"/>
                  </a:ext>
                </a:extLst>
              </p:cNvPr>
              <p:cNvSpPr/>
              <p:nvPr/>
            </p:nvSpPr>
            <p:spPr>
              <a:xfrm>
                <a:off x="689803" y="154000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1" name="流程图: 接点 1900">
                <a:extLst>
                  <a:ext uri="{FF2B5EF4-FFF2-40B4-BE49-F238E27FC236}">
                    <a16:creationId xmlns:a16="http://schemas.microsoft.com/office/drawing/2014/main" id="{ADCCBFDC-D356-4342-AB06-EF4A2167E608}"/>
                  </a:ext>
                </a:extLst>
              </p:cNvPr>
              <p:cNvSpPr/>
              <p:nvPr/>
            </p:nvSpPr>
            <p:spPr>
              <a:xfrm>
                <a:off x="656275" y="146800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2" name="流程图: 接点 1901">
                <a:extLst>
                  <a:ext uri="{FF2B5EF4-FFF2-40B4-BE49-F238E27FC236}">
                    <a16:creationId xmlns:a16="http://schemas.microsoft.com/office/drawing/2014/main" id="{8D0E52B7-987D-4FBC-9703-460A494D2884}"/>
                  </a:ext>
                </a:extLst>
              </p:cNvPr>
              <p:cNvSpPr/>
              <p:nvPr/>
            </p:nvSpPr>
            <p:spPr>
              <a:xfrm>
                <a:off x="794633" y="145463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3" name="流程图: 接点 1902">
                <a:extLst>
                  <a:ext uri="{FF2B5EF4-FFF2-40B4-BE49-F238E27FC236}">
                    <a16:creationId xmlns:a16="http://schemas.microsoft.com/office/drawing/2014/main" id="{3E8E053E-B480-4CA8-8069-EF2A0AC70E00}"/>
                  </a:ext>
                </a:extLst>
              </p:cNvPr>
              <p:cNvSpPr/>
              <p:nvPr/>
            </p:nvSpPr>
            <p:spPr>
              <a:xfrm>
                <a:off x="725803" y="165674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4" name="流程图: 接点 1903">
                <a:extLst>
                  <a:ext uri="{FF2B5EF4-FFF2-40B4-BE49-F238E27FC236}">
                    <a16:creationId xmlns:a16="http://schemas.microsoft.com/office/drawing/2014/main" id="{718E7FDA-7718-4439-AFF8-EA39F0DB74F5}"/>
                  </a:ext>
                </a:extLst>
              </p:cNvPr>
              <p:cNvSpPr/>
              <p:nvPr/>
            </p:nvSpPr>
            <p:spPr>
              <a:xfrm>
                <a:off x="689803" y="169274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5" name="流程图: 接点 1904">
                <a:extLst>
                  <a:ext uri="{FF2B5EF4-FFF2-40B4-BE49-F238E27FC236}">
                    <a16:creationId xmlns:a16="http://schemas.microsoft.com/office/drawing/2014/main" id="{01C867E5-3452-4470-B8CA-4BA825F18F2B}"/>
                  </a:ext>
                </a:extLst>
              </p:cNvPr>
              <p:cNvSpPr/>
              <p:nvPr/>
            </p:nvSpPr>
            <p:spPr>
              <a:xfrm>
                <a:off x="656275" y="162074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6" name="流程图: 接点 1905">
                <a:extLst>
                  <a:ext uri="{FF2B5EF4-FFF2-40B4-BE49-F238E27FC236}">
                    <a16:creationId xmlns:a16="http://schemas.microsoft.com/office/drawing/2014/main" id="{B3D2F3D1-1DA0-4777-ACF6-358B37B6E192}"/>
                  </a:ext>
                </a:extLst>
              </p:cNvPr>
              <p:cNvSpPr/>
              <p:nvPr/>
            </p:nvSpPr>
            <p:spPr>
              <a:xfrm>
                <a:off x="794633" y="16073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7" name="流程图: 接点 1906">
                <a:extLst>
                  <a:ext uri="{FF2B5EF4-FFF2-40B4-BE49-F238E27FC236}">
                    <a16:creationId xmlns:a16="http://schemas.microsoft.com/office/drawing/2014/main" id="{286AE1C5-A42E-4671-BF37-43A82A9CB0FC}"/>
                  </a:ext>
                </a:extLst>
              </p:cNvPr>
              <p:cNvSpPr/>
              <p:nvPr/>
            </p:nvSpPr>
            <p:spPr>
              <a:xfrm>
                <a:off x="707803" y="16253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8" name="流程图: 接点 1907">
                <a:extLst>
                  <a:ext uri="{FF2B5EF4-FFF2-40B4-BE49-F238E27FC236}">
                    <a16:creationId xmlns:a16="http://schemas.microsoft.com/office/drawing/2014/main" id="{C065D18D-9965-4166-9EC6-15886476E68E}"/>
                  </a:ext>
                </a:extLst>
              </p:cNvPr>
              <p:cNvSpPr/>
              <p:nvPr/>
            </p:nvSpPr>
            <p:spPr>
              <a:xfrm>
                <a:off x="671803" y="16613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9" name="流程图: 接点 1908">
                <a:extLst>
                  <a:ext uri="{FF2B5EF4-FFF2-40B4-BE49-F238E27FC236}">
                    <a16:creationId xmlns:a16="http://schemas.microsoft.com/office/drawing/2014/main" id="{1F2B2B57-CD63-48F9-924D-5D53D521CB0E}"/>
                  </a:ext>
                </a:extLst>
              </p:cNvPr>
              <p:cNvSpPr/>
              <p:nvPr/>
            </p:nvSpPr>
            <p:spPr>
              <a:xfrm>
                <a:off x="638275" y="15893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0" name="流程图: 接点 1909">
                <a:extLst>
                  <a:ext uri="{FF2B5EF4-FFF2-40B4-BE49-F238E27FC236}">
                    <a16:creationId xmlns:a16="http://schemas.microsoft.com/office/drawing/2014/main" id="{0BE8B666-CD48-4E31-B3FB-CDE2A4BA2276}"/>
                  </a:ext>
                </a:extLst>
              </p:cNvPr>
              <p:cNvSpPr/>
              <p:nvPr/>
            </p:nvSpPr>
            <p:spPr>
              <a:xfrm>
                <a:off x="776633" y="157600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1" name="流程图: 接点 1910">
                <a:extLst>
                  <a:ext uri="{FF2B5EF4-FFF2-40B4-BE49-F238E27FC236}">
                    <a16:creationId xmlns:a16="http://schemas.microsoft.com/office/drawing/2014/main" id="{C53568A7-0EF5-4AA6-B202-81C16A371BAE}"/>
                  </a:ext>
                </a:extLst>
              </p:cNvPr>
              <p:cNvSpPr/>
              <p:nvPr/>
            </p:nvSpPr>
            <p:spPr>
              <a:xfrm>
                <a:off x="701624" y="144074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2" name="流程图: 接点 1911">
                <a:extLst>
                  <a:ext uri="{FF2B5EF4-FFF2-40B4-BE49-F238E27FC236}">
                    <a16:creationId xmlns:a16="http://schemas.microsoft.com/office/drawing/2014/main" id="{751028DD-C63F-455E-99DD-5049135C5ED2}"/>
                  </a:ext>
                </a:extLst>
              </p:cNvPr>
              <p:cNvSpPr/>
              <p:nvPr/>
            </p:nvSpPr>
            <p:spPr>
              <a:xfrm>
                <a:off x="665624" y="147674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3" name="流程图: 接点 1912">
                <a:extLst>
                  <a:ext uri="{FF2B5EF4-FFF2-40B4-BE49-F238E27FC236}">
                    <a16:creationId xmlns:a16="http://schemas.microsoft.com/office/drawing/2014/main" id="{0032D6FD-1139-4FB4-86F4-F6E099A9DA37}"/>
                  </a:ext>
                </a:extLst>
              </p:cNvPr>
              <p:cNvSpPr/>
              <p:nvPr/>
            </p:nvSpPr>
            <p:spPr>
              <a:xfrm>
                <a:off x="632096" y="140474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4" name="流程图: 接点 1913">
                <a:extLst>
                  <a:ext uri="{FF2B5EF4-FFF2-40B4-BE49-F238E27FC236}">
                    <a16:creationId xmlns:a16="http://schemas.microsoft.com/office/drawing/2014/main" id="{EB9DCB20-6294-487B-945A-24D14FBD99CF}"/>
                  </a:ext>
                </a:extLst>
              </p:cNvPr>
              <p:cNvSpPr/>
              <p:nvPr/>
            </p:nvSpPr>
            <p:spPr>
              <a:xfrm>
                <a:off x="770454" y="13913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5" name="流程图: 接点 1914">
                <a:extLst>
                  <a:ext uri="{FF2B5EF4-FFF2-40B4-BE49-F238E27FC236}">
                    <a16:creationId xmlns:a16="http://schemas.microsoft.com/office/drawing/2014/main" id="{A3EA6C0C-3F7D-4608-8506-41731E066567}"/>
                  </a:ext>
                </a:extLst>
              </p:cNvPr>
              <p:cNvSpPr/>
              <p:nvPr/>
            </p:nvSpPr>
            <p:spPr>
              <a:xfrm>
                <a:off x="683624" y="14093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6" name="流程图: 接点 1915">
                <a:extLst>
                  <a:ext uri="{FF2B5EF4-FFF2-40B4-BE49-F238E27FC236}">
                    <a16:creationId xmlns:a16="http://schemas.microsoft.com/office/drawing/2014/main" id="{D06E6D1E-92D8-4F36-B426-D493C02DE205}"/>
                  </a:ext>
                </a:extLst>
              </p:cNvPr>
              <p:cNvSpPr/>
              <p:nvPr/>
            </p:nvSpPr>
            <p:spPr>
              <a:xfrm>
                <a:off x="647624" y="14453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7" name="流程图: 接点 1916">
                <a:extLst>
                  <a:ext uri="{FF2B5EF4-FFF2-40B4-BE49-F238E27FC236}">
                    <a16:creationId xmlns:a16="http://schemas.microsoft.com/office/drawing/2014/main" id="{29138678-9ED7-4DC4-BFCF-00E57A1D3141}"/>
                  </a:ext>
                </a:extLst>
              </p:cNvPr>
              <p:cNvSpPr/>
              <p:nvPr/>
            </p:nvSpPr>
            <p:spPr>
              <a:xfrm>
                <a:off x="614096" y="13733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8" name="流程图: 接点 1917">
                <a:extLst>
                  <a:ext uri="{FF2B5EF4-FFF2-40B4-BE49-F238E27FC236}">
                    <a16:creationId xmlns:a16="http://schemas.microsoft.com/office/drawing/2014/main" id="{4829C03B-523E-4BED-BC3F-5148498F214E}"/>
                  </a:ext>
                </a:extLst>
              </p:cNvPr>
              <p:cNvSpPr/>
              <p:nvPr/>
            </p:nvSpPr>
            <p:spPr>
              <a:xfrm>
                <a:off x="752454" y="136000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9" name="流程图: 接点 1918">
                <a:extLst>
                  <a:ext uri="{FF2B5EF4-FFF2-40B4-BE49-F238E27FC236}">
                    <a16:creationId xmlns:a16="http://schemas.microsoft.com/office/drawing/2014/main" id="{1D16C10A-5ACD-45FC-9042-B825B02C0964}"/>
                  </a:ext>
                </a:extLst>
              </p:cNvPr>
              <p:cNvSpPr/>
              <p:nvPr/>
            </p:nvSpPr>
            <p:spPr>
              <a:xfrm>
                <a:off x="683624" y="156211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0" name="流程图: 接点 1919">
                <a:extLst>
                  <a:ext uri="{FF2B5EF4-FFF2-40B4-BE49-F238E27FC236}">
                    <a16:creationId xmlns:a16="http://schemas.microsoft.com/office/drawing/2014/main" id="{424C347B-7867-4AC8-B9D6-3D7716FDC675}"/>
                  </a:ext>
                </a:extLst>
              </p:cNvPr>
              <p:cNvSpPr/>
              <p:nvPr/>
            </p:nvSpPr>
            <p:spPr>
              <a:xfrm>
                <a:off x="647624" y="159811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1" name="流程图: 接点 1920">
                <a:extLst>
                  <a:ext uri="{FF2B5EF4-FFF2-40B4-BE49-F238E27FC236}">
                    <a16:creationId xmlns:a16="http://schemas.microsoft.com/office/drawing/2014/main" id="{3952B1AE-9890-481B-8AAB-1FA771206EBB}"/>
                  </a:ext>
                </a:extLst>
              </p:cNvPr>
              <p:cNvSpPr/>
              <p:nvPr/>
            </p:nvSpPr>
            <p:spPr>
              <a:xfrm>
                <a:off x="614096" y="152611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2" name="流程图: 接点 1921">
                <a:extLst>
                  <a:ext uri="{FF2B5EF4-FFF2-40B4-BE49-F238E27FC236}">
                    <a16:creationId xmlns:a16="http://schemas.microsoft.com/office/drawing/2014/main" id="{4451CD9A-8559-418D-89BA-878048A952DF}"/>
                  </a:ext>
                </a:extLst>
              </p:cNvPr>
              <p:cNvSpPr/>
              <p:nvPr/>
            </p:nvSpPr>
            <p:spPr>
              <a:xfrm>
                <a:off x="752454" y="151274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3" name="流程图: 接点 1922">
                <a:extLst>
                  <a:ext uri="{FF2B5EF4-FFF2-40B4-BE49-F238E27FC236}">
                    <a16:creationId xmlns:a16="http://schemas.microsoft.com/office/drawing/2014/main" id="{F983E6B1-170A-4968-B88B-36C5BAB1245E}"/>
                  </a:ext>
                </a:extLst>
              </p:cNvPr>
              <p:cNvSpPr/>
              <p:nvPr/>
            </p:nvSpPr>
            <p:spPr>
              <a:xfrm>
                <a:off x="665624" y="153074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4" name="流程图: 接点 1923">
                <a:extLst>
                  <a:ext uri="{FF2B5EF4-FFF2-40B4-BE49-F238E27FC236}">
                    <a16:creationId xmlns:a16="http://schemas.microsoft.com/office/drawing/2014/main" id="{B54C3B27-EA44-42EB-9271-E96A8DF6B55E}"/>
                  </a:ext>
                </a:extLst>
              </p:cNvPr>
              <p:cNvSpPr/>
              <p:nvPr/>
            </p:nvSpPr>
            <p:spPr>
              <a:xfrm>
                <a:off x="629624" y="156674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5" name="流程图: 接点 1924">
                <a:extLst>
                  <a:ext uri="{FF2B5EF4-FFF2-40B4-BE49-F238E27FC236}">
                    <a16:creationId xmlns:a16="http://schemas.microsoft.com/office/drawing/2014/main" id="{91429F35-4058-4B3C-9881-01B58A2DA969}"/>
                  </a:ext>
                </a:extLst>
              </p:cNvPr>
              <p:cNvSpPr/>
              <p:nvPr/>
            </p:nvSpPr>
            <p:spPr>
              <a:xfrm>
                <a:off x="596096" y="149474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6" name="流程图: 接点 1925">
                <a:extLst>
                  <a:ext uri="{FF2B5EF4-FFF2-40B4-BE49-F238E27FC236}">
                    <a16:creationId xmlns:a16="http://schemas.microsoft.com/office/drawing/2014/main" id="{582713C3-A8EE-4DF7-AD67-61956C23C774}"/>
                  </a:ext>
                </a:extLst>
              </p:cNvPr>
              <p:cNvSpPr/>
              <p:nvPr/>
            </p:nvSpPr>
            <p:spPr>
              <a:xfrm>
                <a:off x="734454" y="14813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7" name="流程图: 接点 1926">
                <a:extLst>
                  <a:ext uri="{FF2B5EF4-FFF2-40B4-BE49-F238E27FC236}">
                    <a16:creationId xmlns:a16="http://schemas.microsoft.com/office/drawing/2014/main" id="{1AE5D7BE-D39F-40D7-AEAB-6B7D3882D019}"/>
                  </a:ext>
                </a:extLst>
              </p:cNvPr>
              <p:cNvSpPr/>
              <p:nvPr/>
            </p:nvSpPr>
            <p:spPr>
              <a:xfrm>
                <a:off x="932991" y="15603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8" name="流程图: 接点 1927">
                <a:extLst>
                  <a:ext uri="{FF2B5EF4-FFF2-40B4-BE49-F238E27FC236}">
                    <a16:creationId xmlns:a16="http://schemas.microsoft.com/office/drawing/2014/main" id="{A4423090-FFAC-45BB-8F7E-5DAAF628F981}"/>
                  </a:ext>
                </a:extLst>
              </p:cNvPr>
              <p:cNvSpPr/>
              <p:nvPr/>
            </p:nvSpPr>
            <p:spPr>
              <a:xfrm>
                <a:off x="896991" y="15963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9" name="流程图: 接点 1928">
                <a:extLst>
                  <a:ext uri="{FF2B5EF4-FFF2-40B4-BE49-F238E27FC236}">
                    <a16:creationId xmlns:a16="http://schemas.microsoft.com/office/drawing/2014/main" id="{760F109E-1937-4604-AB05-68489D42AD9C}"/>
                  </a:ext>
                </a:extLst>
              </p:cNvPr>
              <p:cNvSpPr/>
              <p:nvPr/>
            </p:nvSpPr>
            <p:spPr>
              <a:xfrm>
                <a:off x="863463" y="15243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0" name="流程图: 接点 1929">
                <a:extLst>
                  <a:ext uri="{FF2B5EF4-FFF2-40B4-BE49-F238E27FC236}">
                    <a16:creationId xmlns:a16="http://schemas.microsoft.com/office/drawing/2014/main" id="{7F9339A3-928D-45C8-A3CE-355995E430B1}"/>
                  </a:ext>
                </a:extLst>
              </p:cNvPr>
              <p:cNvSpPr/>
              <p:nvPr/>
            </p:nvSpPr>
            <p:spPr>
              <a:xfrm>
                <a:off x="1001821" y="15109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1" name="流程图: 接点 1930">
                <a:extLst>
                  <a:ext uri="{FF2B5EF4-FFF2-40B4-BE49-F238E27FC236}">
                    <a16:creationId xmlns:a16="http://schemas.microsoft.com/office/drawing/2014/main" id="{36CADA0F-9792-46D3-AF83-DDAED1C2198A}"/>
                  </a:ext>
                </a:extLst>
              </p:cNvPr>
              <p:cNvSpPr/>
              <p:nvPr/>
            </p:nvSpPr>
            <p:spPr>
              <a:xfrm>
                <a:off x="914991" y="15289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2" name="流程图: 接点 1931">
                <a:extLst>
                  <a:ext uri="{FF2B5EF4-FFF2-40B4-BE49-F238E27FC236}">
                    <a16:creationId xmlns:a16="http://schemas.microsoft.com/office/drawing/2014/main" id="{F6D99DEB-758C-40F9-A9A8-D86B8C1E3DDA}"/>
                  </a:ext>
                </a:extLst>
              </p:cNvPr>
              <p:cNvSpPr/>
              <p:nvPr/>
            </p:nvSpPr>
            <p:spPr>
              <a:xfrm>
                <a:off x="878991" y="15649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3" name="流程图: 接点 1932">
                <a:extLst>
                  <a:ext uri="{FF2B5EF4-FFF2-40B4-BE49-F238E27FC236}">
                    <a16:creationId xmlns:a16="http://schemas.microsoft.com/office/drawing/2014/main" id="{7EAB45DE-70DE-470F-A7A3-23412ED2D5FB}"/>
                  </a:ext>
                </a:extLst>
              </p:cNvPr>
              <p:cNvSpPr/>
              <p:nvPr/>
            </p:nvSpPr>
            <p:spPr>
              <a:xfrm>
                <a:off x="845463" y="14929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4" name="流程图: 接点 1933">
                <a:extLst>
                  <a:ext uri="{FF2B5EF4-FFF2-40B4-BE49-F238E27FC236}">
                    <a16:creationId xmlns:a16="http://schemas.microsoft.com/office/drawing/2014/main" id="{D36D14AC-0DD8-471C-804F-99CA5AAD00AE}"/>
                  </a:ext>
                </a:extLst>
              </p:cNvPr>
              <p:cNvSpPr/>
              <p:nvPr/>
            </p:nvSpPr>
            <p:spPr>
              <a:xfrm>
                <a:off x="854812" y="150168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5" name="流程图: 接点 1934">
                <a:extLst>
                  <a:ext uri="{FF2B5EF4-FFF2-40B4-BE49-F238E27FC236}">
                    <a16:creationId xmlns:a16="http://schemas.microsoft.com/office/drawing/2014/main" id="{0ED474C6-3B54-47E4-9357-5A8786E97B79}"/>
                  </a:ext>
                </a:extLst>
              </p:cNvPr>
              <p:cNvSpPr/>
              <p:nvPr/>
            </p:nvSpPr>
            <p:spPr>
              <a:xfrm>
                <a:off x="743803" y="149035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6" name="流程图: 接点 1935">
                <a:extLst>
                  <a:ext uri="{FF2B5EF4-FFF2-40B4-BE49-F238E27FC236}">
                    <a16:creationId xmlns:a16="http://schemas.microsoft.com/office/drawing/2014/main" id="{BBD051DE-D613-42EC-8504-924D06F7D11C}"/>
                  </a:ext>
                </a:extLst>
              </p:cNvPr>
              <p:cNvSpPr/>
              <p:nvPr/>
            </p:nvSpPr>
            <p:spPr>
              <a:xfrm>
                <a:off x="707803" y="152635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7" name="流程图: 接点 1936">
                <a:extLst>
                  <a:ext uri="{FF2B5EF4-FFF2-40B4-BE49-F238E27FC236}">
                    <a16:creationId xmlns:a16="http://schemas.microsoft.com/office/drawing/2014/main" id="{F9876253-6F65-4E91-8822-21152CA1CD54}"/>
                  </a:ext>
                </a:extLst>
              </p:cNvPr>
              <p:cNvSpPr/>
              <p:nvPr/>
            </p:nvSpPr>
            <p:spPr>
              <a:xfrm>
                <a:off x="689803" y="149498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8" name="流程图: 接点 1937">
                <a:extLst>
                  <a:ext uri="{FF2B5EF4-FFF2-40B4-BE49-F238E27FC236}">
                    <a16:creationId xmlns:a16="http://schemas.microsoft.com/office/drawing/2014/main" id="{791686F1-EF76-4D61-BAA2-B4DDCF98D62E}"/>
                  </a:ext>
                </a:extLst>
              </p:cNvPr>
              <p:cNvSpPr/>
              <p:nvPr/>
            </p:nvSpPr>
            <p:spPr>
              <a:xfrm>
                <a:off x="725803" y="161172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9" name="流程图: 接点 1938">
                <a:extLst>
                  <a:ext uri="{FF2B5EF4-FFF2-40B4-BE49-F238E27FC236}">
                    <a16:creationId xmlns:a16="http://schemas.microsoft.com/office/drawing/2014/main" id="{837B5B5C-8CE4-4AA0-93F3-85D711A9C328}"/>
                  </a:ext>
                </a:extLst>
              </p:cNvPr>
              <p:cNvSpPr/>
              <p:nvPr/>
            </p:nvSpPr>
            <p:spPr>
              <a:xfrm>
                <a:off x="689803" y="164772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0" name="流程图: 接点 1939">
                <a:extLst>
                  <a:ext uri="{FF2B5EF4-FFF2-40B4-BE49-F238E27FC236}">
                    <a16:creationId xmlns:a16="http://schemas.microsoft.com/office/drawing/2014/main" id="{1E51CD30-247E-4EEA-ABE6-F7377C880596}"/>
                  </a:ext>
                </a:extLst>
              </p:cNvPr>
              <p:cNvSpPr/>
              <p:nvPr/>
            </p:nvSpPr>
            <p:spPr>
              <a:xfrm>
                <a:off x="656275" y="157572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1" name="流程图: 接点 1940">
                <a:extLst>
                  <a:ext uri="{FF2B5EF4-FFF2-40B4-BE49-F238E27FC236}">
                    <a16:creationId xmlns:a16="http://schemas.microsoft.com/office/drawing/2014/main" id="{0333F86D-7AA1-44E6-934C-A0A5BF272B59}"/>
                  </a:ext>
                </a:extLst>
              </p:cNvPr>
              <p:cNvSpPr/>
              <p:nvPr/>
            </p:nvSpPr>
            <p:spPr>
              <a:xfrm>
                <a:off x="794633" y="156235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2" name="流程图: 接点 1941">
                <a:extLst>
                  <a:ext uri="{FF2B5EF4-FFF2-40B4-BE49-F238E27FC236}">
                    <a16:creationId xmlns:a16="http://schemas.microsoft.com/office/drawing/2014/main" id="{421F02E7-F595-4958-BE63-555DB3DD0AF2}"/>
                  </a:ext>
                </a:extLst>
              </p:cNvPr>
              <p:cNvSpPr/>
              <p:nvPr/>
            </p:nvSpPr>
            <p:spPr>
              <a:xfrm>
                <a:off x="707803" y="158035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3" name="流程图: 接点 1942">
                <a:extLst>
                  <a:ext uri="{FF2B5EF4-FFF2-40B4-BE49-F238E27FC236}">
                    <a16:creationId xmlns:a16="http://schemas.microsoft.com/office/drawing/2014/main" id="{0B806245-1AA7-4A9E-820D-E274A9EF3FF6}"/>
                  </a:ext>
                </a:extLst>
              </p:cNvPr>
              <p:cNvSpPr/>
              <p:nvPr/>
            </p:nvSpPr>
            <p:spPr>
              <a:xfrm>
                <a:off x="671803" y="161635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4" name="流程图: 接点 1943">
                <a:extLst>
                  <a:ext uri="{FF2B5EF4-FFF2-40B4-BE49-F238E27FC236}">
                    <a16:creationId xmlns:a16="http://schemas.microsoft.com/office/drawing/2014/main" id="{8EFF6E75-9E7F-4BEE-AB9B-0A2D90D345D4}"/>
                  </a:ext>
                </a:extLst>
              </p:cNvPr>
              <p:cNvSpPr/>
              <p:nvPr/>
            </p:nvSpPr>
            <p:spPr>
              <a:xfrm>
                <a:off x="638275" y="154435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5" name="流程图: 接点 1944">
                <a:extLst>
                  <a:ext uri="{FF2B5EF4-FFF2-40B4-BE49-F238E27FC236}">
                    <a16:creationId xmlns:a16="http://schemas.microsoft.com/office/drawing/2014/main" id="{F2A9FC18-A37F-49BC-9751-94710B81434A}"/>
                  </a:ext>
                </a:extLst>
              </p:cNvPr>
              <p:cNvSpPr/>
              <p:nvPr/>
            </p:nvSpPr>
            <p:spPr>
              <a:xfrm>
                <a:off x="776633" y="153098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6" name="流程图: 接点 1945">
                <a:extLst>
                  <a:ext uri="{FF2B5EF4-FFF2-40B4-BE49-F238E27FC236}">
                    <a16:creationId xmlns:a16="http://schemas.microsoft.com/office/drawing/2014/main" id="{B99FA9A4-81B5-48B6-8619-1A9DF7290F9C}"/>
                  </a:ext>
                </a:extLst>
              </p:cNvPr>
              <p:cNvSpPr/>
              <p:nvPr/>
            </p:nvSpPr>
            <p:spPr>
              <a:xfrm>
                <a:off x="683624" y="151709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7" name="流程图: 接点 1946">
                <a:extLst>
                  <a:ext uri="{FF2B5EF4-FFF2-40B4-BE49-F238E27FC236}">
                    <a16:creationId xmlns:a16="http://schemas.microsoft.com/office/drawing/2014/main" id="{E6E42CAC-035E-4F70-BE95-9FACEA13B4AB}"/>
                  </a:ext>
                </a:extLst>
              </p:cNvPr>
              <p:cNvSpPr/>
              <p:nvPr/>
            </p:nvSpPr>
            <p:spPr>
              <a:xfrm>
                <a:off x="647624" y="155309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8" name="流程图: 接点 1947">
                <a:extLst>
                  <a:ext uri="{FF2B5EF4-FFF2-40B4-BE49-F238E27FC236}">
                    <a16:creationId xmlns:a16="http://schemas.microsoft.com/office/drawing/2014/main" id="{BC2F4D4E-4E35-436F-8139-5DFFB3B9E94E}"/>
                  </a:ext>
                </a:extLst>
              </p:cNvPr>
              <p:cNvSpPr/>
              <p:nvPr/>
            </p:nvSpPr>
            <p:spPr>
              <a:xfrm>
                <a:off x="614096" y="148109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9" name="流程图: 接点 1948">
                <a:extLst>
                  <a:ext uri="{FF2B5EF4-FFF2-40B4-BE49-F238E27FC236}">
                    <a16:creationId xmlns:a16="http://schemas.microsoft.com/office/drawing/2014/main" id="{80467EC6-0EB1-43CF-A4EE-007E889CFA67}"/>
                  </a:ext>
                </a:extLst>
              </p:cNvPr>
              <p:cNvSpPr/>
              <p:nvPr/>
            </p:nvSpPr>
            <p:spPr>
              <a:xfrm>
                <a:off x="665624" y="148572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0" name="流程图: 接点 1949">
                <a:extLst>
                  <a:ext uri="{FF2B5EF4-FFF2-40B4-BE49-F238E27FC236}">
                    <a16:creationId xmlns:a16="http://schemas.microsoft.com/office/drawing/2014/main" id="{5AB4F047-A1A5-4AE6-8FD8-EF7AA643D951}"/>
                  </a:ext>
                </a:extLst>
              </p:cNvPr>
              <p:cNvSpPr/>
              <p:nvPr/>
            </p:nvSpPr>
            <p:spPr>
              <a:xfrm>
                <a:off x="629624" y="152172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1" name="流程图: 接点 1950">
                <a:extLst>
                  <a:ext uri="{FF2B5EF4-FFF2-40B4-BE49-F238E27FC236}">
                    <a16:creationId xmlns:a16="http://schemas.microsoft.com/office/drawing/2014/main" id="{5FB12EEB-3E3D-49F4-AD3D-F000DFC5472F}"/>
                  </a:ext>
                </a:extLst>
              </p:cNvPr>
              <p:cNvSpPr/>
              <p:nvPr/>
            </p:nvSpPr>
            <p:spPr>
              <a:xfrm>
                <a:off x="932991" y="151529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2" name="流程图: 接点 1951">
                <a:extLst>
                  <a:ext uri="{FF2B5EF4-FFF2-40B4-BE49-F238E27FC236}">
                    <a16:creationId xmlns:a16="http://schemas.microsoft.com/office/drawing/2014/main" id="{0F580F13-FF32-441B-A2CD-15162A3FA349}"/>
                  </a:ext>
                </a:extLst>
              </p:cNvPr>
              <p:cNvSpPr/>
              <p:nvPr/>
            </p:nvSpPr>
            <p:spPr>
              <a:xfrm>
                <a:off x="896991" y="155129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3" name="流程图: 接点 1952">
                <a:extLst>
                  <a:ext uri="{FF2B5EF4-FFF2-40B4-BE49-F238E27FC236}">
                    <a16:creationId xmlns:a16="http://schemas.microsoft.com/office/drawing/2014/main" id="{81D0291A-CD0E-4D11-AE5A-B7E4AE5486AC}"/>
                  </a:ext>
                </a:extLst>
              </p:cNvPr>
              <p:cNvSpPr/>
              <p:nvPr/>
            </p:nvSpPr>
            <p:spPr>
              <a:xfrm>
                <a:off x="863463" y="147929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4" name="流程图: 接点 1953">
                <a:extLst>
                  <a:ext uri="{FF2B5EF4-FFF2-40B4-BE49-F238E27FC236}">
                    <a16:creationId xmlns:a16="http://schemas.microsoft.com/office/drawing/2014/main" id="{319F9A91-2A76-48EC-A3AE-002FE97CACA4}"/>
                  </a:ext>
                </a:extLst>
              </p:cNvPr>
              <p:cNvSpPr/>
              <p:nvPr/>
            </p:nvSpPr>
            <p:spPr>
              <a:xfrm>
                <a:off x="914991" y="148393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5" name="流程图: 接点 1954">
                <a:extLst>
                  <a:ext uri="{FF2B5EF4-FFF2-40B4-BE49-F238E27FC236}">
                    <a16:creationId xmlns:a16="http://schemas.microsoft.com/office/drawing/2014/main" id="{C8EDD82E-5D7B-464C-8F89-85B1FC2FF351}"/>
                  </a:ext>
                </a:extLst>
              </p:cNvPr>
              <p:cNvSpPr/>
              <p:nvPr/>
            </p:nvSpPr>
            <p:spPr>
              <a:xfrm>
                <a:off x="878991" y="151993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6" name="流程图: 接点 1955">
                <a:extLst>
                  <a:ext uri="{FF2B5EF4-FFF2-40B4-BE49-F238E27FC236}">
                    <a16:creationId xmlns:a16="http://schemas.microsoft.com/office/drawing/2014/main" id="{5A50845C-5438-4C32-8B0D-8CA8A0BFFE16}"/>
                  </a:ext>
                </a:extLst>
              </p:cNvPr>
              <p:cNvSpPr/>
              <p:nvPr/>
            </p:nvSpPr>
            <p:spPr>
              <a:xfrm>
                <a:off x="787029" y="15911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7" name="流程图: 接点 1956">
                <a:extLst>
                  <a:ext uri="{FF2B5EF4-FFF2-40B4-BE49-F238E27FC236}">
                    <a16:creationId xmlns:a16="http://schemas.microsoft.com/office/drawing/2014/main" id="{505499FF-94D6-4FE6-A9AE-26176E555774}"/>
                  </a:ext>
                </a:extLst>
              </p:cNvPr>
              <p:cNvSpPr/>
              <p:nvPr/>
            </p:nvSpPr>
            <p:spPr>
              <a:xfrm>
                <a:off x="769029" y="15597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8" name="流程图: 接点 1957">
                <a:extLst>
                  <a:ext uri="{FF2B5EF4-FFF2-40B4-BE49-F238E27FC236}">
                    <a16:creationId xmlns:a16="http://schemas.microsoft.com/office/drawing/2014/main" id="{E0CFC0D2-F100-48C2-8FED-213832D9102C}"/>
                  </a:ext>
                </a:extLst>
              </p:cNvPr>
              <p:cNvSpPr/>
              <p:nvPr/>
            </p:nvSpPr>
            <p:spPr>
              <a:xfrm>
                <a:off x="769029" y="17125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9" name="流程图: 接点 1958">
                <a:extLst>
                  <a:ext uri="{FF2B5EF4-FFF2-40B4-BE49-F238E27FC236}">
                    <a16:creationId xmlns:a16="http://schemas.microsoft.com/office/drawing/2014/main" id="{A0B49F6E-40F0-4280-BEFE-59B5BBE1768D}"/>
                  </a:ext>
                </a:extLst>
              </p:cNvPr>
              <p:cNvSpPr/>
              <p:nvPr/>
            </p:nvSpPr>
            <p:spPr>
              <a:xfrm>
                <a:off x="751029" y="16811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0" name="流程图: 接点 1959">
                <a:extLst>
                  <a:ext uri="{FF2B5EF4-FFF2-40B4-BE49-F238E27FC236}">
                    <a16:creationId xmlns:a16="http://schemas.microsoft.com/office/drawing/2014/main" id="{BC540CED-6469-4062-9DD4-D5CDAF89C921}"/>
                  </a:ext>
                </a:extLst>
              </p:cNvPr>
              <p:cNvSpPr/>
              <p:nvPr/>
            </p:nvSpPr>
            <p:spPr>
              <a:xfrm>
                <a:off x="907387" y="16654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1" name="流程图: 接点 1960">
                <a:extLst>
                  <a:ext uri="{FF2B5EF4-FFF2-40B4-BE49-F238E27FC236}">
                    <a16:creationId xmlns:a16="http://schemas.microsoft.com/office/drawing/2014/main" id="{1AC8265F-D86B-4F19-AAAA-F70280770772}"/>
                  </a:ext>
                </a:extLst>
              </p:cNvPr>
              <p:cNvSpPr/>
              <p:nvPr/>
            </p:nvSpPr>
            <p:spPr>
              <a:xfrm>
                <a:off x="871387" y="17014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2" name="流程图: 接点 1961">
                <a:extLst>
                  <a:ext uri="{FF2B5EF4-FFF2-40B4-BE49-F238E27FC236}">
                    <a16:creationId xmlns:a16="http://schemas.microsoft.com/office/drawing/2014/main" id="{F8936E36-FF8A-41EF-8B12-F31F33B5E5E1}"/>
                  </a:ext>
                </a:extLst>
              </p:cNvPr>
              <p:cNvSpPr/>
              <p:nvPr/>
            </p:nvSpPr>
            <p:spPr>
              <a:xfrm>
                <a:off x="837859" y="16294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3" name="流程图: 接点 1962">
                <a:extLst>
                  <a:ext uri="{FF2B5EF4-FFF2-40B4-BE49-F238E27FC236}">
                    <a16:creationId xmlns:a16="http://schemas.microsoft.com/office/drawing/2014/main" id="{33402D68-F4F8-4169-803A-49E83CF60388}"/>
                  </a:ext>
                </a:extLst>
              </p:cNvPr>
              <p:cNvSpPr/>
              <p:nvPr/>
            </p:nvSpPr>
            <p:spPr>
              <a:xfrm>
                <a:off x="976217" y="16161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4" name="流程图: 接点 1963">
                <a:extLst>
                  <a:ext uri="{FF2B5EF4-FFF2-40B4-BE49-F238E27FC236}">
                    <a16:creationId xmlns:a16="http://schemas.microsoft.com/office/drawing/2014/main" id="{D408C34A-6655-4C11-AFE4-101D2F6ACDCB}"/>
                  </a:ext>
                </a:extLst>
              </p:cNvPr>
              <p:cNvSpPr/>
              <p:nvPr/>
            </p:nvSpPr>
            <p:spPr>
              <a:xfrm>
                <a:off x="889387" y="16341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5" name="流程图: 接点 1964">
                <a:extLst>
                  <a:ext uri="{FF2B5EF4-FFF2-40B4-BE49-F238E27FC236}">
                    <a16:creationId xmlns:a16="http://schemas.microsoft.com/office/drawing/2014/main" id="{A2E52E40-0CC4-4257-A569-2AD41CF51923}"/>
                  </a:ext>
                </a:extLst>
              </p:cNvPr>
              <p:cNvSpPr/>
              <p:nvPr/>
            </p:nvSpPr>
            <p:spPr>
              <a:xfrm>
                <a:off x="853387" y="16701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6" name="流程图: 接点 1965">
                <a:extLst>
                  <a:ext uri="{FF2B5EF4-FFF2-40B4-BE49-F238E27FC236}">
                    <a16:creationId xmlns:a16="http://schemas.microsoft.com/office/drawing/2014/main" id="{F024F186-07C1-4E5F-8ADE-AEAF3C22B127}"/>
                  </a:ext>
                </a:extLst>
              </p:cNvPr>
              <p:cNvSpPr/>
              <p:nvPr/>
            </p:nvSpPr>
            <p:spPr>
              <a:xfrm>
                <a:off x="819859" y="15981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7" name="流程图: 接点 1966">
                <a:extLst>
                  <a:ext uri="{FF2B5EF4-FFF2-40B4-BE49-F238E27FC236}">
                    <a16:creationId xmlns:a16="http://schemas.microsoft.com/office/drawing/2014/main" id="{54FAA403-42DE-4488-8CDA-CC2941F0B4E7}"/>
                  </a:ext>
                </a:extLst>
              </p:cNvPr>
              <p:cNvSpPr/>
              <p:nvPr/>
            </p:nvSpPr>
            <p:spPr>
              <a:xfrm>
                <a:off x="829208" y="160684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8" name="流程图: 接点 1967">
                <a:extLst>
                  <a:ext uri="{FF2B5EF4-FFF2-40B4-BE49-F238E27FC236}">
                    <a16:creationId xmlns:a16="http://schemas.microsoft.com/office/drawing/2014/main" id="{ACE8204E-EB93-493B-91D3-12BB25E68FCB}"/>
                  </a:ext>
                </a:extLst>
              </p:cNvPr>
              <p:cNvSpPr/>
              <p:nvPr/>
            </p:nvSpPr>
            <p:spPr>
              <a:xfrm>
                <a:off x="769029" y="166751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9" name="流程图: 接点 1968">
                <a:extLst>
                  <a:ext uri="{FF2B5EF4-FFF2-40B4-BE49-F238E27FC236}">
                    <a16:creationId xmlns:a16="http://schemas.microsoft.com/office/drawing/2014/main" id="{3A480994-C576-43FC-B787-5C1BDE60D448}"/>
                  </a:ext>
                </a:extLst>
              </p:cNvPr>
              <p:cNvSpPr/>
              <p:nvPr/>
            </p:nvSpPr>
            <p:spPr>
              <a:xfrm>
                <a:off x="751029" y="163614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0" name="流程图: 接点 1969">
                <a:extLst>
                  <a:ext uri="{FF2B5EF4-FFF2-40B4-BE49-F238E27FC236}">
                    <a16:creationId xmlns:a16="http://schemas.microsoft.com/office/drawing/2014/main" id="{0EEBB7AB-D9CC-4C79-AFA5-EBF60E0A4F76}"/>
                  </a:ext>
                </a:extLst>
              </p:cNvPr>
              <p:cNvSpPr/>
              <p:nvPr/>
            </p:nvSpPr>
            <p:spPr>
              <a:xfrm>
                <a:off x="907387" y="16204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1" name="流程图: 接点 1970">
                <a:extLst>
                  <a:ext uri="{FF2B5EF4-FFF2-40B4-BE49-F238E27FC236}">
                    <a16:creationId xmlns:a16="http://schemas.microsoft.com/office/drawing/2014/main" id="{13138461-3904-45A3-A5C9-F8D93628117D}"/>
                  </a:ext>
                </a:extLst>
              </p:cNvPr>
              <p:cNvSpPr/>
              <p:nvPr/>
            </p:nvSpPr>
            <p:spPr>
              <a:xfrm>
                <a:off x="871387" y="16564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2" name="流程图: 接点 1971">
                <a:extLst>
                  <a:ext uri="{FF2B5EF4-FFF2-40B4-BE49-F238E27FC236}">
                    <a16:creationId xmlns:a16="http://schemas.microsoft.com/office/drawing/2014/main" id="{D6947626-8941-4419-B945-9B30045ED628}"/>
                  </a:ext>
                </a:extLst>
              </p:cNvPr>
              <p:cNvSpPr/>
              <p:nvPr/>
            </p:nvSpPr>
            <p:spPr>
              <a:xfrm>
                <a:off x="837859" y="15844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3" name="流程图: 接点 1972">
                <a:extLst>
                  <a:ext uri="{FF2B5EF4-FFF2-40B4-BE49-F238E27FC236}">
                    <a16:creationId xmlns:a16="http://schemas.microsoft.com/office/drawing/2014/main" id="{0D0005DD-BC0C-45DE-884D-8D6B160FD9B5}"/>
                  </a:ext>
                </a:extLst>
              </p:cNvPr>
              <p:cNvSpPr/>
              <p:nvPr/>
            </p:nvSpPr>
            <p:spPr>
              <a:xfrm>
                <a:off x="889387" y="15890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4" name="流程图: 接点 1973">
                <a:extLst>
                  <a:ext uri="{FF2B5EF4-FFF2-40B4-BE49-F238E27FC236}">
                    <a16:creationId xmlns:a16="http://schemas.microsoft.com/office/drawing/2014/main" id="{4BF7C9FF-372C-4646-AFBF-029AA3A7B010}"/>
                  </a:ext>
                </a:extLst>
              </p:cNvPr>
              <p:cNvSpPr/>
              <p:nvPr/>
            </p:nvSpPr>
            <p:spPr>
              <a:xfrm>
                <a:off x="853387" y="16250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5" name="流程图: 接点 1974">
                <a:extLst>
                  <a:ext uri="{FF2B5EF4-FFF2-40B4-BE49-F238E27FC236}">
                    <a16:creationId xmlns:a16="http://schemas.microsoft.com/office/drawing/2014/main" id="{3224F52E-43D5-443E-8948-28A64C748177}"/>
                  </a:ext>
                </a:extLst>
              </p:cNvPr>
              <p:cNvSpPr/>
              <p:nvPr/>
            </p:nvSpPr>
            <p:spPr>
              <a:xfrm>
                <a:off x="872813" y="13996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6" name="流程图: 接点 1975">
                <a:extLst>
                  <a:ext uri="{FF2B5EF4-FFF2-40B4-BE49-F238E27FC236}">
                    <a16:creationId xmlns:a16="http://schemas.microsoft.com/office/drawing/2014/main" id="{5F2A4056-F189-4B91-B347-CA7D60FED5DB}"/>
                  </a:ext>
                </a:extLst>
              </p:cNvPr>
              <p:cNvSpPr/>
              <p:nvPr/>
            </p:nvSpPr>
            <p:spPr>
              <a:xfrm>
                <a:off x="836813" y="14356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7" name="流程图: 接点 1976">
                <a:extLst>
                  <a:ext uri="{FF2B5EF4-FFF2-40B4-BE49-F238E27FC236}">
                    <a16:creationId xmlns:a16="http://schemas.microsoft.com/office/drawing/2014/main" id="{0D51B38A-39AE-48F8-871C-23AA2DF1DD0F}"/>
                  </a:ext>
                </a:extLst>
              </p:cNvPr>
              <p:cNvSpPr/>
              <p:nvPr/>
            </p:nvSpPr>
            <p:spPr>
              <a:xfrm>
                <a:off x="803285" y="13636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8" name="流程图: 接点 1977">
                <a:extLst>
                  <a:ext uri="{FF2B5EF4-FFF2-40B4-BE49-F238E27FC236}">
                    <a16:creationId xmlns:a16="http://schemas.microsoft.com/office/drawing/2014/main" id="{9F8E833D-027C-4FA1-8094-EA1A99CD4046}"/>
                  </a:ext>
                </a:extLst>
              </p:cNvPr>
              <p:cNvSpPr/>
              <p:nvPr/>
            </p:nvSpPr>
            <p:spPr>
              <a:xfrm>
                <a:off x="854813" y="136825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9" name="流程图: 接点 1978">
                <a:extLst>
                  <a:ext uri="{FF2B5EF4-FFF2-40B4-BE49-F238E27FC236}">
                    <a16:creationId xmlns:a16="http://schemas.microsoft.com/office/drawing/2014/main" id="{A36A7FC1-C9C1-43B6-AD2E-10962C6172AF}"/>
                  </a:ext>
                </a:extLst>
              </p:cNvPr>
              <p:cNvSpPr/>
              <p:nvPr/>
            </p:nvSpPr>
            <p:spPr>
              <a:xfrm>
                <a:off x="818813" y="140425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0" name="流程图: 接点 1979">
                <a:extLst>
                  <a:ext uri="{FF2B5EF4-FFF2-40B4-BE49-F238E27FC236}">
                    <a16:creationId xmlns:a16="http://schemas.microsoft.com/office/drawing/2014/main" id="{5FC7B69E-2B1A-4538-BB72-372BF94A4298}"/>
                  </a:ext>
                </a:extLst>
              </p:cNvPr>
              <p:cNvSpPr/>
              <p:nvPr/>
            </p:nvSpPr>
            <p:spPr>
              <a:xfrm>
                <a:off x="872813" y="135460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1" name="流程图: 接点 1980">
                <a:extLst>
                  <a:ext uri="{FF2B5EF4-FFF2-40B4-BE49-F238E27FC236}">
                    <a16:creationId xmlns:a16="http://schemas.microsoft.com/office/drawing/2014/main" id="{B4C6C8F9-A1A8-42D0-81F9-55FD34986737}"/>
                  </a:ext>
                </a:extLst>
              </p:cNvPr>
              <p:cNvSpPr/>
              <p:nvPr/>
            </p:nvSpPr>
            <p:spPr>
              <a:xfrm>
                <a:off x="836813" y="139060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2" name="流程图: 接点 1981">
                <a:extLst>
                  <a:ext uri="{FF2B5EF4-FFF2-40B4-BE49-F238E27FC236}">
                    <a16:creationId xmlns:a16="http://schemas.microsoft.com/office/drawing/2014/main" id="{CF8144CC-3FFD-4A12-98B5-B106CDD9E7D5}"/>
                  </a:ext>
                </a:extLst>
              </p:cNvPr>
              <p:cNvSpPr/>
              <p:nvPr/>
            </p:nvSpPr>
            <p:spPr>
              <a:xfrm>
                <a:off x="818813" y="13592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3" name="流程图: 接点 1982">
                <a:extLst>
                  <a:ext uri="{FF2B5EF4-FFF2-40B4-BE49-F238E27FC236}">
                    <a16:creationId xmlns:a16="http://schemas.microsoft.com/office/drawing/2014/main" id="{B5233B15-518B-4896-B638-4A9DABB66FAE}"/>
                  </a:ext>
                </a:extLst>
              </p:cNvPr>
              <p:cNvSpPr/>
              <p:nvPr/>
            </p:nvSpPr>
            <p:spPr>
              <a:xfrm>
                <a:off x="916039" y="145541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4" name="流程图: 接点 1983">
                <a:extLst>
                  <a:ext uri="{FF2B5EF4-FFF2-40B4-BE49-F238E27FC236}">
                    <a16:creationId xmlns:a16="http://schemas.microsoft.com/office/drawing/2014/main" id="{70A430F8-62A2-449B-8834-47C187335F58}"/>
                  </a:ext>
                </a:extLst>
              </p:cNvPr>
              <p:cNvSpPr/>
              <p:nvPr/>
            </p:nvSpPr>
            <p:spPr>
              <a:xfrm>
                <a:off x="898039" y="142404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5" name="流程图: 接点 1984">
                <a:extLst>
                  <a:ext uri="{FF2B5EF4-FFF2-40B4-BE49-F238E27FC236}">
                    <a16:creationId xmlns:a16="http://schemas.microsoft.com/office/drawing/2014/main" id="{2C4D687E-2A93-4601-AF26-B5DD17BEB439}"/>
                  </a:ext>
                </a:extLst>
              </p:cNvPr>
              <p:cNvSpPr/>
              <p:nvPr/>
            </p:nvSpPr>
            <p:spPr>
              <a:xfrm>
                <a:off x="1054397" y="140835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6" name="流程图: 接点 1985">
                <a:extLst>
                  <a:ext uri="{FF2B5EF4-FFF2-40B4-BE49-F238E27FC236}">
                    <a16:creationId xmlns:a16="http://schemas.microsoft.com/office/drawing/2014/main" id="{4268A662-E749-4D60-96AB-B13403C0EC4E}"/>
                  </a:ext>
                </a:extLst>
              </p:cNvPr>
              <p:cNvSpPr/>
              <p:nvPr/>
            </p:nvSpPr>
            <p:spPr>
              <a:xfrm>
                <a:off x="1018397" y="144435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7" name="流程图: 接点 1986">
                <a:extLst>
                  <a:ext uri="{FF2B5EF4-FFF2-40B4-BE49-F238E27FC236}">
                    <a16:creationId xmlns:a16="http://schemas.microsoft.com/office/drawing/2014/main" id="{D124A773-4D4E-4BAC-9A63-9F0FA7D9A780}"/>
                  </a:ext>
                </a:extLst>
              </p:cNvPr>
              <p:cNvSpPr/>
              <p:nvPr/>
            </p:nvSpPr>
            <p:spPr>
              <a:xfrm>
                <a:off x="984869" y="137235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8" name="流程图: 接点 1987">
                <a:extLst>
                  <a:ext uri="{FF2B5EF4-FFF2-40B4-BE49-F238E27FC236}">
                    <a16:creationId xmlns:a16="http://schemas.microsoft.com/office/drawing/2014/main" id="{574FD18B-42F0-4082-B0C0-51A1F0CBD191}"/>
                  </a:ext>
                </a:extLst>
              </p:cNvPr>
              <p:cNvSpPr/>
              <p:nvPr/>
            </p:nvSpPr>
            <p:spPr>
              <a:xfrm>
                <a:off x="1123227" y="135898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9" name="流程图: 接点 1988">
                <a:extLst>
                  <a:ext uri="{FF2B5EF4-FFF2-40B4-BE49-F238E27FC236}">
                    <a16:creationId xmlns:a16="http://schemas.microsoft.com/office/drawing/2014/main" id="{8C24DFE9-558A-4BA1-8C9F-EB4AD9018700}"/>
                  </a:ext>
                </a:extLst>
              </p:cNvPr>
              <p:cNvSpPr/>
              <p:nvPr/>
            </p:nvSpPr>
            <p:spPr>
              <a:xfrm>
                <a:off x="1036397" y="137698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0" name="流程图: 接点 1989">
                <a:extLst>
                  <a:ext uri="{FF2B5EF4-FFF2-40B4-BE49-F238E27FC236}">
                    <a16:creationId xmlns:a16="http://schemas.microsoft.com/office/drawing/2014/main" id="{3AEFFD11-6723-4416-9C1D-9CA15C515545}"/>
                  </a:ext>
                </a:extLst>
              </p:cNvPr>
              <p:cNvSpPr/>
              <p:nvPr/>
            </p:nvSpPr>
            <p:spPr>
              <a:xfrm>
                <a:off x="1000397" y="141298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1" name="流程图: 接点 1990">
                <a:extLst>
                  <a:ext uri="{FF2B5EF4-FFF2-40B4-BE49-F238E27FC236}">
                    <a16:creationId xmlns:a16="http://schemas.microsoft.com/office/drawing/2014/main" id="{29259C21-E6A6-4AC8-A43D-6FE8EC05B102}"/>
                  </a:ext>
                </a:extLst>
              </p:cNvPr>
              <p:cNvSpPr/>
              <p:nvPr/>
            </p:nvSpPr>
            <p:spPr>
              <a:xfrm>
                <a:off x="916039" y="141039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2" name="流程图: 接点 1991">
                <a:extLst>
                  <a:ext uri="{FF2B5EF4-FFF2-40B4-BE49-F238E27FC236}">
                    <a16:creationId xmlns:a16="http://schemas.microsoft.com/office/drawing/2014/main" id="{9698F211-8C3E-4163-AC58-5DA9FA73C718}"/>
                  </a:ext>
                </a:extLst>
              </p:cNvPr>
              <p:cNvSpPr/>
              <p:nvPr/>
            </p:nvSpPr>
            <p:spPr>
              <a:xfrm>
                <a:off x="898039" y="137902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3" name="流程图: 接点 1992">
                <a:extLst>
                  <a:ext uri="{FF2B5EF4-FFF2-40B4-BE49-F238E27FC236}">
                    <a16:creationId xmlns:a16="http://schemas.microsoft.com/office/drawing/2014/main" id="{53E19181-A486-4717-BBEF-18DC14DD1C4B}"/>
                  </a:ext>
                </a:extLst>
              </p:cNvPr>
              <p:cNvSpPr/>
              <p:nvPr/>
            </p:nvSpPr>
            <p:spPr>
              <a:xfrm>
                <a:off x="1054397" y="136333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4" name="流程图: 接点 1993">
                <a:extLst>
                  <a:ext uri="{FF2B5EF4-FFF2-40B4-BE49-F238E27FC236}">
                    <a16:creationId xmlns:a16="http://schemas.microsoft.com/office/drawing/2014/main" id="{E2E87701-EF1C-466C-8CF1-CDD04BAED994}"/>
                  </a:ext>
                </a:extLst>
              </p:cNvPr>
              <p:cNvSpPr/>
              <p:nvPr/>
            </p:nvSpPr>
            <p:spPr>
              <a:xfrm>
                <a:off x="1018397" y="139933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5" name="流程图: 接点 1994">
                <a:extLst>
                  <a:ext uri="{FF2B5EF4-FFF2-40B4-BE49-F238E27FC236}">
                    <a16:creationId xmlns:a16="http://schemas.microsoft.com/office/drawing/2014/main" id="{3DC49646-E75B-470F-ABFC-7CDC69427D90}"/>
                  </a:ext>
                </a:extLst>
              </p:cNvPr>
              <p:cNvSpPr/>
              <p:nvPr/>
            </p:nvSpPr>
            <p:spPr>
              <a:xfrm>
                <a:off x="1000397" y="136796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6" name="流程图: 接点 1995">
                <a:extLst>
                  <a:ext uri="{FF2B5EF4-FFF2-40B4-BE49-F238E27FC236}">
                    <a16:creationId xmlns:a16="http://schemas.microsoft.com/office/drawing/2014/main" id="{1138FE89-8757-4176-B629-61E3AC4A55B1}"/>
                  </a:ext>
                </a:extLst>
              </p:cNvPr>
              <p:cNvSpPr/>
              <p:nvPr/>
            </p:nvSpPr>
            <p:spPr>
              <a:xfrm>
                <a:off x="608723" y="154052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7" name="流程图: 接点 1996">
                <a:extLst>
                  <a:ext uri="{FF2B5EF4-FFF2-40B4-BE49-F238E27FC236}">
                    <a16:creationId xmlns:a16="http://schemas.microsoft.com/office/drawing/2014/main" id="{731AE715-A358-485D-8DD7-CB1793B57221}"/>
                  </a:ext>
                </a:extLst>
              </p:cNvPr>
              <p:cNvSpPr/>
              <p:nvPr/>
            </p:nvSpPr>
            <p:spPr>
              <a:xfrm>
                <a:off x="677553" y="14911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8" name="流程图: 接点 1997">
                <a:extLst>
                  <a:ext uri="{FF2B5EF4-FFF2-40B4-BE49-F238E27FC236}">
                    <a16:creationId xmlns:a16="http://schemas.microsoft.com/office/drawing/2014/main" id="{D3C446F4-7DEB-440F-AC3B-64CB8B74C51C}"/>
                  </a:ext>
                </a:extLst>
              </p:cNvPr>
              <p:cNvSpPr/>
              <p:nvPr/>
            </p:nvSpPr>
            <p:spPr>
              <a:xfrm>
                <a:off x="590723" y="15091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9" name="流程图: 接点 1998">
                <a:extLst>
                  <a:ext uri="{FF2B5EF4-FFF2-40B4-BE49-F238E27FC236}">
                    <a16:creationId xmlns:a16="http://schemas.microsoft.com/office/drawing/2014/main" id="{3A5E8F31-B350-42BF-8293-910D75B19765}"/>
                  </a:ext>
                </a:extLst>
              </p:cNvPr>
              <p:cNvSpPr/>
              <p:nvPr/>
            </p:nvSpPr>
            <p:spPr>
              <a:xfrm>
                <a:off x="608723" y="149550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0" name="流程图: 接点 1999">
                <a:extLst>
                  <a:ext uri="{FF2B5EF4-FFF2-40B4-BE49-F238E27FC236}">
                    <a16:creationId xmlns:a16="http://schemas.microsoft.com/office/drawing/2014/main" id="{255BC1B6-609F-4363-8264-9F40AE1C0FBB}"/>
                  </a:ext>
                </a:extLst>
              </p:cNvPr>
              <p:cNvSpPr/>
              <p:nvPr/>
            </p:nvSpPr>
            <p:spPr>
              <a:xfrm>
                <a:off x="590723" y="146414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1" name="流程图: 接点 2000">
                <a:extLst>
                  <a:ext uri="{FF2B5EF4-FFF2-40B4-BE49-F238E27FC236}">
                    <a16:creationId xmlns:a16="http://schemas.microsoft.com/office/drawing/2014/main" id="{1E627CAE-F60F-4C1D-B6AA-F1A3C0DCED1E}"/>
                  </a:ext>
                </a:extLst>
              </p:cNvPr>
              <p:cNvSpPr/>
              <p:nvPr/>
            </p:nvSpPr>
            <p:spPr>
              <a:xfrm>
                <a:off x="583119" y="164568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2" name="流程图: 接点 2001">
                <a:extLst>
                  <a:ext uri="{FF2B5EF4-FFF2-40B4-BE49-F238E27FC236}">
                    <a16:creationId xmlns:a16="http://schemas.microsoft.com/office/drawing/2014/main" id="{7EAD93B4-F1DA-4870-9EAB-B9880A881FFB}"/>
                  </a:ext>
                </a:extLst>
              </p:cNvPr>
              <p:cNvSpPr/>
              <p:nvPr/>
            </p:nvSpPr>
            <p:spPr>
              <a:xfrm>
                <a:off x="651949" y="15963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3" name="流程图: 接点 2002">
                <a:extLst>
                  <a:ext uri="{FF2B5EF4-FFF2-40B4-BE49-F238E27FC236}">
                    <a16:creationId xmlns:a16="http://schemas.microsoft.com/office/drawing/2014/main" id="{8D996E87-BFB3-499A-AAED-A66489597507}"/>
                  </a:ext>
                </a:extLst>
              </p:cNvPr>
              <p:cNvSpPr/>
              <p:nvPr/>
            </p:nvSpPr>
            <p:spPr>
              <a:xfrm>
                <a:off x="583119" y="160066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4" name="流程图: 接点 2003">
                <a:extLst>
                  <a:ext uri="{FF2B5EF4-FFF2-40B4-BE49-F238E27FC236}">
                    <a16:creationId xmlns:a16="http://schemas.microsoft.com/office/drawing/2014/main" id="{936B53CB-DF6C-42D8-B987-289B76127139}"/>
                  </a:ext>
                </a:extLst>
              </p:cNvPr>
              <p:cNvSpPr/>
              <p:nvPr/>
            </p:nvSpPr>
            <p:spPr>
              <a:xfrm>
                <a:off x="591771" y="14356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5" name="流程图: 接点 2004">
                <a:extLst>
                  <a:ext uri="{FF2B5EF4-FFF2-40B4-BE49-F238E27FC236}">
                    <a16:creationId xmlns:a16="http://schemas.microsoft.com/office/drawing/2014/main" id="{5FEEF612-98F2-46F3-8A9F-C99D8FA40848}"/>
                  </a:ext>
                </a:extLst>
              </p:cNvPr>
              <p:cNvSpPr/>
              <p:nvPr/>
            </p:nvSpPr>
            <p:spPr>
              <a:xfrm>
                <a:off x="730129" y="138856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6" name="流程图: 接点 2005">
                <a:extLst>
                  <a:ext uri="{FF2B5EF4-FFF2-40B4-BE49-F238E27FC236}">
                    <a16:creationId xmlns:a16="http://schemas.microsoft.com/office/drawing/2014/main" id="{4DD78C12-6222-45E3-B5C8-1B3693B5F94F}"/>
                  </a:ext>
                </a:extLst>
              </p:cNvPr>
              <p:cNvSpPr/>
              <p:nvPr/>
            </p:nvSpPr>
            <p:spPr>
              <a:xfrm>
                <a:off x="694129" y="142456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7" name="流程图: 接点 2006">
                <a:extLst>
                  <a:ext uri="{FF2B5EF4-FFF2-40B4-BE49-F238E27FC236}">
                    <a16:creationId xmlns:a16="http://schemas.microsoft.com/office/drawing/2014/main" id="{965B5AFE-7839-468D-BAE2-83D54F045573}"/>
                  </a:ext>
                </a:extLst>
              </p:cNvPr>
              <p:cNvSpPr/>
              <p:nvPr/>
            </p:nvSpPr>
            <p:spPr>
              <a:xfrm>
                <a:off x="660601" y="135256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8" name="流程图: 接点 2007">
                <a:extLst>
                  <a:ext uri="{FF2B5EF4-FFF2-40B4-BE49-F238E27FC236}">
                    <a16:creationId xmlns:a16="http://schemas.microsoft.com/office/drawing/2014/main" id="{A57BF8E2-38D1-4C7F-BC9A-92663E3A273C}"/>
                  </a:ext>
                </a:extLst>
              </p:cNvPr>
              <p:cNvSpPr/>
              <p:nvPr/>
            </p:nvSpPr>
            <p:spPr>
              <a:xfrm>
                <a:off x="798959" y="133919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9" name="流程图: 接点 2008">
                <a:extLst>
                  <a:ext uri="{FF2B5EF4-FFF2-40B4-BE49-F238E27FC236}">
                    <a16:creationId xmlns:a16="http://schemas.microsoft.com/office/drawing/2014/main" id="{A066511E-CEE3-4F10-9E68-38F28AEC7BB5}"/>
                  </a:ext>
                </a:extLst>
              </p:cNvPr>
              <p:cNvSpPr/>
              <p:nvPr/>
            </p:nvSpPr>
            <p:spPr>
              <a:xfrm>
                <a:off x="712129" y="135719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0" name="流程图: 接点 2009">
                <a:extLst>
                  <a:ext uri="{FF2B5EF4-FFF2-40B4-BE49-F238E27FC236}">
                    <a16:creationId xmlns:a16="http://schemas.microsoft.com/office/drawing/2014/main" id="{208E773D-3D65-428C-A3A4-32BE010752FE}"/>
                  </a:ext>
                </a:extLst>
              </p:cNvPr>
              <p:cNvSpPr/>
              <p:nvPr/>
            </p:nvSpPr>
            <p:spPr>
              <a:xfrm>
                <a:off x="676129" y="139319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1" name="流程图: 接点 2010">
                <a:extLst>
                  <a:ext uri="{FF2B5EF4-FFF2-40B4-BE49-F238E27FC236}">
                    <a16:creationId xmlns:a16="http://schemas.microsoft.com/office/drawing/2014/main" id="{F16E77E8-02AC-44B5-AFCA-67C103EFEE5C}"/>
                  </a:ext>
                </a:extLst>
              </p:cNvPr>
              <p:cNvSpPr/>
              <p:nvPr/>
            </p:nvSpPr>
            <p:spPr>
              <a:xfrm>
                <a:off x="591771" y="139060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2" name="流程图: 接点 2011">
                <a:extLst>
                  <a:ext uri="{FF2B5EF4-FFF2-40B4-BE49-F238E27FC236}">
                    <a16:creationId xmlns:a16="http://schemas.microsoft.com/office/drawing/2014/main" id="{E0FC9B58-94D8-4B81-A0D3-6E00E0BA1B6B}"/>
                  </a:ext>
                </a:extLst>
              </p:cNvPr>
              <p:cNvSpPr/>
              <p:nvPr/>
            </p:nvSpPr>
            <p:spPr>
              <a:xfrm>
                <a:off x="730129" y="134354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3" name="流程图: 接点 2012">
                <a:extLst>
                  <a:ext uri="{FF2B5EF4-FFF2-40B4-BE49-F238E27FC236}">
                    <a16:creationId xmlns:a16="http://schemas.microsoft.com/office/drawing/2014/main" id="{476FC5EC-820B-46F0-9857-93F2B29AD4AF}"/>
                  </a:ext>
                </a:extLst>
              </p:cNvPr>
              <p:cNvSpPr/>
              <p:nvPr/>
            </p:nvSpPr>
            <p:spPr>
              <a:xfrm>
                <a:off x="694129" y="137954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4" name="流程图: 接点 2013">
                <a:extLst>
                  <a:ext uri="{FF2B5EF4-FFF2-40B4-BE49-F238E27FC236}">
                    <a16:creationId xmlns:a16="http://schemas.microsoft.com/office/drawing/2014/main" id="{196E2BF8-DA07-4D1C-AE0E-44306028DE4D}"/>
                  </a:ext>
                </a:extLst>
              </p:cNvPr>
              <p:cNvSpPr/>
              <p:nvPr/>
            </p:nvSpPr>
            <p:spPr>
              <a:xfrm>
                <a:off x="676129" y="13481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5" name="流程图: 接点 2014">
                <a:extLst>
                  <a:ext uri="{FF2B5EF4-FFF2-40B4-BE49-F238E27FC236}">
                    <a16:creationId xmlns:a16="http://schemas.microsoft.com/office/drawing/2014/main" id="{FA2A942B-FE73-4C13-BDAD-A4A9CE1A74AD}"/>
                  </a:ext>
                </a:extLst>
              </p:cNvPr>
              <p:cNvSpPr/>
              <p:nvPr/>
            </p:nvSpPr>
            <p:spPr>
              <a:xfrm>
                <a:off x="742058" y="14610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6" name="流程图: 接点 2015">
                <a:extLst>
                  <a:ext uri="{FF2B5EF4-FFF2-40B4-BE49-F238E27FC236}">
                    <a16:creationId xmlns:a16="http://schemas.microsoft.com/office/drawing/2014/main" id="{2D234144-C665-4636-9CFE-99D5B9C5CBA7}"/>
                  </a:ext>
                </a:extLst>
              </p:cNvPr>
              <p:cNvSpPr/>
              <p:nvPr/>
            </p:nvSpPr>
            <p:spPr>
              <a:xfrm>
                <a:off x="706058" y="14970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7" name="流程图: 接点 2016">
                <a:extLst>
                  <a:ext uri="{FF2B5EF4-FFF2-40B4-BE49-F238E27FC236}">
                    <a16:creationId xmlns:a16="http://schemas.microsoft.com/office/drawing/2014/main" id="{5F28E935-95AB-47BC-9CD6-CD314020BB41}"/>
                  </a:ext>
                </a:extLst>
              </p:cNvPr>
              <p:cNvSpPr/>
              <p:nvPr/>
            </p:nvSpPr>
            <p:spPr>
              <a:xfrm>
                <a:off x="672530" y="14250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8" name="流程图: 接点 2017">
                <a:extLst>
                  <a:ext uri="{FF2B5EF4-FFF2-40B4-BE49-F238E27FC236}">
                    <a16:creationId xmlns:a16="http://schemas.microsoft.com/office/drawing/2014/main" id="{3EDB87D0-D4E3-4451-8DED-887C4B3E65DE}"/>
                  </a:ext>
                </a:extLst>
              </p:cNvPr>
              <p:cNvSpPr/>
              <p:nvPr/>
            </p:nvSpPr>
            <p:spPr>
              <a:xfrm>
                <a:off x="810888" y="141169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9" name="流程图: 接点 2018">
                <a:extLst>
                  <a:ext uri="{FF2B5EF4-FFF2-40B4-BE49-F238E27FC236}">
                    <a16:creationId xmlns:a16="http://schemas.microsoft.com/office/drawing/2014/main" id="{35B33492-CC9B-4882-A8F5-8A000E0DAB40}"/>
                  </a:ext>
                </a:extLst>
              </p:cNvPr>
              <p:cNvSpPr/>
              <p:nvPr/>
            </p:nvSpPr>
            <p:spPr>
              <a:xfrm>
                <a:off x="724058" y="142969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0" name="流程图: 接点 2019">
                <a:extLst>
                  <a:ext uri="{FF2B5EF4-FFF2-40B4-BE49-F238E27FC236}">
                    <a16:creationId xmlns:a16="http://schemas.microsoft.com/office/drawing/2014/main" id="{281C6CE1-9CBD-49CC-8FBD-713F906631E7}"/>
                  </a:ext>
                </a:extLst>
              </p:cNvPr>
              <p:cNvSpPr/>
              <p:nvPr/>
            </p:nvSpPr>
            <p:spPr>
              <a:xfrm>
                <a:off x="688058" y="146569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1" name="流程图: 接点 2020">
                <a:extLst>
                  <a:ext uri="{FF2B5EF4-FFF2-40B4-BE49-F238E27FC236}">
                    <a16:creationId xmlns:a16="http://schemas.microsoft.com/office/drawing/2014/main" id="{CF7455D7-B3F3-42F7-B3F6-E62DF6F931A9}"/>
                  </a:ext>
                </a:extLst>
              </p:cNvPr>
              <p:cNvSpPr/>
              <p:nvPr/>
            </p:nvSpPr>
            <p:spPr>
              <a:xfrm>
                <a:off x="663879" y="140242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2" name="流程图: 接点 2021">
                <a:extLst>
                  <a:ext uri="{FF2B5EF4-FFF2-40B4-BE49-F238E27FC236}">
                    <a16:creationId xmlns:a16="http://schemas.microsoft.com/office/drawing/2014/main" id="{D8FB053A-FEC8-4642-9CFC-81866B608FE4}"/>
                  </a:ext>
                </a:extLst>
              </p:cNvPr>
              <p:cNvSpPr/>
              <p:nvPr/>
            </p:nvSpPr>
            <p:spPr>
              <a:xfrm>
                <a:off x="742058" y="141604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3" name="流程图: 接点 2022">
                <a:extLst>
                  <a:ext uri="{FF2B5EF4-FFF2-40B4-BE49-F238E27FC236}">
                    <a16:creationId xmlns:a16="http://schemas.microsoft.com/office/drawing/2014/main" id="{A06EDC4C-8AE7-473B-BCC7-4AA0DDD7C803}"/>
                  </a:ext>
                </a:extLst>
              </p:cNvPr>
              <p:cNvSpPr/>
              <p:nvPr/>
            </p:nvSpPr>
            <p:spPr>
              <a:xfrm>
                <a:off x="706058" y="145204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4" name="流程图: 接点 2023">
                <a:extLst>
                  <a:ext uri="{FF2B5EF4-FFF2-40B4-BE49-F238E27FC236}">
                    <a16:creationId xmlns:a16="http://schemas.microsoft.com/office/drawing/2014/main" id="{C03966FF-0F39-4F8B-9601-3F7A88AB436B}"/>
                  </a:ext>
                </a:extLst>
              </p:cNvPr>
              <p:cNvSpPr/>
              <p:nvPr/>
            </p:nvSpPr>
            <p:spPr>
              <a:xfrm>
                <a:off x="688058" y="142067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5" name="流程图: 接点 2024">
                <a:extLst>
                  <a:ext uri="{FF2B5EF4-FFF2-40B4-BE49-F238E27FC236}">
                    <a16:creationId xmlns:a16="http://schemas.microsoft.com/office/drawing/2014/main" id="{7B48CB84-B464-4D81-9254-A6689E7EC455}"/>
                  </a:ext>
                </a:extLst>
              </p:cNvPr>
              <p:cNvSpPr/>
              <p:nvPr/>
            </p:nvSpPr>
            <p:spPr>
              <a:xfrm>
                <a:off x="785284" y="15168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6" name="流程图: 接点 2025">
                <a:extLst>
                  <a:ext uri="{FF2B5EF4-FFF2-40B4-BE49-F238E27FC236}">
                    <a16:creationId xmlns:a16="http://schemas.microsoft.com/office/drawing/2014/main" id="{AC5246EE-2491-47A2-9644-9982D5FC6993}"/>
                  </a:ext>
                </a:extLst>
              </p:cNvPr>
              <p:cNvSpPr/>
              <p:nvPr/>
            </p:nvSpPr>
            <p:spPr>
              <a:xfrm>
                <a:off x="767284" y="148548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7" name="流程图: 接点 2026">
                <a:extLst>
                  <a:ext uri="{FF2B5EF4-FFF2-40B4-BE49-F238E27FC236}">
                    <a16:creationId xmlns:a16="http://schemas.microsoft.com/office/drawing/2014/main" id="{EE676776-B8D7-4811-8B6F-5C8CAD76A31D}"/>
                  </a:ext>
                </a:extLst>
              </p:cNvPr>
              <p:cNvSpPr/>
              <p:nvPr/>
            </p:nvSpPr>
            <p:spPr>
              <a:xfrm>
                <a:off x="923642" y="14697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8" name="流程图: 接点 2027">
                <a:extLst>
                  <a:ext uri="{FF2B5EF4-FFF2-40B4-BE49-F238E27FC236}">
                    <a16:creationId xmlns:a16="http://schemas.microsoft.com/office/drawing/2014/main" id="{E946C47A-9A4E-49AB-8C0F-A21FE585D2B0}"/>
                  </a:ext>
                </a:extLst>
              </p:cNvPr>
              <p:cNvSpPr/>
              <p:nvPr/>
            </p:nvSpPr>
            <p:spPr>
              <a:xfrm>
                <a:off x="887642" y="15057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9" name="流程图: 接点 2028">
                <a:extLst>
                  <a:ext uri="{FF2B5EF4-FFF2-40B4-BE49-F238E27FC236}">
                    <a16:creationId xmlns:a16="http://schemas.microsoft.com/office/drawing/2014/main" id="{F28C6B44-FBB2-4451-A48E-298F60E19E90}"/>
                  </a:ext>
                </a:extLst>
              </p:cNvPr>
              <p:cNvSpPr/>
              <p:nvPr/>
            </p:nvSpPr>
            <p:spPr>
              <a:xfrm>
                <a:off x="854114" y="14337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0" name="流程图: 接点 2029">
                <a:extLst>
                  <a:ext uri="{FF2B5EF4-FFF2-40B4-BE49-F238E27FC236}">
                    <a16:creationId xmlns:a16="http://schemas.microsoft.com/office/drawing/2014/main" id="{00CCE613-F79E-4BFA-878B-21B2DFC95FCE}"/>
                  </a:ext>
                </a:extLst>
              </p:cNvPr>
              <p:cNvSpPr/>
              <p:nvPr/>
            </p:nvSpPr>
            <p:spPr>
              <a:xfrm>
                <a:off x="992472" y="14204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1" name="流程图: 接点 2030">
                <a:extLst>
                  <a:ext uri="{FF2B5EF4-FFF2-40B4-BE49-F238E27FC236}">
                    <a16:creationId xmlns:a16="http://schemas.microsoft.com/office/drawing/2014/main" id="{EB85D440-5016-4D26-94C8-5573F7F98F64}"/>
                  </a:ext>
                </a:extLst>
              </p:cNvPr>
              <p:cNvSpPr/>
              <p:nvPr/>
            </p:nvSpPr>
            <p:spPr>
              <a:xfrm>
                <a:off x="905642" y="14384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2" name="流程图: 接点 2031">
                <a:extLst>
                  <a:ext uri="{FF2B5EF4-FFF2-40B4-BE49-F238E27FC236}">
                    <a16:creationId xmlns:a16="http://schemas.microsoft.com/office/drawing/2014/main" id="{954BB23D-C0D7-438F-B5BB-B8B3616ACE45}"/>
                  </a:ext>
                </a:extLst>
              </p:cNvPr>
              <p:cNvSpPr/>
              <p:nvPr/>
            </p:nvSpPr>
            <p:spPr>
              <a:xfrm>
                <a:off x="869642" y="14744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3" name="流程图: 接点 2032">
                <a:extLst>
                  <a:ext uri="{FF2B5EF4-FFF2-40B4-BE49-F238E27FC236}">
                    <a16:creationId xmlns:a16="http://schemas.microsoft.com/office/drawing/2014/main" id="{534BA6EB-A086-4279-BB15-51B2D21D5C53}"/>
                  </a:ext>
                </a:extLst>
              </p:cNvPr>
              <p:cNvSpPr/>
              <p:nvPr/>
            </p:nvSpPr>
            <p:spPr>
              <a:xfrm>
                <a:off x="836114" y="14024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4" name="流程图: 接点 2033">
                <a:extLst>
                  <a:ext uri="{FF2B5EF4-FFF2-40B4-BE49-F238E27FC236}">
                    <a16:creationId xmlns:a16="http://schemas.microsoft.com/office/drawing/2014/main" id="{D5A6EEB2-E4B8-4A52-8C78-C4841F33F6BD}"/>
                  </a:ext>
                </a:extLst>
              </p:cNvPr>
              <p:cNvSpPr/>
              <p:nvPr/>
            </p:nvSpPr>
            <p:spPr>
              <a:xfrm>
                <a:off x="845463" y="14111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5" name="流程图: 接点 2034">
                <a:extLst>
                  <a:ext uri="{FF2B5EF4-FFF2-40B4-BE49-F238E27FC236}">
                    <a16:creationId xmlns:a16="http://schemas.microsoft.com/office/drawing/2014/main" id="{0914CCD3-FB74-41D2-B570-6466E6BC15A1}"/>
                  </a:ext>
                </a:extLst>
              </p:cNvPr>
              <p:cNvSpPr/>
              <p:nvPr/>
            </p:nvSpPr>
            <p:spPr>
              <a:xfrm>
                <a:off x="785284" y="147183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6" name="流程图: 接点 2035">
                <a:extLst>
                  <a:ext uri="{FF2B5EF4-FFF2-40B4-BE49-F238E27FC236}">
                    <a16:creationId xmlns:a16="http://schemas.microsoft.com/office/drawing/2014/main" id="{7B41DBE8-BF82-4DC8-91EC-74F5920F3CB6}"/>
                  </a:ext>
                </a:extLst>
              </p:cNvPr>
              <p:cNvSpPr/>
              <p:nvPr/>
            </p:nvSpPr>
            <p:spPr>
              <a:xfrm>
                <a:off x="767284" y="144046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7" name="流程图: 接点 2036">
                <a:extLst>
                  <a:ext uri="{FF2B5EF4-FFF2-40B4-BE49-F238E27FC236}">
                    <a16:creationId xmlns:a16="http://schemas.microsoft.com/office/drawing/2014/main" id="{3206C6F2-24E8-4B3F-B519-567AF5E1698D}"/>
                  </a:ext>
                </a:extLst>
              </p:cNvPr>
              <p:cNvSpPr/>
              <p:nvPr/>
            </p:nvSpPr>
            <p:spPr>
              <a:xfrm>
                <a:off x="923642" y="142477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8" name="流程图: 接点 2037">
                <a:extLst>
                  <a:ext uri="{FF2B5EF4-FFF2-40B4-BE49-F238E27FC236}">
                    <a16:creationId xmlns:a16="http://schemas.microsoft.com/office/drawing/2014/main" id="{1F176D2C-D8F8-47AF-B5CE-EBDFAC32E0EA}"/>
                  </a:ext>
                </a:extLst>
              </p:cNvPr>
              <p:cNvSpPr/>
              <p:nvPr/>
            </p:nvSpPr>
            <p:spPr>
              <a:xfrm>
                <a:off x="887642" y="146077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9" name="流程图: 接点 2038">
                <a:extLst>
                  <a:ext uri="{FF2B5EF4-FFF2-40B4-BE49-F238E27FC236}">
                    <a16:creationId xmlns:a16="http://schemas.microsoft.com/office/drawing/2014/main" id="{903CB091-EA32-4668-B4C5-F041E1C626E6}"/>
                  </a:ext>
                </a:extLst>
              </p:cNvPr>
              <p:cNvSpPr/>
              <p:nvPr/>
            </p:nvSpPr>
            <p:spPr>
              <a:xfrm>
                <a:off x="869642" y="142940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0" name="流程图: 接点 2039">
                <a:extLst>
                  <a:ext uri="{FF2B5EF4-FFF2-40B4-BE49-F238E27FC236}">
                    <a16:creationId xmlns:a16="http://schemas.microsoft.com/office/drawing/2014/main" id="{CC3BBC28-510E-43B5-B2B3-125CCDA7F945}"/>
                  </a:ext>
                </a:extLst>
              </p:cNvPr>
              <p:cNvSpPr/>
              <p:nvPr/>
            </p:nvSpPr>
            <p:spPr>
              <a:xfrm>
                <a:off x="599374" y="145000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1" name="流程图: 接点 2040">
                <a:extLst>
                  <a:ext uri="{FF2B5EF4-FFF2-40B4-BE49-F238E27FC236}">
                    <a16:creationId xmlns:a16="http://schemas.microsoft.com/office/drawing/2014/main" id="{78B801F9-3AD5-45DA-9F73-01133B1F7933}"/>
                  </a:ext>
                </a:extLst>
              </p:cNvPr>
              <p:cNvSpPr/>
              <p:nvPr/>
            </p:nvSpPr>
            <p:spPr>
              <a:xfrm>
                <a:off x="599374" y="140498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2" name="流程图: 接点 2041">
                <a:extLst>
                  <a:ext uri="{FF2B5EF4-FFF2-40B4-BE49-F238E27FC236}">
                    <a16:creationId xmlns:a16="http://schemas.microsoft.com/office/drawing/2014/main" id="{14C61727-B0C1-4741-8173-16D0F6B5EEBC}"/>
                  </a:ext>
                </a:extLst>
              </p:cNvPr>
              <p:cNvSpPr/>
              <p:nvPr/>
            </p:nvSpPr>
            <p:spPr>
              <a:xfrm>
                <a:off x="867331" y="177400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3" name="流程图: 接点 2042">
                <a:extLst>
                  <a:ext uri="{FF2B5EF4-FFF2-40B4-BE49-F238E27FC236}">
                    <a16:creationId xmlns:a16="http://schemas.microsoft.com/office/drawing/2014/main" id="{F8638A2B-F512-4306-9623-9241D75AD16E}"/>
                  </a:ext>
                </a:extLst>
              </p:cNvPr>
              <p:cNvSpPr/>
              <p:nvPr/>
            </p:nvSpPr>
            <p:spPr>
              <a:xfrm>
                <a:off x="831331" y="181000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4" name="流程图: 接点 2043">
                <a:extLst>
                  <a:ext uri="{FF2B5EF4-FFF2-40B4-BE49-F238E27FC236}">
                    <a16:creationId xmlns:a16="http://schemas.microsoft.com/office/drawing/2014/main" id="{F3048999-493A-4CB7-8287-90FD9E7F9186}"/>
                  </a:ext>
                </a:extLst>
              </p:cNvPr>
              <p:cNvSpPr/>
              <p:nvPr/>
            </p:nvSpPr>
            <p:spPr>
              <a:xfrm>
                <a:off x="797803" y="173800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5" name="流程图: 接点 2044">
                <a:extLst>
                  <a:ext uri="{FF2B5EF4-FFF2-40B4-BE49-F238E27FC236}">
                    <a16:creationId xmlns:a16="http://schemas.microsoft.com/office/drawing/2014/main" id="{B0CE55D7-AA4D-4961-BA6A-38E95D2418A9}"/>
                  </a:ext>
                </a:extLst>
              </p:cNvPr>
              <p:cNvSpPr/>
              <p:nvPr/>
            </p:nvSpPr>
            <p:spPr>
              <a:xfrm>
                <a:off x="936161" y="17246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6" name="流程图: 接点 2045">
                <a:extLst>
                  <a:ext uri="{FF2B5EF4-FFF2-40B4-BE49-F238E27FC236}">
                    <a16:creationId xmlns:a16="http://schemas.microsoft.com/office/drawing/2014/main" id="{EFF67DFD-16C2-4A48-AD52-5B0EF8719075}"/>
                  </a:ext>
                </a:extLst>
              </p:cNvPr>
              <p:cNvSpPr/>
              <p:nvPr/>
            </p:nvSpPr>
            <p:spPr>
              <a:xfrm>
                <a:off x="849331" y="17426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7" name="流程图: 接点 2046">
                <a:extLst>
                  <a:ext uri="{FF2B5EF4-FFF2-40B4-BE49-F238E27FC236}">
                    <a16:creationId xmlns:a16="http://schemas.microsoft.com/office/drawing/2014/main" id="{DE79E2D7-23B9-4F09-A63F-D6645952B7CE}"/>
                  </a:ext>
                </a:extLst>
              </p:cNvPr>
              <p:cNvSpPr/>
              <p:nvPr/>
            </p:nvSpPr>
            <p:spPr>
              <a:xfrm>
                <a:off x="813331" y="17786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8" name="流程图: 接点 2047">
                <a:extLst>
                  <a:ext uri="{FF2B5EF4-FFF2-40B4-BE49-F238E27FC236}">
                    <a16:creationId xmlns:a16="http://schemas.microsoft.com/office/drawing/2014/main" id="{929331B3-1738-4F65-A5A6-305AFF384CE8}"/>
                  </a:ext>
                </a:extLst>
              </p:cNvPr>
              <p:cNvSpPr/>
              <p:nvPr/>
            </p:nvSpPr>
            <p:spPr>
              <a:xfrm>
                <a:off x="789152" y="171537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9" name="流程图: 接点 2048">
                <a:extLst>
                  <a:ext uri="{FF2B5EF4-FFF2-40B4-BE49-F238E27FC236}">
                    <a16:creationId xmlns:a16="http://schemas.microsoft.com/office/drawing/2014/main" id="{3E307502-1A88-46C8-BEF8-2E8F5096629E}"/>
                  </a:ext>
                </a:extLst>
              </p:cNvPr>
              <p:cNvSpPr/>
              <p:nvPr/>
            </p:nvSpPr>
            <p:spPr>
              <a:xfrm>
                <a:off x="867331" y="172898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0" name="流程图: 接点 2049">
                <a:extLst>
                  <a:ext uri="{FF2B5EF4-FFF2-40B4-BE49-F238E27FC236}">
                    <a16:creationId xmlns:a16="http://schemas.microsoft.com/office/drawing/2014/main" id="{4ECEB2DF-12AD-4EAD-B8E6-96398F15809E}"/>
                  </a:ext>
                </a:extLst>
              </p:cNvPr>
              <p:cNvSpPr/>
              <p:nvPr/>
            </p:nvSpPr>
            <p:spPr>
              <a:xfrm>
                <a:off x="831331" y="176498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1" name="流程图: 接点 2050">
                <a:extLst>
                  <a:ext uri="{FF2B5EF4-FFF2-40B4-BE49-F238E27FC236}">
                    <a16:creationId xmlns:a16="http://schemas.microsoft.com/office/drawing/2014/main" id="{AAEC57F3-7CAD-49C5-866D-415299EE5F8C}"/>
                  </a:ext>
                </a:extLst>
              </p:cNvPr>
              <p:cNvSpPr/>
              <p:nvPr/>
            </p:nvSpPr>
            <p:spPr>
              <a:xfrm>
                <a:off x="797803" y="169298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2" name="流程图: 接点 2051">
                <a:extLst>
                  <a:ext uri="{FF2B5EF4-FFF2-40B4-BE49-F238E27FC236}">
                    <a16:creationId xmlns:a16="http://schemas.microsoft.com/office/drawing/2014/main" id="{6095BCED-8C95-40FB-B668-3262127B6A50}"/>
                  </a:ext>
                </a:extLst>
              </p:cNvPr>
              <p:cNvSpPr/>
              <p:nvPr/>
            </p:nvSpPr>
            <p:spPr>
              <a:xfrm>
                <a:off x="849331" y="169761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3" name="流程图: 接点 2052">
                <a:extLst>
                  <a:ext uri="{FF2B5EF4-FFF2-40B4-BE49-F238E27FC236}">
                    <a16:creationId xmlns:a16="http://schemas.microsoft.com/office/drawing/2014/main" id="{7DA1A75B-4C4E-4476-A316-5607B5C1F924}"/>
                  </a:ext>
                </a:extLst>
              </p:cNvPr>
              <p:cNvSpPr/>
              <p:nvPr/>
            </p:nvSpPr>
            <p:spPr>
              <a:xfrm>
                <a:off x="813331" y="173361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4" name="流程图: 接点 2053">
                <a:extLst>
                  <a:ext uri="{FF2B5EF4-FFF2-40B4-BE49-F238E27FC236}">
                    <a16:creationId xmlns:a16="http://schemas.microsoft.com/office/drawing/2014/main" id="{04CE1928-A3E1-4EFD-991C-046CF21CF4E3}"/>
                  </a:ext>
                </a:extLst>
              </p:cNvPr>
              <p:cNvSpPr/>
              <p:nvPr/>
            </p:nvSpPr>
            <p:spPr>
              <a:xfrm>
                <a:off x="841727" y="187916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5" name="流程图: 接点 2054">
                <a:extLst>
                  <a:ext uri="{FF2B5EF4-FFF2-40B4-BE49-F238E27FC236}">
                    <a16:creationId xmlns:a16="http://schemas.microsoft.com/office/drawing/2014/main" id="{40ED7367-88EC-46CA-B4DF-8ADEC8EB10DF}"/>
                  </a:ext>
                </a:extLst>
              </p:cNvPr>
              <p:cNvSpPr/>
              <p:nvPr/>
            </p:nvSpPr>
            <p:spPr>
              <a:xfrm>
                <a:off x="805727" y="191516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6" name="流程图: 接点 2055">
                <a:extLst>
                  <a:ext uri="{FF2B5EF4-FFF2-40B4-BE49-F238E27FC236}">
                    <a16:creationId xmlns:a16="http://schemas.microsoft.com/office/drawing/2014/main" id="{FA6CF77D-FDAC-4830-95B3-93FD7B0037EE}"/>
                  </a:ext>
                </a:extLst>
              </p:cNvPr>
              <p:cNvSpPr/>
              <p:nvPr/>
            </p:nvSpPr>
            <p:spPr>
              <a:xfrm>
                <a:off x="910557" y="182979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7" name="流程图: 接点 2056">
                <a:extLst>
                  <a:ext uri="{FF2B5EF4-FFF2-40B4-BE49-F238E27FC236}">
                    <a16:creationId xmlns:a16="http://schemas.microsoft.com/office/drawing/2014/main" id="{639AF9D0-A243-4F4C-93DA-374A05537A62}"/>
                  </a:ext>
                </a:extLst>
              </p:cNvPr>
              <p:cNvSpPr/>
              <p:nvPr/>
            </p:nvSpPr>
            <p:spPr>
              <a:xfrm>
                <a:off x="823727" y="184779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8" name="流程图: 接点 2057">
                <a:extLst>
                  <a:ext uri="{FF2B5EF4-FFF2-40B4-BE49-F238E27FC236}">
                    <a16:creationId xmlns:a16="http://schemas.microsoft.com/office/drawing/2014/main" id="{93AA148A-D1EC-4662-BFBA-77BF947C76DA}"/>
                  </a:ext>
                </a:extLst>
              </p:cNvPr>
              <p:cNvSpPr/>
              <p:nvPr/>
            </p:nvSpPr>
            <p:spPr>
              <a:xfrm>
                <a:off x="787727" y="188379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9" name="流程图: 接点 2058">
                <a:extLst>
                  <a:ext uri="{FF2B5EF4-FFF2-40B4-BE49-F238E27FC236}">
                    <a16:creationId xmlns:a16="http://schemas.microsoft.com/office/drawing/2014/main" id="{2C5BEDF7-910E-4B60-AC22-82DA54A31242}"/>
                  </a:ext>
                </a:extLst>
              </p:cNvPr>
              <p:cNvSpPr/>
              <p:nvPr/>
            </p:nvSpPr>
            <p:spPr>
              <a:xfrm>
                <a:off x="841727" y="183414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0" name="流程图: 接点 2059">
                <a:extLst>
                  <a:ext uri="{FF2B5EF4-FFF2-40B4-BE49-F238E27FC236}">
                    <a16:creationId xmlns:a16="http://schemas.microsoft.com/office/drawing/2014/main" id="{EE320510-DF1C-410E-8144-73C359DD31CB}"/>
                  </a:ext>
                </a:extLst>
              </p:cNvPr>
              <p:cNvSpPr/>
              <p:nvPr/>
            </p:nvSpPr>
            <p:spPr>
              <a:xfrm>
                <a:off x="805727" y="187014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1" name="流程图: 接点 2060">
                <a:extLst>
                  <a:ext uri="{FF2B5EF4-FFF2-40B4-BE49-F238E27FC236}">
                    <a16:creationId xmlns:a16="http://schemas.microsoft.com/office/drawing/2014/main" id="{CC88E23B-05B5-4ADC-8A37-29890D8DF3FC}"/>
                  </a:ext>
                </a:extLst>
              </p:cNvPr>
              <p:cNvSpPr/>
              <p:nvPr/>
            </p:nvSpPr>
            <p:spPr>
              <a:xfrm>
                <a:off x="823727" y="180277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2" name="流程图: 接点 2061">
                <a:extLst>
                  <a:ext uri="{FF2B5EF4-FFF2-40B4-BE49-F238E27FC236}">
                    <a16:creationId xmlns:a16="http://schemas.microsoft.com/office/drawing/2014/main" id="{ADC89209-DEB3-4C68-B892-FA9ED20C0F1F}"/>
                  </a:ext>
                </a:extLst>
              </p:cNvPr>
              <p:cNvSpPr/>
              <p:nvPr/>
            </p:nvSpPr>
            <p:spPr>
              <a:xfrm>
                <a:off x="787727" y="183877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3" name="流程图: 接点 2062">
                <a:extLst>
                  <a:ext uri="{FF2B5EF4-FFF2-40B4-BE49-F238E27FC236}">
                    <a16:creationId xmlns:a16="http://schemas.microsoft.com/office/drawing/2014/main" id="{DDA544AE-EB79-48DE-8AAC-F54D76D833A2}"/>
                  </a:ext>
                </a:extLst>
              </p:cNvPr>
              <p:cNvSpPr/>
              <p:nvPr/>
            </p:nvSpPr>
            <p:spPr>
              <a:xfrm>
                <a:off x="807153" y="161330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4" name="流程图: 接点 2063">
                <a:extLst>
                  <a:ext uri="{FF2B5EF4-FFF2-40B4-BE49-F238E27FC236}">
                    <a16:creationId xmlns:a16="http://schemas.microsoft.com/office/drawing/2014/main" id="{9CE64D16-A2A2-432F-947B-52CC68141CDD}"/>
                  </a:ext>
                </a:extLst>
              </p:cNvPr>
              <p:cNvSpPr/>
              <p:nvPr/>
            </p:nvSpPr>
            <p:spPr>
              <a:xfrm>
                <a:off x="789153" y="158193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5" name="流程图: 接点 2064">
                <a:extLst>
                  <a:ext uri="{FF2B5EF4-FFF2-40B4-BE49-F238E27FC236}">
                    <a16:creationId xmlns:a16="http://schemas.microsoft.com/office/drawing/2014/main" id="{58EC1D84-4C67-4EDC-B938-B0D33FE3123C}"/>
                  </a:ext>
                </a:extLst>
              </p:cNvPr>
              <p:cNvSpPr/>
              <p:nvPr/>
            </p:nvSpPr>
            <p:spPr>
              <a:xfrm>
                <a:off x="807153" y="15682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6" name="流程图: 接点 2065">
                <a:extLst>
                  <a:ext uri="{FF2B5EF4-FFF2-40B4-BE49-F238E27FC236}">
                    <a16:creationId xmlns:a16="http://schemas.microsoft.com/office/drawing/2014/main" id="{417A4F23-8187-4CCD-B9D8-A746E2D9A6B3}"/>
                  </a:ext>
                </a:extLst>
              </p:cNvPr>
              <p:cNvSpPr/>
              <p:nvPr/>
            </p:nvSpPr>
            <p:spPr>
              <a:xfrm>
                <a:off x="850379" y="166909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7" name="流程图: 接点 2066">
                <a:extLst>
                  <a:ext uri="{FF2B5EF4-FFF2-40B4-BE49-F238E27FC236}">
                    <a16:creationId xmlns:a16="http://schemas.microsoft.com/office/drawing/2014/main" id="{160440D6-9F41-4750-AFBF-34DF16D95911}"/>
                  </a:ext>
                </a:extLst>
              </p:cNvPr>
              <p:cNvSpPr/>
              <p:nvPr/>
            </p:nvSpPr>
            <p:spPr>
              <a:xfrm>
                <a:off x="832379" y="163772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8" name="流程图: 接点 2067">
                <a:extLst>
                  <a:ext uri="{FF2B5EF4-FFF2-40B4-BE49-F238E27FC236}">
                    <a16:creationId xmlns:a16="http://schemas.microsoft.com/office/drawing/2014/main" id="{EF7D2534-C339-4EA8-BA0F-A3BC26F65F08}"/>
                  </a:ext>
                </a:extLst>
              </p:cNvPr>
              <p:cNvSpPr/>
              <p:nvPr/>
            </p:nvSpPr>
            <p:spPr>
              <a:xfrm>
                <a:off x="988737" y="162203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9" name="流程图: 接点 2068">
                <a:extLst>
                  <a:ext uri="{FF2B5EF4-FFF2-40B4-BE49-F238E27FC236}">
                    <a16:creationId xmlns:a16="http://schemas.microsoft.com/office/drawing/2014/main" id="{8A1EC979-4D1A-4647-A452-C6EE2E319FCA}"/>
                  </a:ext>
                </a:extLst>
              </p:cNvPr>
              <p:cNvSpPr/>
              <p:nvPr/>
            </p:nvSpPr>
            <p:spPr>
              <a:xfrm>
                <a:off x="952737" y="165803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0" name="流程图: 接点 2069">
                <a:extLst>
                  <a:ext uri="{FF2B5EF4-FFF2-40B4-BE49-F238E27FC236}">
                    <a16:creationId xmlns:a16="http://schemas.microsoft.com/office/drawing/2014/main" id="{F66683F6-1CB3-4F6A-9A1B-12BC9D5C2109}"/>
                  </a:ext>
                </a:extLst>
              </p:cNvPr>
              <p:cNvSpPr/>
              <p:nvPr/>
            </p:nvSpPr>
            <p:spPr>
              <a:xfrm>
                <a:off x="919209" y="158603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1" name="流程图: 接点 2070">
                <a:extLst>
                  <a:ext uri="{FF2B5EF4-FFF2-40B4-BE49-F238E27FC236}">
                    <a16:creationId xmlns:a16="http://schemas.microsoft.com/office/drawing/2014/main" id="{AE3DE5EC-49E7-419C-AD6B-3FE38BC7A689}"/>
                  </a:ext>
                </a:extLst>
              </p:cNvPr>
              <p:cNvSpPr/>
              <p:nvPr/>
            </p:nvSpPr>
            <p:spPr>
              <a:xfrm>
                <a:off x="1057567" y="15726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2" name="流程图: 接点 2071">
                <a:extLst>
                  <a:ext uri="{FF2B5EF4-FFF2-40B4-BE49-F238E27FC236}">
                    <a16:creationId xmlns:a16="http://schemas.microsoft.com/office/drawing/2014/main" id="{9A494129-9F77-485C-AE7D-20C314379750}"/>
                  </a:ext>
                </a:extLst>
              </p:cNvPr>
              <p:cNvSpPr/>
              <p:nvPr/>
            </p:nvSpPr>
            <p:spPr>
              <a:xfrm>
                <a:off x="970737" y="15906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3" name="流程图: 接点 2072">
                <a:extLst>
                  <a:ext uri="{FF2B5EF4-FFF2-40B4-BE49-F238E27FC236}">
                    <a16:creationId xmlns:a16="http://schemas.microsoft.com/office/drawing/2014/main" id="{BE6FC08A-0BE3-47A5-BF1D-920E33A19AC3}"/>
                  </a:ext>
                </a:extLst>
              </p:cNvPr>
              <p:cNvSpPr/>
              <p:nvPr/>
            </p:nvSpPr>
            <p:spPr>
              <a:xfrm>
                <a:off x="934737" y="16266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4" name="流程图: 接点 2073">
                <a:extLst>
                  <a:ext uri="{FF2B5EF4-FFF2-40B4-BE49-F238E27FC236}">
                    <a16:creationId xmlns:a16="http://schemas.microsoft.com/office/drawing/2014/main" id="{EB0CF3CA-EDB3-4928-ABB0-E277BBCF6AC4}"/>
                  </a:ext>
                </a:extLst>
              </p:cNvPr>
              <p:cNvSpPr/>
              <p:nvPr/>
            </p:nvSpPr>
            <p:spPr>
              <a:xfrm>
                <a:off x="850379" y="162407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5" name="流程图: 接点 2074">
                <a:extLst>
                  <a:ext uri="{FF2B5EF4-FFF2-40B4-BE49-F238E27FC236}">
                    <a16:creationId xmlns:a16="http://schemas.microsoft.com/office/drawing/2014/main" id="{ED6C9919-B124-4513-9841-3B7896DEE8A2}"/>
                  </a:ext>
                </a:extLst>
              </p:cNvPr>
              <p:cNvSpPr/>
              <p:nvPr/>
            </p:nvSpPr>
            <p:spPr>
              <a:xfrm>
                <a:off x="832379" y="159270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6" name="流程图: 接点 2075">
                <a:extLst>
                  <a:ext uri="{FF2B5EF4-FFF2-40B4-BE49-F238E27FC236}">
                    <a16:creationId xmlns:a16="http://schemas.microsoft.com/office/drawing/2014/main" id="{FC4FA155-C9D7-41E0-A67F-1B8A5C69AACB}"/>
                  </a:ext>
                </a:extLst>
              </p:cNvPr>
              <p:cNvSpPr/>
              <p:nvPr/>
            </p:nvSpPr>
            <p:spPr>
              <a:xfrm>
                <a:off x="988737" y="157701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7" name="流程图: 接点 2076">
                <a:extLst>
                  <a:ext uri="{FF2B5EF4-FFF2-40B4-BE49-F238E27FC236}">
                    <a16:creationId xmlns:a16="http://schemas.microsoft.com/office/drawing/2014/main" id="{1B74A2DA-D51E-4117-9518-22E83DAA3614}"/>
                  </a:ext>
                </a:extLst>
              </p:cNvPr>
              <p:cNvSpPr/>
              <p:nvPr/>
            </p:nvSpPr>
            <p:spPr>
              <a:xfrm>
                <a:off x="952737" y="161301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8" name="流程图: 接点 2077">
                <a:extLst>
                  <a:ext uri="{FF2B5EF4-FFF2-40B4-BE49-F238E27FC236}">
                    <a16:creationId xmlns:a16="http://schemas.microsoft.com/office/drawing/2014/main" id="{F5A022E9-D45D-4F16-AFB9-CC37E4C991A5}"/>
                  </a:ext>
                </a:extLst>
              </p:cNvPr>
              <p:cNvSpPr/>
              <p:nvPr/>
            </p:nvSpPr>
            <p:spPr>
              <a:xfrm>
                <a:off x="934737" y="158165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9" name="流程图: 接点 2078">
                <a:extLst>
                  <a:ext uri="{FF2B5EF4-FFF2-40B4-BE49-F238E27FC236}">
                    <a16:creationId xmlns:a16="http://schemas.microsoft.com/office/drawing/2014/main" id="{73C97206-D280-48E3-9DF0-8CC89B5ADD7E}"/>
                  </a:ext>
                </a:extLst>
              </p:cNvPr>
              <p:cNvSpPr/>
              <p:nvPr/>
            </p:nvSpPr>
            <p:spPr>
              <a:xfrm>
                <a:off x="857982" y="16834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0" name="流程图: 接点 2079">
                <a:extLst>
                  <a:ext uri="{FF2B5EF4-FFF2-40B4-BE49-F238E27FC236}">
                    <a16:creationId xmlns:a16="http://schemas.microsoft.com/office/drawing/2014/main" id="{B07E76C5-C92B-4625-8C2E-EFC8E9E392D6}"/>
                  </a:ext>
                </a:extLst>
              </p:cNvPr>
              <p:cNvSpPr/>
              <p:nvPr/>
            </p:nvSpPr>
            <p:spPr>
              <a:xfrm>
                <a:off x="821982" y="17194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1" name="流程图: 接点 2080">
                <a:extLst>
                  <a:ext uri="{FF2B5EF4-FFF2-40B4-BE49-F238E27FC236}">
                    <a16:creationId xmlns:a16="http://schemas.microsoft.com/office/drawing/2014/main" id="{078595B6-998E-48F4-ABB2-A54D45D80065}"/>
                  </a:ext>
                </a:extLst>
              </p:cNvPr>
              <p:cNvSpPr/>
              <p:nvPr/>
            </p:nvSpPr>
            <p:spPr>
              <a:xfrm>
                <a:off x="788454" y="16474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2" name="流程图: 接点 2081">
                <a:extLst>
                  <a:ext uri="{FF2B5EF4-FFF2-40B4-BE49-F238E27FC236}">
                    <a16:creationId xmlns:a16="http://schemas.microsoft.com/office/drawing/2014/main" id="{F5C0FBC4-9513-4CF7-B9F8-3C09CE833720}"/>
                  </a:ext>
                </a:extLst>
              </p:cNvPr>
              <p:cNvSpPr/>
              <p:nvPr/>
            </p:nvSpPr>
            <p:spPr>
              <a:xfrm>
                <a:off x="926812" y="16341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3" name="流程图: 接点 2082">
                <a:extLst>
                  <a:ext uri="{FF2B5EF4-FFF2-40B4-BE49-F238E27FC236}">
                    <a16:creationId xmlns:a16="http://schemas.microsoft.com/office/drawing/2014/main" id="{DF59F765-C77A-4EAE-90A1-B6818D5C3ABD}"/>
                  </a:ext>
                </a:extLst>
              </p:cNvPr>
              <p:cNvSpPr/>
              <p:nvPr/>
            </p:nvSpPr>
            <p:spPr>
              <a:xfrm>
                <a:off x="839982" y="16521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4" name="流程图: 接点 2083">
                <a:extLst>
                  <a:ext uri="{FF2B5EF4-FFF2-40B4-BE49-F238E27FC236}">
                    <a16:creationId xmlns:a16="http://schemas.microsoft.com/office/drawing/2014/main" id="{A0BA22C3-5290-4DF3-8B62-C8790E082729}"/>
                  </a:ext>
                </a:extLst>
              </p:cNvPr>
              <p:cNvSpPr/>
              <p:nvPr/>
            </p:nvSpPr>
            <p:spPr>
              <a:xfrm>
                <a:off x="803982" y="16881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5" name="流程图: 接点 2084">
                <a:extLst>
                  <a:ext uri="{FF2B5EF4-FFF2-40B4-BE49-F238E27FC236}">
                    <a16:creationId xmlns:a16="http://schemas.microsoft.com/office/drawing/2014/main" id="{07E90DEF-A82F-47A7-A9F1-F40A3142A61C}"/>
                  </a:ext>
                </a:extLst>
              </p:cNvPr>
              <p:cNvSpPr/>
              <p:nvPr/>
            </p:nvSpPr>
            <p:spPr>
              <a:xfrm>
                <a:off x="857982" y="16384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6" name="流程图: 接点 2085">
                <a:extLst>
                  <a:ext uri="{FF2B5EF4-FFF2-40B4-BE49-F238E27FC236}">
                    <a16:creationId xmlns:a16="http://schemas.microsoft.com/office/drawing/2014/main" id="{19C0BF60-07C5-47DA-A6E9-F9746389A1DD}"/>
                  </a:ext>
                </a:extLst>
              </p:cNvPr>
              <p:cNvSpPr/>
              <p:nvPr/>
            </p:nvSpPr>
            <p:spPr>
              <a:xfrm>
                <a:off x="821982" y="16744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7" name="流程图: 接点 2086">
                <a:extLst>
                  <a:ext uri="{FF2B5EF4-FFF2-40B4-BE49-F238E27FC236}">
                    <a16:creationId xmlns:a16="http://schemas.microsoft.com/office/drawing/2014/main" id="{BAE795BE-A1D4-4178-BFEE-E676497FEDFC}"/>
                  </a:ext>
                </a:extLst>
              </p:cNvPr>
              <p:cNvSpPr/>
              <p:nvPr/>
            </p:nvSpPr>
            <p:spPr>
              <a:xfrm>
                <a:off x="803982" y="16430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8" name="流程图: 接点 2087">
                <a:extLst>
                  <a:ext uri="{FF2B5EF4-FFF2-40B4-BE49-F238E27FC236}">
                    <a16:creationId xmlns:a16="http://schemas.microsoft.com/office/drawing/2014/main" id="{CD7F53F5-74F3-4D51-8C14-5B85E473570B}"/>
                  </a:ext>
                </a:extLst>
              </p:cNvPr>
              <p:cNvSpPr/>
              <p:nvPr/>
            </p:nvSpPr>
            <p:spPr>
              <a:xfrm>
                <a:off x="571917" y="169982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9" name="流程图: 接点 2088">
                <a:extLst>
                  <a:ext uri="{FF2B5EF4-FFF2-40B4-BE49-F238E27FC236}">
                    <a16:creationId xmlns:a16="http://schemas.microsoft.com/office/drawing/2014/main" id="{01F98A22-C619-4885-B2DE-7C666D941310}"/>
                  </a:ext>
                </a:extLst>
              </p:cNvPr>
              <p:cNvSpPr/>
              <p:nvPr/>
            </p:nvSpPr>
            <p:spPr>
              <a:xfrm>
                <a:off x="535917" y="173582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0" name="流程图: 接点 2089">
                <a:extLst>
                  <a:ext uri="{FF2B5EF4-FFF2-40B4-BE49-F238E27FC236}">
                    <a16:creationId xmlns:a16="http://schemas.microsoft.com/office/drawing/2014/main" id="{992CD4A6-F219-4326-868D-9949F2E58933}"/>
                  </a:ext>
                </a:extLst>
              </p:cNvPr>
              <p:cNvSpPr/>
              <p:nvPr/>
            </p:nvSpPr>
            <p:spPr>
              <a:xfrm>
                <a:off x="517917" y="17044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1" name="流程图: 接点 2090">
                <a:extLst>
                  <a:ext uri="{FF2B5EF4-FFF2-40B4-BE49-F238E27FC236}">
                    <a16:creationId xmlns:a16="http://schemas.microsoft.com/office/drawing/2014/main" id="{63F815E1-FD29-4D5D-8A19-3666A66D22C4}"/>
                  </a:ext>
                </a:extLst>
              </p:cNvPr>
              <p:cNvSpPr/>
              <p:nvPr/>
            </p:nvSpPr>
            <p:spPr>
              <a:xfrm>
                <a:off x="535917" y="16908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2" name="流程图: 接点 2091">
                <a:extLst>
                  <a:ext uri="{FF2B5EF4-FFF2-40B4-BE49-F238E27FC236}">
                    <a16:creationId xmlns:a16="http://schemas.microsoft.com/office/drawing/2014/main" id="{E3870B9E-F390-4D8F-9EF4-4E51D46BFF05}"/>
                  </a:ext>
                </a:extLst>
              </p:cNvPr>
              <p:cNvSpPr/>
              <p:nvPr/>
            </p:nvSpPr>
            <p:spPr>
              <a:xfrm>
                <a:off x="615143" y="175561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3" name="流程图: 接点 2092">
                <a:extLst>
                  <a:ext uri="{FF2B5EF4-FFF2-40B4-BE49-F238E27FC236}">
                    <a16:creationId xmlns:a16="http://schemas.microsoft.com/office/drawing/2014/main" id="{2B9CCE48-9975-47D8-A748-8540679322D5}"/>
                  </a:ext>
                </a:extLst>
              </p:cNvPr>
              <p:cNvSpPr/>
              <p:nvPr/>
            </p:nvSpPr>
            <p:spPr>
              <a:xfrm>
                <a:off x="597143" y="172424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4" name="流程图: 接点 2093">
                <a:extLst>
                  <a:ext uri="{FF2B5EF4-FFF2-40B4-BE49-F238E27FC236}">
                    <a16:creationId xmlns:a16="http://schemas.microsoft.com/office/drawing/2014/main" id="{00F40270-0F34-406D-9734-0956DD4FD16A}"/>
                  </a:ext>
                </a:extLst>
              </p:cNvPr>
              <p:cNvSpPr/>
              <p:nvPr/>
            </p:nvSpPr>
            <p:spPr>
              <a:xfrm>
                <a:off x="753501" y="170856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5" name="流程图: 接点 2094">
                <a:extLst>
                  <a:ext uri="{FF2B5EF4-FFF2-40B4-BE49-F238E27FC236}">
                    <a16:creationId xmlns:a16="http://schemas.microsoft.com/office/drawing/2014/main" id="{3C723E9C-A228-4F8C-B461-0E8F0B32F2D2}"/>
                  </a:ext>
                </a:extLst>
              </p:cNvPr>
              <p:cNvSpPr/>
              <p:nvPr/>
            </p:nvSpPr>
            <p:spPr>
              <a:xfrm>
                <a:off x="717501" y="174456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6" name="流程图: 接点 2095">
                <a:extLst>
                  <a:ext uri="{FF2B5EF4-FFF2-40B4-BE49-F238E27FC236}">
                    <a16:creationId xmlns:a16="http://schemas.microsoft.com/office/drawing/2014/main" id="{E2EF0F17-9A63-482F-B76B-49CA980E207C}"/>
                  </a:ext>
                </a:extLst>
              </p:cNvPr>
              <p:cNvSpPr/>
              <p:nvPr/>
            </p:nvSpPr>
            <p:spPr>
              <a:xfrm>
                <a:off x="699501" y="171319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7" name="流程图: 接点 2096">
                <a:extLst>
                  <a:ext uri="{FF2B5EF4-FFF2-40B4-BE49-F238E27FC236}">
                    <a16:creationId xmlns:a16="http://schemas.microsoft.com/office/drawing/2014/main" id="{477FE0B8-E495-4F58-B60E-D15FB6884C43}"/>
                  </a:ext>
                </a:extLst>
              </p:cNvPr>
              <p:cNvSpPr/>
              <p:nvPr/>
            </p:nvSpPr>
            <p:spPr>
              <a:xfrm>
                <a:off x="615143" y="171059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8" name="流程图: 接点 2097">
                <a:extLst>
                  <a:ext uri="{FF2B5EF4-FFF2-40B4-BE49-F238E27FC236}">
                    <a16:creationId xmlns:a16="http://schemas.microsoft.com/office/drawing/2014/main" id="{54DA588C-6ADF-4270-8E43-F26F976F140D}"/>
                  </a:ext>
                </a:extLst>
              </p:cNvPr>
              <p:cNvSpPr/>
              <p:nvPr/>
            </p:nvSpPr>
            <p:spPr>
              <a:xfrm>
                <a:off x="717501" y="169954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9" name="流程图: 接点 2098">
                <a:extLst>
                  <a:ext uri="{FF2B5EF4-FFF2-40B4-BE49-F238E27FC236}">
                    <a16:creationId xmlns:a16="http://schemas.microsoft.com/office/drawing/2014/main" id="{8F096D5B-FF6D-4E2B-9C89-0CB9D805FE89}"/>
                  </a:ext>
                </a:extLst>
              </p:cNvPr>
              <p:cNvSpPr/>
              <p:nvPr/>
            </p:nvSpPr>
            <p:spPr>
              <a:xfrm>
                <a:off x="429233" y="168877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0" name="流程图: 接点 2099">
                <a:extLst>
                  <a:ext uri="{FF2B5EF4-FFF2-40B4-BE49-F238E27FC236}">
                    <a16:creationId xmlns:a16="http://schemas.microsoft.com/office/drawing/2014/main" id="{DC1C7827-B561-4D5B-8D50-7F7F51246497}"/>
                  </a:ext>
                </a:extLst>
              </p:cNvPr>
              <p:cNvSpPr/>
              <p:nvPr/>
            </p:nvSpPr>
            <p:spPr>
              <a:xfrm>
                <a:off x="713445" y="181708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1" name="流程图: 接点 2100">
                <a:extLst>
                  <a:ext uri="{FF2B5EF4-FFF2-40B4-BE49-F238E27FC236}">
                    <a16:creationId xmlns:a16="http://schemas.microsoft.com/office/drawing/2014/main" id="{B1307078-CC7F-4825-90E2-18406AB9882B}"/>
                  </a:ext>
                </a:extLst>
              </p:cNvPr>
              <p:cNvSpPr/>
              <p:nvPr/>
            </p:nvSpPr>
            <p:spPr>
              <a:xfrm>
                <a:off x="677445" y="185308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2" name="流程图: 接点 2101">
                <a:extLst>
                  <a:ext uri="{FF2B5EF4-FFF2-40B4-BE49-F238E27FC236}">
                    <a16:creationId xmlns:a16="http://schemas.microsoft.com/office/drawing/2014/main" id="{8BA65763-1905-4677-950C-9BD114F7CFA5}"/>
                  </a:ext>
                </a:extLst>
              </p:cNvPr>
              <p:cNvSpPr/>
              <p:nvPr/>
            </p:nvSpPr>
            <p:spPr>
              <a:xfrm>
                <a:off x="643917" y="178108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3" name="流程图: 接点 2102">
                <a:extLst>
                  <a:ext uri="{FF2B5EF4-FFF2-40B4-BE49-F238E27FC236}">
                    <a16:creationId xmlns:a16="http://schemas.microsoft.com/office/drawing/2014/main" id="{B3050852-4C6A-4618-9BB8-66F0DFD5DE31}"/>
                  </a:ext>
                </a:extLst>
              </p:cNvPr>
              <p:cNvSpPr/>
              <p:nvPr/>
            </p:nvSpPr>
            <p:spPr>
              <a:xfrm>
                <a:off x="782275" y="176771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4" name="流程图: 接点 2103">
                <a:extLst>
                  <a:ext uri="{FF2B5EF4-FFF2-40B4-BE49-F238E27FC236}">
                    <a16:creationId xmlns:a16="http://schemas.microsoft.com/office/drawing/2014/main" id="{55198245-8B0B-48F9-8CB7-F7C4FFD2CD46}"/>
                  </a:ext>
                </a:extLst>
              </p:cNvPr>
              <p:cNvSpPr/>
              <p:nvPr/>
            </p:nvSpPr>
            <p:spPr>
              <a:xfrm>
                <a:off x="695445" y="178571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5" name="流程图: 接点 2104">
                <a:extLst>
                  <a:ext uri="{FF2B5EF4-FFF2-40B4-BE49-F238E27FC236}">
                    <a16:creationId xmlns:a16="http://schemas.microsoft.com/office/drawing/2014/main" id="{7D5C9EFE-1C17-4506-9D83-6B9A8527F628}"/>
                  </a:ext>
                </a:extLst>
              </p:cNvPr>
              <p:cNvSpPr/>
              <p:nvPr/>
            </p:nvSpPr>
            <p:spPr>
              <a:xfrm>
                <a:off x="659445" y="182171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6" name="流程图: 接点 2105">
                <a:extLst>
                  <a:ext uri="{FF2B5EF4-FFF2-40B4-BE49-F238E27FC236}">
                    <a16:creationId xmlns:a16="http://schemas.microsoft.com/office/drawing/2014/main" id="{31C105D9-2208-484B-95CB-9235E8F7F032}"/>
                  </a:ext>
                </a:extLst>
              </p:cNvPr>
              <p:cNvSpPr/>
              <p:nvPr/>
            </p:nvSpPr>
            <p:spPr>
              <a:xfrm>
                <a:off x="635266" y="175845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7" name="流程图: 接点 2106">
                <a:extLst>
                  <a:ext uri="{FF2B5EF4-FFF2-40B4-BE49-F238E27FC236}">
                    <a16:creationId xmlns:a16="http://schemas.microsoft.com/office/drawing/2014/main" id="{E02CD67D-767A-4B5E-A14A-538F30ABFF5E}"/>
                  </a:ext>
                </a:extLst>
              </p:cNvPr>
              <p:cNvSpPr/>
              <p:nvPr/>
            </p:nvSpPr>
            <p:spPr>
              <a:xfrm>
                <a:off x="713445" y="177206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8" name="流程图: 接点 2107">
                <a:extLst>
                  <a:ext uri="{FF2B5EF4-FFF2-40B4-BE49-F238E27FC236}">
                    <a16:creationId xmlns:a16="http://schemas.microsoft.com/office/drawing/2014/main" id="{063C791B-0A6F-41C9-906A-0225A9404E55}"/>
                  </a:ext>
                </a:extLst>
              </p:cNvPr>
              <p:cNvSpPr/>
              <p:nvPr/>
            </p:nvSpPr>
            <p:spPr>
              <a:xfrm>
                <a:off x="677445" y="180806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9" name="流程图: 接点 2108">
                <a:extLst>
                  <a:ext uri="{FF2B5EF4-FFF2-40B4-BE49-F238E27FC236}">
                    <a16:creationId xmlns:a16="http://schemas.microsoft.com/office/drawing/2014/main" id="{F255EA68-E3F2-4CB7-9BB9-109CE40A9614}"/>
                  </a:ext>
                </a:extLst>
              </p:cNvPr>
              <p:cNvSpPr/>
              <p:nvPr/>
            </p:nvSpPr>
            <p:spPr>
              <a:xfrm>
                <a:off x="643917" y="173606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0" name="流程图: 接点 2109">
                <a:extLst>
                  <a:ext uri="{FF2B5EF4-FFF2-40B4-BE49-F238E27FC236}">
                    <a16:creationId xmlns:a16="http://schemas.microsoft.com/office/drawing/2014/main" id="{CFFE1424-6B2D-4FC7-AF03-91B7743B2293}"/>
                  </a:ext>
                </a:extLst>
              </p:cNvPr>
              <p:cNvSpPr/>
              <p:nvPr/>
            </p:nvSpPr>
            <p:spPr>
              <a:xfrm>
                <a:off x="695445" y="174069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1" name="流程图: 接点 2110">
                <a:extLst>
                  <a:ext uri="{FF2B5EF4-FFF2-40B4-BE49-F238E27FC236}">
                    <a16:creationId xmlns:a16="http://schemas.microsoft.com/office/drawing/2014/main" id="{07CCCA62-3B57-487B-A1F2-6565C989C221}"/>
                  </a:ext>
                </a:extLst>
              </p:cNvPr>
              <p:cNvSpPr/>
              <p:nvPr/>
            </p:nvSpPr>
            <p:spPr>
              <a:xfrm>
                <a:off x="659445" y="177669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2" name="流程图: 接点 2111">
                <a:extLst>
                  <a:ext uri="{FF2B5EF4-FFF2-40B4-BE49-F238E27FC236}">
                    <a16:creationId xmlns:a16="http://schemas.microsoft.com/office/drawing/2014/main" id="{8E21D92D-AC34-402A-9A20-C27F4F1B0AC8}"/>
                  </a:ext>
                </a:extLst>
              </p:cNvPr>
              <p:cNvSpPr/>
              <p:nvPr/>
            </p:nvSpPr>
            <p:spPr>
              <a:xfrm>
                <a:off x="687841" y="192224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3" name="流程图: 接点 2112">
                <a:extLst>
                  <a:ext uri="{FF2B5EF4-FFF2-40B4-BE49-F238E27FC236}">
                    <a16:creationId xmlns:a16="http://schemas.microsoft.com/office/drawing/2014/main" id="{39466196-4618-4656-BB75-996D0834E9D7}"/>
                  </a:ext>
                </a:extLst>
              </p:cNvPr>
              <p:cNvSpPr/>
              <p:nvPr/>
            </p:nvSpPr>
            <p:spPr>
              <a:xfrm>
                <a:off x="651841" y="195824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4" name="流程图: 接点 2113">
                <a:extLst>
                  <a:ext uri="{FF2B5EF4-FFF2-40B4-BE49-F238E27FC236}">
                    <a16:creationId xmlns:a16="http://schemas.microsoft.com/office/drawing/2014/main" id="{AFA19B8C-51E4-407E-A43D-47F78338984E}"/>
                  </a:ext>
                </a:extLst>
              </p:cNvPr>
              <p:cNvSpPr/>
              <p:nvPr/>
            </p:nvSpPr>
            <p:spPr>
              <a:xfrm>
                <a:off x="756671" y="187287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5" name="流程图: 接点 2114">
                <a:extLst>
                  <a:ext uri="{FF2B5EF4-FFF2-40B4-BE49-F238E27FC236}">
                    <a16:creationId xmlns:a16="http://schemas.microsoft.com/office/drawing/2014/main" id="{2B1FCAE5-69B8-46E7-A42A-DF35DF34E80D}"/>
                  </a:ext>
                </a:extLst>
              </p:cNvPr>
              <p:cNvSpPr/>
              <p:nvPr/>
            </p:nvSpPr>
            <p:spPr>
              <a:xfrm>
                <a:off x="669841" y="189087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6" name="流程图: 接点 2115">
                <a:extLst>
                  <a:ext uri="{FF2B5EF4-FFF2-40B4-BE49-F238E27FC236}">
                    <a16:creationId xmlns:a16="http://schemas.microsoft.com/office/drawing/2014/main" id="{9D6CEED5-9D0C-40A5-BDFB-92886A8DAD87}"/>
                  </a:ext>
                </a:extLst>
              </p:cNvPr>
              <p:cNvSpPr/>
              <p:nvPr/>
            </p:nvSpPr>
            <p:spPr>
              <a:xfrm>
                <a:off x="633841" y="192687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7" name="流程图: 接点 2116">
                <a:extLst>
                  <a:ext uri="{FF2B5EF4-FFF2-40B4-BE49-F238E27FC236}">
                    <a16:creationId xmlns:a16="http://schemas.microsoft.com/office/drawing/2014/main" id="{10CC90A8-131E-46C9-80BB-2449DEC9B39B}"/>
                  </a:ext>
                </a:extLst>
              </p:cNvPr>
              <p:cNvSpPr/>
              <p:nvPr/>
            </p:nvSpPr>
            <p:spPr>
              <a:xfrm>
                <a:off x="687841" y="187722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8" name="流程图: 接点 2117">
                <a:extLst>
                  <a:ext uri="{FF2B5EF4-FFF2-40B4-BE49-F238E27FC236}">
                    <a16:creationId xmlns:a16="http://schemas.microsoft.com/office/drawing/2014/main" id="{D5AFB360-0C7C-4D9C-B7D3-C1B55996F661}"/>
                  </a:ext>
                </a:extLst>
              </p:cNvPr>
              <p:cNvSpPr/>
              <p:nvPr/>
            </p:nvSpPr>
            <p:spPr>
              <a:xfrm>
                <a:off x="651841" y="191322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9" name="流程图: 接点 2118">
                <a:extLst>
                  <a:ext uri="{FF2B5EF4-FFF2-40B4-BE49-F238E27FC236}">
                    <a16:creationId xmlns:a16="http://schemas.microsoft.com/office/drawing/2014/main" id="{82E58280-4911-469D-971F-A292CD45DD28}"/>
                  </a:ext>
                </a:extLst>
              </p:cNvPr>
              <p:cNvSpPr/>
              <p:nvPr/>
            </p:nvSpPr>
            <p:spPr>
              <a:xfrm>
                <a:off x="669841" y="184585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0" name="流程图: 接点 2119">
                <a:extLst>
                  <a:ext uri="{FF2B5EF4-FFF2-40B4-BE49-F238E27FC236}">
                    <a16:creationId xmlns:a16="http://schemas.microsoft.com/office/drawing/2014/main" id="{BAB44A30-57F9-4213-86B2-9677A215554E}"/>
                  </a:ext>
                </a:extLst>
              </p:cNvPr>
              <p:cNvSpPr/>
              <p:nvPr/>
            </p:nvSpPr>
            <p:spPr>
              <a:xfrm>
                <a:off x="633841" y="188185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1" name="流程图: 接点 2120">
                <a:extLst>
                  <a:ext uri="{FF2B5EF4-FFF2-40B4-BE49-F238E27FC236}">
                    <a16:creationId xmlns:a16="http://schemas.microsoft.com/office/drawing/2014/main" id="{BDD6D2EC-3742-4948-8F8D-2FC578AED3E5}"/>
                  </a:ext>
                </a:extLst>
              </p:cNvPr>
              <p:cNvSpPr/>
              <p:nvPr/>
            </p:nvSpPr>
            <p:spPr>
              <a:xfrm>
                <a:off x="696493" y="171217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2" name="流程图: 接点 2121">
                <a:extLst>
                  <a:ext uri="{FF2B5EF4-FFF2-40B4-BE49-F238E27FC236}">
                    <a16:creationId xmlns:a16="http://schemas.microsoft.com/office/drawing/2014/main" id="{30DF098E-F186-4E92-B404-203444A594D5}"/>
                  </a:ext>
                </a:extLst>
              </p:cNvPr>
              <p:cNvSpPr/>
              <p:nvPr/>
            </p:nvSpPr>
            <p:spPr>
              <a:xfrm>
                <a:off x="798851" y="170112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3" name="流程图: 接点 2122">
                <a:extLst>
                  <a:ext uri="{FF2B5EF4-FFF2-40B4-BE49-F238E27FC236}">
                    <a16:creationId xmlns:a16="http://schemas.microsoft.com/office/drawing/2014/main" id="{3A379D61-9A68-4CBC-92EE-CBBDF2E6618F}"/>
                  </a:ext>
                </a:extLst>
              </p:cNvPr>
              <p:cNvSpPr/>
              <p:nvPr/>
            </p:nvSpPr>
            <p:spPr>
              <a:xfrm>
                <a:off x="704096" y="172656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4" name="流程图: 接点 2123">
                <a:extLst>
                  <a:ext uri="{FF2B5EF4-FFF2-40B4-BE49-F238E27FC236}">
                    <a16:creationId xmlns:a16="http://schemas.microsoft.com/office/drawing/2014/main" id="{F2AB81C2-03B4-4D91-91AC-D80B046FF5AD}"/>
                  </a:ext>
                </a:extLst>
              </p:cNvPr>
              <p:cNvSpPr/>
              <p:nvPr/>
            </p:nvSpPr>
            <p:spPr>
              <a:xfrm>
                <a:off x="668096" y="176256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5" name="流程图: 接点 2124">
                <a:extLst>
                  <a:ext uri="{FF2B5EF4-FFF2-40B4-BE49-F238E27FC236}">
                    <a16:creationId xmlns:a16="http://schemas.microsoft.com/office/drawing/2014/main" id="{83C35EA6-63BD-47CC-BF2E-C0E0549A0B06}"/>
                  </a:ext>
                </a:extLst>
              </p:cNvPr>
              <p:cNvSpPr/>
              <p:nvPr/>
            </p:nvSpPr>
            <p:spPr>
              <a:xfrm>
                <a:off x="634568" y="169056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6" name="流程图: 接点 2125">
                <a:extLst>
                  <a:ext uri="{FF2B5EF4-FFF2-40B4-BE49-F238E27FC236}">
                    <a16:creationId xmlns:a16="http://schemas.microsoft.com/office/drawing/2014/main" id="{F28D7A2A-46E8-4203-813F-9469D720C659}"/>
                  </a:ext>
                </a:extLst>
              </p:cNvPr>
              <p:cNvSpPr/>
              <p:nvPr/>
            </p:nvSpPr>
            <p:spPr>
              <a:xfrm>
                <a:off x="686096" y="169519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7" name="流程图: 接点 2126">
                <a:extLst>
                  <a:ext uri="{FF2B5EF4-FFF2-40B4-BE49-F238E27FC236}">
                    <a16:creationId xmlns:a16="http://schemas.microsoft.com/office/drawing/2014/main" id="{0C089297-A26B-44D7-827F-2ED8DA485869}"/>
                  </a:ext>
                </a:extLst>
              </p:cNvPr>
              <p:cNvSpPr/>
              <p:nvPr/>
            </p:nvSpPr>
            <p:spPr>
              <a:xfrm>
                <a:off x="650096" y="173119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8" name="流程图: 接点 2127">
                <a:extLst>
                  <a:ext uri="{FF2B5EF4-FFF2-40B4-BE49-F238E27FC236}">
                    <a16:creationId xmlns:a16="http://schemas.microsoft.com/office/drawing/2014/main" id="{2BB9823D-74F7-406D-8256-BA156D01B4DD}"/>
                  </a:ext>
                </a:extLst>
              </p:cNvPr>
              <p:cNvSpPr/>
              <p:nvPr/>
            </p:nvSpPr>
            <p:spPr>
              <a:xfrm>
                <a:off x="668096" y="171754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9" name="流程图: 接点 2128">
                <a:extLst>
                  <a:ext uri="{FF2B5EF4-FFF2-40B4-BE49-F238E27FC236}">
                    <a16:creationId xmlns:a16="http://schemas.microsoft.com/office/drawing/2014/main" id="{59E78B45-FAFA-4423-BB95-0412D76C38E2}"/>
                  </a:ext>
                </a:extLst>
              </p:cNvPr>
              <p:cNvSpPr/>
              <p:nvPr/>
            </p:nvSpPr>
            <p:spPr>
              <a:xfrm>
                <a:off x="950264" y="185531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0" name="流程图: 接点 2129">
                <a:extLst>
                  <a:ext uri="{FF2B5EF4-FFF2-40B4-BE49-F238E27FC236}">
                    <a16:creationId xmlns:a16="http://schemas.microsoft.com/office/drawing/2014/main" id="{AF5B6AC5-54FE-40AF-8389-6AE92A761050}"/>
                  </a:ext>
                </a:extLst>
              </p:cNvPr>
              <p:cNvSpPr/>
              <p:nvPr/>
            </p:nvSpPr>
            <p:spPr>
              <a:xfrm>
                <a:off x="914264" y="189131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1" name="流程图: 接点 2130">
                <a:extLst>
                  <a:ext uri="{FF2B5EF4-FFF2-40B4-BE49-F238E27FC236}">
                    <a16:creationId xmlns:a16="http://schemas.microsoft.com/office/drawing/2014/main" id="{F3E0D478-E54F-4A51-9D8A-C524B1952A2C}"/>
                  </a:ext>
                </a:extLst>
              </p:cNvPr>
              <p:cNvSpPr/>
              <p:nvPr/>
            </p:nvSpPr>
            <p:spPr>
              <a:xfrm>
                <a:off x="880736" y="181931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2" name="流程图: 接点 2131">
                <a:extLst>
                  <a:ext uri="{FF2B5EF4-FFF2-40B4-BE49-F238E27FC236}">
                    <a16:creationId xmlns:a16="http://schemas.microsoft.com/office/drawing/2014/main" id="{A26A715F-7244-49BA-AE46-834979CEB5BF}"/>
                  </a:ext>
                </a:extLst>
              </p:cNvPr>
              <p:cNvSpPr/>
              <p:nvPr/>
            </p:nvSpPr>
            <p:spPr>
              <a:xfrm>
                <a:off x="1019094" y="180594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3" name="流程图: 接点 2132">
                <a:extLst>
                  <a:ext uri="{FF2B5EF4-FFF2-40B4-BE49-F238E27FC236}">
                    <a16:creationId xmlns:a16="http://schemas.microsoft.com/office/drawing/2014/main" id="{4694D4E0-DA90-4AF7-9C0F-4477C66E28DD}"/>
                  </a:ext>
                </a:extLst>
              </p:cNvPr>
              <p:cNvSpPr/>
              <p:nvPr/>
            </p:nvSpPr>
            <p:spPr>
              <a:xfrm>
                <a:off x="932264" y="182394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4" name="流程图: 接点 2133">
                <a:extLst>
                  <a:ext uri="{FF2B5EF4-FFF2-40B4-BE49-F238E27FC236}">
                    <a16:creationId xmlns:a16="http://schemas.microsoft.com/office/drawing/2014/main" id="{E1486F5E-6BEE-41E6-9196-DD5DB96399A6}"/>
                  </a:ext>
                </a:extLst>
              </p:cNvPr>
              <p:cNvSpPr/>
              <p:nvPr/>
            </p:nvSpPr>
            <p:spPr>
              <a:xfrm>
                <a:off x="896264" y="185994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5" name="流程图: 接点 2134">
                <a:extLst>
                  <a:ext uri="{FF2B5EF4-FFF2-40B4-BE49-F238E27FC236}">
                    <a16:creationId xmlns:a16="http://schemas.microsoft.com/office/drawing/2014/main" id="{B9C52DD0-8AE5-45CB-930C-AA5DB2CCF9BB}"/>
                  </a:ext>
                </a:extLst>
              </p:cNvPr>
              <p:cNvSpPr/>
              <p:nvPr/>
            </p:nvSpPr>
            <p:spPr>
              <a:xfrm>
                <a:off x="862736" y="178794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6" name="流程图: 接点 2135">
                <a:extLst>
                  <a:ext uri="{FF2B5EF4-FFF2-40B4-BE49-F238E27FC236}">
                    <a16:creationId xmlns:a16="http://schemas.microsoft.com/office/drawing/2014/main" id="{67A439EA-6C6D-41B2-8BCA-82493614F0FE}"/>
                  </a:ext>
                </a:extLst>
              </p:cNvPr>
              <p:cNvSpPr/>
              <p:nvPr/>
            </p:nvSpPr>
            <p:spPr>
              <a:xfrm>
                <a:off x="872085" y="179668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7" name="流程图: 接点 2136">
                <a:extLst>
                  <a:ext uri="{FF2B5EF4-FFF2-40B4-BE49-F238E27FC236}">
                    <a16:creationId xmlns:a16="http://schemas.microsoft.com/office/drawing/2014/main" id="{EEE1BC73-0BF4-4DF4-86DF-1BCD13EFA00E}"/>
                  </a:ext>
                </a:extLst>
              </p:cNvPr>
              <p:cNvSpPr/>
              <p:nvPr/>
            </p:nvSpPr>
            <p:spPr>
              <a:xfrm>
                <a:off x="950264" y="181029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8" name="流程图: 接点 2137">
                <a:extLst>
                  <a:ext uri="{FF2B5EF4-FFF2-40B4-BE49-F238E27FC236}">
                    <a16:creationId xmlns:a16="http://schemas.microsoft.com/office/drawing/2014/main" id="{A285CC0F-C7D2-4FA8-B2D9-4952B135BB23}"/>
                  </a:ext>
                </a:extLst>
              </p:cNvPr>
              <p:cNvSpPr/>
              <p:nvPr/>
            </p:nvSpPr>
            <p:spPr>
              <a:xfrm>
                <a:off x="914264" y="184629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9" name="流程图: 接点 2138">
                <a:extLst>
                  <a:ext uri="{FF2B5EF4-FFF2-40B4-BE49-F238E27FC236}">
                    <a16:creationId xmlns:a16="http://schemas.microsoft.com/office/drawing/2014/main" id="{CD03CA42-26BE-4E32-9FD0-35AEEF3E7E2D}"/>
                  </a:ext>
                </a:extLst>
              </p:cNvPr>
              <p:cNvSpPr/>
              <p:nvPr/>
            </p:nvSpPr>
            <p:spPr>
              <a:xfrm>
                <a:off x="880736" y="177429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0" name="流程图: 接点 2139">
                <a:extLst>
                  <a:ext uri="{FF2B5EF4-FFF2-40B4-BE49-F238E27FC236}">
                    <a16:creationId xmlns:a16="http://schemas.microsoft.com/office/drawing/2014/main" id="{CC83965F-C30C-4DD6-B127-27B9ECC97853}"/>
                  </a:ext>
                </a:extLst>
              </p:cNvPr>
              <p:cNvSpPr/>
              <p:nvPr/>
            </p:nvSpPr>
            <p:spPr>
              <a:xfrm>
                <a:off x="932264" y="177892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1" name="流程图: 接点 2140">
                <a:extLst>
                  <a:ext uri="{FF2B5EF4-FFF2-40B4-BE49-F238E27FC236}">
                    <a16:creationId xmlns:a16="http://schemas.microsoft.com/office/drawing/2014/main" id="{3DE87A1A-3445-4600-A30D-EECCD104FC21}"/>
                  </a:ext>
                </a:extLst>
              </p:cNvPr>
              <p:cNvSpPr/>
              <p:nvPr/>
            </p:nvSpPr>
            <p:spPr>
              <a:xfrm>
                <a:off x="896264" y="181492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2" name="流程图: 接点 2141">
                <a:extLst>
                  <a:ext uri="{FF2B5EF4-FFF2-40B4-BE49-F238E27FC236}">
                    <a16:creationId xmlns:a16="http://schemas.microsoft.com/office/drawing/2014/main" id="{7988AA22-E79E-4D6C-8944-A629354CD384}"/>
                  </a:ext>
                </a:extLst>
              </p:cNvPr>
              <p:cNvSpPr/>
              <p:nvPr/>
            </p:nvSpPr>
            <p:spPr>
              <a:xfrm>
                <a:off x="924660" y="196047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3" name="流程图: 接点 2142">
                <a:extLst>
                  <a:ext uri="{FF2B5EF4-FFF2-40B4-BE49-F238E27FC236}">
                    <a16:creationId xmlns:a16="http://schemas.microsoft.com/office/drawing/2014/main" id="{76108428-57E4-48A9-A82E-4235B49B163E}"/>
                  </a:ext>
                </a:extLst>
              </p:cNvPr>
              <p:cNvSpPr/>
              <p:nvPr/>
            </p:nvSpPr>
            <p:spPr>
              <a:xfrm>
                <a:off x="888660" y="199647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4" name="流程图: 接点 2143">
                <a:extLst>
                  <a:ext uri="{FF2B5EF4-FFF2-40B4-BE49-F238E27FC236}">
                    <a16:creationId xmlns:a16="http://schemas.microsoft.com/office/drawing/2014/main" id="{128BD5D3-2972-4C9F-A7A1-340CE89D4296}"/>
                  </a:ext>
                </a:extLst>
              </p:cNvPr>
              <p:cNvSpPr/>
              <p:nvPr/>
            </p:nvSpPr>
            <p:spPr>
              <a:xfrm>
                <a:off x="993490" y="191110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5" name="流程图: 接点 2144">
                <a:extLst>
                  <a:ext uri="{FF2B5EF4-FFF2-40B4-BE49-F238E27FC236}">
                    <a16:creationId xmlns:a16="http://schemas.microsoft.com/office/drawing/2014/main" id="{2D84D351-7223-4446-A60F-EDFDBC118ED2}"/>
                  </a:ext>
                </a:extLst>
              </p:cNvPr>
              <p:cNvSpPr/>
              <p:nvPr/>
            </p:nvSpPr>
            <p:spPr>
              <a:xfrm>
                <a:off x="906660" y="192910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6" name="流程图: 接点 2145">
                <a:extLst>
                  <a:ext uri="{FF2B5EF4-FFF2-40B4-BE49-F238E27FC236}">
                    <a16:creationId xmlns:a16="http://schemas.microsoft.com/office/drawing/2014/main" id="{6DEBC74C-EA7B-4E12-85EC-260E90987742}"/>
                  </a:ext>
                </a:extLst>
              </p:cNvPr>
              <p:cNvSpPr/>
              <p:nvPr/>
            </p:nvSpPr>
            <p:spPr>
              <a:xfrm>
                <a:off x="870660" y="196510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7" name="流程图: 接点 2146">
                <a:extLst>
                  <a:ext uri="{FF2B5EF4-FFF2-40B4-BE49-F238E27FC236}">
                    <a16:creationId xmlns:a16="http://schemas.microsoft.com/office/drawing/2014/main" id="{1051311D-F119-4A17-A278-F3C2006FF77C}"/>
                  </a:ext>
                </a:extLst>
              </p:cNvPr>
              <p:cNvSpPr/>
              <p:nvPr/>
            </p:nvSpPr>
            <p:spPr>
              <a:xfrm>
                <a:off x="924660" y="191545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8" name="流程图: 接点 2147">
                <a:extLst>
                  <a:ext uri="{FF2B5EF4-FFF2-40B4-BE49-F238E27FC236}">
                    <a16:creationId xmlns:a16="http://schemas.microsoft.com/office/drawing/2014/main" id="{9EF6B3FB-9877-4941-8669-4742C33471C9}"/>
                  </a:ext>
                </a:extLst>
              </p:cNvPr>
              <p:cNvSpPr/>
              <p:nvPr/>
            </p:nvSpPr>
            <p:spPr>
              <a:xfrm>
                <a:off x="888660" y="195145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9" name="流程图: 接点 2148">
                <a:extLst>
                  <a:ext uri="{FF2B5EF4-FFF2-40B4-BE49-F238E27FC236}">
                    <a16:creationId xmlns:a16="http://schemas.microsoft.com/office/drawing/2014/main" id="{398E6061-0D0C-4A30-8E9D-BCEB0D387A33}"/>
                  </a:ext>
                </a:extLst>
              </p:cNvPr>
              <p:cNvSpPr/>
              <p:nvPr/>
            </p:nvSpPr>
            <p:spPr>
              <a:xfrm>
                <a:off x="906660" y="188408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0" name="流程图: 接点 2149">
                <a:extLst>
                  <a:ext uri="{FF2B5EF4-FFF2-40B4-BE49-F238E27FC236}">
                    <a16:creationId xmlns:a16="http://schemas.microsoft.com/office/drawing/2014/main" id="{AD17FA8D-1C5A-4514-8F6A-0210698E09B6}"/>
                  </a:ext>
                </a:extLst>
              </p:cNvPr>
              <p:cNvSpPr/>
              <p:nvPr/>
            </p:nvSpPr>
            <p:spPr>
              <a:xfrm>
                <a:off x="870660" y="192008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1" name="流程图: 接点 2150">
                <a:extLst>
                  <a:ext uri="{FF2B5EF4-FFF2-40B4-BE49-F238E27FC236}">
                    <a16:creationId xmlns:a16="http://schemas.microsoft.com/office/drawing/2014/main" id="{85C42558-880C-4265-8CC9-DDC87C45E745}"/>
                  </a:ext>
                </a:extLst>
              </p:cNvPr>
              <p:cNvSpPr/>
              <p:nvPr/>
            </p:nvSpPr>
            <p:spPr>
              <a:xfrm>
                <a:off x="890086" y="169461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2" name="流程图: 接点 2151">
                <a:extLst>
                  <a:ext uri="{FF2B5EF4-FFF2-40B4-BE49-F238E27FC236}">
                    <a16:creationId xmlns:a16="http://schemas.microsoft.com/office/drawing/2014/main" id="{3855E238-7385-48BA-856B-8FF598344673}"/>
                  </a:ext>
                </a:extLst>
              </p:cNvPr>
              <p:cNvSpPr/>
              <p:nvPr/>
            </p:nvSpPr>
            <p:spPr>
              <a:xfrm>
                <a:off x="872086" y="166324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3" name="流程图: 接点 2152">
                <a:extLst>
                  <a:ext uri="{FF2B5EF4-FFF2-40B4-BE49-F238E27FC236}">
                    <a16:creationId xmlns:a16="http://schemas.microsoft.com/office/drawing/2014/main" id="{12C4395E-F964-4430-AFDB-36B6FB5AF2B6}"/>
                  </a:ext>
                </a:extLst>
              </p:cNvPr>
              <p:cNvSpPr/>
              <p:nvPr/>
            </p:nvSpPr>
            <p:spPr>
              <a:xfrm>
                <a:off x="890086" y="164959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4" name="流程图: 接点 2153">
                <a:extLst>
                  <a:ext uri="{FF2B5EF4-FFF2-40B4-BE49-F238E27FC236}">
                    <a16:creationId xmlns:a16="http://schemas.microsoft.com/office/drawing/2014/main" id="{4E4C9508-DD90-496B-82B2-B61568756761}"/>
                  </a:ext>
                </a:extLst>
              </p:cNvPr>
              <p:cNvSpPr/>
              <p:nvPr/>
            </p:nvSpPr>
            <p:spPr>
              <a:xfrm>
                <a:off x="933312" y="175040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5" name="流程图: 接点 2154">
                <a:extLst>
                  <a:ext uri="{FF2B5EF4-FFF2-40B4-BE49-F238E27FC236}">
                    <a16:creationId xmlns:a16="http://schemas.microsoft.com/office/drawing/2014/main" id="{1A5E4582-15C2-4D1F-8FAC-113E3A86A847}"/>
                  </a:ext>
                </a:extLst>
              </p:cNvPr>
              <p:cNvSpPr/>
              <p:nvPr/>
            </p:nvSpPr>
            <p:spPr>
              <a:xfrm>
                <a:off x="915312" y="171903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6" name="流程图: 接点 2155">
                <a:extLst>
                  <a:ext uri="{FF2B5EF4-FFF2-40B4-BE49-F238E27FC236}">
                    <a16:creationId xmlns:a16="http://schemas.microsoft.com/office/drawing/2014/main" id="{7B9BA9A9-7BCB-4A0B-B77B-6041C4CE3C59}"/>
                  </a:ext>
                </a:extLst>
              </p:cNvPr>
              <p:cNvSpPr/>
              <p:nvPr/>
            </p:nvSpPr>
            <p:spPr>
              <a:xfrm>
                <a:off x="1071670" y="17033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7" name="流程图: 接点 2156">
                <a:extLst>
                  <a:ext uri="{FF2B5EF4-FFF2-40B4-BE49-F238E27FC236}">
                    <a16:creationId xmlns:a16="http://schemas.microsoft.com/office/drawing/2014/main" id="{EAA37B4F-3077-4BD4-A600-3E2C1B4F9B6C}"/>
                  </a:ext>
                </a:extLst>
              </p:cNvPr>
              <p:cNvSpPr/>
              <p:nvPr/>
            </p:nvSpPr>
            <p:spPr>
              <a:xfrm>
                <a:off x="1035670" y="17393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8" name="流程图: 接点 2157">
                <a:extLst>
                  <a:ext uri="{FF2B5EF4-FFF2-40B4-BE49-F238E27FC236}">
                    <a16:creationId xmlns:a16="http://schemas.microsoft.com/office/drawing/2014/main" id="{5AB1BC2A-3828-4637-9A3D-2E3146465B07}"/>
                  </a:ext>
                </a:extLst>
              </p:cNvPr>
              <p:cNvSpPr/>
              <p:nvPr/>
            </p:nvSpPr>
            <p:spPr>
              <a:xfrm>
                <a:off x="1002142" y="16673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9" name="流程图: 接点 2158">
                <a:extLst>
                  <a:ext uri="{FF2B5EF4-FFF2-40B4-BE49-F238E27FC236}">
                    <a16:creationId xmlns:a16="http://schemas.microsoft.com/office/drawing/2014/main" id="{A56EEA9D-E360-4F82-B369-4F64107703BF}"/>
                  </a:ext>
                </a:extLst>
              </p:cNvPr>
              <p:cNvSpPr/>
              <p:nvPr/>
            </p:nvSpPr>
            <p:spPr>
              <a:xfrm>
                <a:off x="1140500" y="165398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0" name="流程图: 接点 2159">
                <a:extLst>
                  <a:ext uri="{FF2B5EF4-FFF2-40B4-BE49-F238E27FC236}">
                    <a16:creationId xmlns:a16="http://schemas.microsoft.com/office/drawing/2014/main" id="{5818A29B-496A-4FDA-BBCC-B6019962A3E2}"/>
                  </a:ext>
                </a:extLst>
              </p:cNvPr>
              <p:cNvSpPr/>
              <p:nvPr/>
            </p:nvSpPr>
            <p:spPr>
              <a:xfrm>
                <a:off x="1053670" y="167198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1" name="流程图: 接点 2160">
                <a:extLst>
                  <a:ext uri="{FF2B5EF4-FFF2-40B4-BE49-F238E27FC236}">
                    <a16:creationId xmlns:a16="http://schemas.microsoft.com/office/drawing/2014/main" id="{6356E8D6-8CAB-4D78-9AFD-19801A1F2DBF}"/>
                  </a:ext>
                </a:extLst>
              </p:cNvPr>
              <p:cNvSpPr/>
              <p:nvPr/>
            </p:nvSpPr>
            <p:spPr>
              <a:xfrm>
                <a:off x="1017670" y="170798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2" name="流程图: 接点 2161">
                <a:extLst>
                  <a:ext uri="{FF2B5EF4-FFF2-40B4-BE49-F238E27FC236}">
                    <a16:creationId xmlns:a16="http://schemas.microsoft.com/office/drawing/2014/main" id="{E18AD8C4-118F-4100-9612-BFE85AC240DF}"/>
                  </a:ext>
                </a:extLst>
              </p:cNvPr>
              <p:cNvSpPr/>
              <p:nvPr/>
            </p:nvSpPr>
            <p:spPr>
              <a:xfrm>
                <a:off x="933312" y="170538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3" name="流程图: 接点 2162">
                <a:extLst>
                  <a:ext uri="{FF2B5EF4-FFF2-40B4-BE49-F238E27FC236}">
                    <a16:creationId xmlns:a16="http://schemas.microsoft.com/office/drawing/2014/main" id="{82AF38E1-B3D4-43D4-9E2B-8EE96B68CC1C}"/>
                  </a:ext>
                </a:extLst>
              </p:cNvPr>
              <p:cNvSpPr/>
              <p:nvPr/>
            </p:nvSpPr>
            <p:spPr>
              <a:xfrm>
                <a:off x="915312" y="167401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4" name="流程图: 接点 2163">
                <a:extLst>
                  <a:ext uri="{FF2B5EF4-FFF2-40B4-BE49-F238E27FC236}">
                    <a16:creationId xmlns:a16="http://schemas.microsoft.com/office/drawing/2014/main" id="{D7A760C9-CE6C-4F16-9BBA-162ADFDF7829}"/>
                  </a:ext>
                </a:extLst>
              </p:cNvPr>
              <p:cNvSpPr/>
              <p:nvPr/>
            </p:nvSpPr>
            <p:spPr>
              <a:xfrm>
                <a:off x="1071670" y="165833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5" name="流程图: 接点 2164">
                <a:extLst>
                  <a:ext uri="{FF2B5EF4-FFF2-40B4-BE49-F238E27FC236}">
                    <a16:creationId xmlns:a16="http://schemas.microsoft.com/office/drawing/2014/main" id="{173541DC-4B18-48AE-9E4A-C7BF3EA17607}"/>
                  </a:ext>
                </a:extLst>
              </p:cNvPr>
              <p:cNvSpPr/>
              <p:nvPr/>
            </p:nvSpPr>
            <p:spPr>
              <a:xfrm>
                <a:off x="1035670" y="169433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6" name="流程图: 接点 2165">
                <a:extLst>
                  <a:ext uri="{FF2B5EF4-FFF2-40B4-BE49-F238E27FC236}">
                    <a16:creationId xmlns:a16="http://schemas.microsoft.com/office/drawing/2014/main" id="{1CA84343-2C81-4FC1-AA85-E79A507C40EF}"/>
                  </a:ext>
                </a:extLst>
              </p:cNvPr>
              <p:cNvSpPr/>
              <p:nvPr/>
            </p:nvSpPr>
            <p:spPr>
              <a:xfrm>
                <a:off x="1017670" y="166296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7" name="流程图: 接点 2166">
                <a:extLst>
                  <a:ext uri="{FF2B5EF4-FFF2-40B4-BE49-F238E27FC236}">
                    <a16:creationId xmlns:a16="http://schemas.microsoft.com/office/drawing/2014/main" id="{E7668A62-F8D7-4218-8735-E13E0552F258}"/>
                  </a:ext>
                </a:extLst>
              </p:cNvPr>
              <p:cNvSpPr/>
              <p:nvPr/>
            </p:nvSpPr>
            <p:spPr>
              <a:xfrm>
                <a:off x="940915" y="176478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8" name="流程图: 接点 2167">
                <a:extLst>
                  <a:ext uri="{FF2B5EF4-FFF2-40B4-BE49-F238E27FC236}">
                    <a16:creationId xmlns:a16="http://schemas.microsoft.com/office/drawing/2014/main" id="{9B109CD8-2055-4431-ACD5-A92E1B584B38}"/>
                  </a:ext>
                </a:extLst>
              </p:cNvPr>
              <p:cNvSpPr/>
              <p:nvPr/>
            </p:nvSpPr>
            <p:spPr>
              <a:xfrm>
                <a:off x="904915" y="180078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9" name="流程图: 接点 2168">
                <a:extLst>
                  <a:ext uri="{FF2B5EF4-FFF2-40B4-BE49-F238E27FC236}">
                    <a16:creationId xmlns:a16="http://schemas.microsoft.com/office/drawing/2014/main" id="{67E2E036-9E77-4CF5-9A27-2DD705F70159}"/>
                  </a:ext>
                </a:extLst>
              </p:cNvPr>
              <p:cNvSpPr/>
              <p:nvPr/>
            </p:nvSpPr>
            <p:spPr>
              <a:xfrm>
                <a:off x="871387" y="172878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0" name="流程图: 接点 2169">
                <a:extLst>
                  <a:ext uri="{FF2B5EF4-FFF2-40B4-BE49-F238E27FC236}">
                    <a16:creationId xmlns:a16="http://schemas.microsoft.com/office/drawing/2014/main" id="{37237102-9093-41C0-B205-0A3DC0210552}"/>
                  </a:ext>
                </a:extLst>
              </p:cNvPr>
              <p:cNvSpPr/>
              <p:nvPr/>
            </p:nvSpPr>
            <p:spPr>
              <a:xfrm>
                <a:off x="1009745" y="171541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1" name="流程图: 接点 2170">
                <a:extLst>
                  <a:ext uri="{FF2B5EF4-FFF2-40B4-BE49-F238E27FC236}">
                    <a16:creationId xmlns:a16="http://schemas.microsoft.com/office/drawing/2014/main" id="{6CCF1F98-6B8A-4313-A82B-9EF8B4C848EB}"/>
                  </a:ext>
                </a:extLst>
              </p:cNvPr>
              <p:cNvSpPr/>
              <p:nvPr/>
            </p:nvSpPr>
            <p:spPr>
              <a:xfrm>
                <a:off x="922915" y="173341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2" name="流程图: 接点 2171">
                <a:extLst>
                  <a:ext uri="{FF2B5EF4-FFF2-40B4-BE49-F238E27FC236}">
                    <a16:creationId xmlns:a16="http://schemas.microsoft.com/office/drawing/2014/main" id="{DDB58EB0-84F3-4F8E-82BD-47322BAA7357}"/>
                  </a:ext>
                </a:extLst>
              </p:cNvPr>
              <p:cNvSpPr/>
              <p:nvPr/>
            </p:nvSpPr>
            <p:spPr>
              <a:xfrm>
                <a:off x="886915" y="176941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3" name="流程图: 接点 2172">
                <a:extLst>
                  <a:ext uri="{FF2B5EF4-FFF2-40B4-BE49-F238E27FC236}">
                    <a16:creationId xmlns:a16="http://schemas.microsoft.com/office/drawing/2014/main" id="{03BEEEF7-9808-49EC-B925-0C44BB1C2744}"/>
                  </a:ext>
                </a:extLst>
              </p:cNvPr>
              <p:cNvSpPr/>
              <p:nvPr/>
            </p:nvSpPr>
            <p:spPr>
              <a:xfrm>
                <a:off x="862736" y="170615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4" name="流程图: 接点 2173">
                <a:extLst>
                  <a:ext uri="{FF2B5EF4-FFF2-40B4-BE49-F238E27FC236}">
                    <a16:creationId xmlns:a16="http://schemas.microsoft.com/office/drawing/2014/main" id="{9A721982-865A-4876-8AA6-E463EC35DE95}"/>
                  </a:ext>
                </a:extLst>
              </p:cNvPr>
              <p:cNvSpPr/>
              <p:nvPr/>
            </p:nvSpPr>
            <p:spPr>
              <a:xfrm>
                <a:off x="940915" y="17197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5" name="流程图: 接点 2174">
                <a:extLst>
                  <a:ext uri="{FF2B5EF4-FFF2-40B4-BE49-F238E27FC236}">
                    <a16:creationId xmlns:a16="http://schemas.microsoft.com/office/drawing/2014/main" id="{92072B64-8F41-49B7-83CB-E111E77537A5}"/>
                  </a:ext>
                </a:extLst>
              </p:cNvPr>
              <p:cNvSpPr/>
              <p:nvPr/>
            </p:nvSpPr>
            <p:spPr>
              <a:xfrm>
                <a:off x="904915" y="17557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6" name="流程图: 接点 2175">
                <a:extLst>
                  <a:ext uri="{FF2B5EF4-FFF2-40B4-BE49-F238E27FC236}">
                    <a16:creationId xmlns:a16="http://schemas.microsoft.com/office/drawing/2014/main" id="{F827AB0A-6820-457C-9428-5719ADAAB7E9}"/>
                  </a:ext>
                </a:extLst>
              </p:cNvPr>
              <p:cNvSpPr/>
              <p:nvPr/>
            </p:nvSpPr>
            <p:spPr>
              <a:xfrm>
                <a:off x="886915" y="172440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7" name="流程图: 接点 2176">
                <a:extLst>
                  <a:ext uri="{FF2B5EF4-FFF2-40B4-BE49-F238E27FC236}">
                    <a16:creationId xmlns:a16="http://schemas.microsoft.com/office/drawing/2014/main" id="{7EF0EC14-9BDF-4113-BF51-4193FAB8E17C}"/>
                  </a:ext>
                </a:extLst>
              </p:cNvPr>
              <p:cNvSpPr/>
              <p:nvPr/>
            </p:nvSpPr>
            <p:spPr>
              <a:xfrm>
                <a:off x="884604" y="206899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8" name="流程图: 接点 2177">
                <a:extLst>
                  <a:ext uri="{FF2B5EF4-FFF2-40B4-BE49-F238E27FC236}">
                    <a16:creationId xmlns:a16="http://schemas.microsoft.com/office/drawing/2014/main" id="{F365E2C1-5796-42D4-9795-C891ECE5452F}"/>
                  </a:ext>
                </a:extLst>
              </p:cNvPr>
              <p:cNvSpPr/>
              <p:nvPr/>
            </p:nvSpPr>
            <p:spPr>
              <a:xfrm>
                <a:off x="953434" y="201962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9" name="流程图: 接点 2178">
                <a:extLst>
                  <a:ext uri="{FF2B5EF4-FFF2-40B4-BE49-F238E27FC236}">
                    <a16:creationId xmlns:a16="http://schemas.microsoft.com/office/drawing/2014/main" id="{29BE1DA3-35EB-448B-8AF1-472D3A6DE39B}"/>
                  </a:ext>
                </a:extLst>
              </p:cNvPr>
              <p:cNvSpPr/>
              <p:nvPr/>
            </p:nvSpPr>
            <p:spPr>
              <a:xfrm>
                <a:off x="866604" y="203762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0" name="流程图: 接点 2179">
                <a:extLst>
                  <a:ext uri="{FF2B5EF4-FFF2-40B4-BE49-F238E27FC236}">
                    <a16:creationId xmlns:a16="http://schemas.microsoft.com/office/drawing/2014/main" id="{EB63ECC8-BBAE-4AD4-B820-98056AFE79FB}"/>
                  </a:ext>
                </a:extLst>
              </p:cNvPr>
              <p:cNvSpPr/>
              <p:nvPr/>
            </p:nvSpPr>
            <p:spPr>
              <a:xfrm>
                <a:off x="884604" y="202397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1" name="流程图: 接点 2180">
                <a:extLst>
                  <a:ext uri="{FF2B5EF4-FFF2-40B4-BE49-F238E27FC236}">
                    <a16:creationId xmlns:a16="http://schemas.microsoft.com/office/drawing/2014/main" id="{3AAD484B-37FC-4CFE-8A11-4A6DF3931B09}"/>
                  </a:ext>
                </a:extLst>
              </p:cNvPr>
              <p:cNvSpPr/>
              <p:nvPr/>
            </p:nvSpPr>
            <p:spPr>
              <a:xfrm>
                <a:off x="866604" y="199260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2" name="流程图: 接点 2181">
                <a:extLst>
                  <a:ext uri="{FF2B5EF4-FFF2-40B4-BE49-F238E27FC236}">
                    <a16:creationId xmlns:a16="http://schemas.microsoft.com/office/drawing/2014/main" id="{FD392DD1-E6F2-470C-840C-66A117C97E0A}"/>
                  </a:ext>
                </a:extLst>
              </p:cNvPr>
              <p:cNvSpPr/>
              <p:nvPr/>
            </p:nvSpPr>
            <p:spPr>
              <a:xfrm>
                <a:off x="859000" y="217415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3" name="流程图: 接点 2182">
                <a:extLst>
                  <a:ext uri="{FF2B5EF4-FFF2-40B4-BE49-F238E27FC236}">
                    <a16:creationId xmlns:a16="http://schemas.microsoft.com/office/drawing/2014/main" id="{7534A719-5AE3-410A-9C5C-8FA5B3688C02}"/>
                  </a:ext>
                </a:extLst>
              </p:cNvPr>
              <p:cNvSpPr/>
              <p:nvPr/>
            </p:nvSpPr>
            <p:spPr>
              <a:xfrm>
                <a:off x="927830" y="212478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4" name="流程图: 接点 2183">
                <a:extLst>
                  <a:ext uri="{FF2B5EF4-FFF2-40B4-BE49-F238E27FC236}">
                    <a16:creationId xmlns:a16="http://schemas.microsoft.com/office/drawing/2014/main" id="{04BFC0B0-03B6-4F6A-8313-0EFB2321D6C4}"/>
                  </a:ext>
                </a:extLst>
              </p:cNvPr>
              <p:cNvSpPr/>
              <p:nvPr/>
            </p:nvSpPr>
            <p:spPr>
              <a:xfrm>
                <a:off x="859000" y="212913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5" name="流程图: 接点 2184">
                <a:extLst>
                  <a:ext uri="{FF2B5EF4-FFF2-40B4-BE49-F238E27FC236}">
                    <a16:creationId xmlns:a16="http://schemas.microsoft.com/office/drawing/2014/main" id="{E442CAE2-B2E6-4C91-A89C-48D40962627B}"/>
                  </a:ext>
                </a:extLst>
              </p:cNvPr>
              <p:cNvSpPr/>
              <p:nvPr/>
            </p:nvSpPr>
            <p:spPr>
              <a:xfrm>
                <a:off x="867652" y="196408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6" name="流程图: 接点 2185">
                <a:extLst>
                  <a:ext uri="{FF2B5EF4-FFF2-40B4-BE49-F238E27FC236}">
                    <a16:creationId xmlns:a16="http://schemas.microsoft.com/office/drawing/2014/main" id="{B42A8617-52EB-49BD-8378-51DDFE988B37}"/>
                  </a:ext>
                </a:extLst>
              </p:cNvPr>
              <p:cNvSpPr/>
              <p:nvPr/>
            </p:nvSpPr>
            <p:spPr>
              <a:xfrm>
                <a:off x="1006010" y="19170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7" name="流程图: 接点 2186">
                <a:extLst>
                  <a:ext uri="{FF2B5EF4-FFF2-40B4-BE49-F238E27FC236}">
                    <a16:creationId xmlns:a16="http://schemas.microsoft.com/office/drawing/2014/main" id="{2788A254-EEAC-4804-9DFC-A159CF7981B0}"/>
                  </a:ext>
                </a:extLst>
              </p:cNvPr>
              <p:cNvSpPr/>
              <p:nvPr/>
            </p:nvSpPr>
            <p:spPr>
              <a:xfrm>
                <a:off x="970010" y="19530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8" name="流程图: 接点 2187">
                <a:extLst>
                  <a:ext uri="{FF2B5EF4-FFF2-40B4-BE49-F238E27FC236}">
                    <a16:creationId xmlns:a16="http://schemas.microsoft.com/office/drawing/2014/main" id="{8A1D538A-C039-48A3-8AE3-43F8833A17F0}"/>
                  </a:ext>
                </a:extLst>
              </p:cNvPr>
              <p:cNvSpPr/>
              <p:nvPr/>
            </p:nvSpPr>
            <p:spPr>
              <a:xfrm>
                <a:off x="936482" y="18810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9" name="流程图: 接点 2188">
                <a:extLst>
                  <a:ext uri="{FF2B5EF4-FFF2-40B4-BE49-F238E27FC236}">
                    <a16:creationId xmlns:a16="http://schemas.microsoft.com/office/drawing/2014/main" id="{59656C70-34C2-43E0-ACAE-026D5B83C908}"/>
                  </a:ext>
                </a:extLst>
              </p:cNvPr>
              <p:cNvSpPr/>
              <p:nvPr/>
            </p:nvSpPr>
            <p:spPr>
              <a:xfrm>
                <a:off x="1074840" y="18676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0" name="流程图: 接点 2189">
                <a:extLst>
                  <a:ext uri="{FF2B5EF4-FFF2-40B4-BE49-F238E27FC236}">
                    <a16:creationId xmlns:a16="http://schemas.microsoft.com/office/drawing/2014/main" id="{33E4F706-E2A1-4B28-AEA8-C30E652496C8}"/>
                  </a:ext>
                </a:extLst>
              </p:cNvPr>
              <p:cNvSpPr/>
              <p:nvPr/>
            </p:nvSpPr>
            <p:spPr>
              <a:xfrm>
                <a:off x="988010" y="18856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1" name="流程图: 接点 2190">
                <a:extLst>
                  <a:ext uri="{FF2B5EF4-FFF2-40B4-BE49-F238E27FC236}">
                    <a16:creationId xmlns:a16="http://schemas.microsoft.com/office/drawing/2014/main" id="{1971E1CC-E5BB-4227-908C-7A7A35CE853A}"/>
                  </a:ext>
                </a:extLst>
              </p:cNvPr>
              <p:cNvSpPr/>
              <p:nvPr/>
            </p:nvSpPr>
            <p:spPr>
              <a:xfrm>
                <a:off x="952010" y="19216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2" name="流程图: 接点 2191">
                <a:extLst>
                  <a:ext uri="{FF2B5EF4-FFF2-40B4-BE49-F238E27FC236}">
                    <a16:creationId xmlns:a16="http://schemas.microsoft.com/office/drawing/2014/main" id="{80176682-9D92-48F3-9CD2-29EA72FA4ADD}"/>
                  </a:ext>
                </a:extLst>
              </p:cNvPr>
              <p:cNvSpPr/>
              <p:nvPr/>
            </p:nvSpPr>
            <p:spPr>
              <a:xfrm>
                <a:off x="867652" y="191906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3" name="流程图: 接点 2192">
                <a:extLst>
                  <a:ext uri="{FF2B5EF4-FFF2-40B4-BE49-F238E27FC236}">
                    <a16:creationId xmlns:a16="http://schemas.microsoft.com/office/drawing/2014/main" id="{9BBF1CDE-F8CD-47DD-A19B-13AB12700E03}"/>
                  </a:ext>
                </a:extLst>
              </p:cNvPr>
              <p:cNvSpPr/>
              <p:nvPr/>
            </p:nvSpPr>
            <p:spPr>
              <a:xfrm>
                <a:off x="1006010" y="187201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4" name="流程图: 接点 2193">
                <a:extLst>
                  <a:ext uri="{FF2B5EF4-FFF2-40B4-BE49-F238E27FC236}">
                    <a16:creationId xmlns:a16="http://schemas.microsoft.com/office/drawing/2014/main" id="{F8238B02-B27E-4D9C-95C7-42B59F274034}"/>
                  </a:ext>
                </a:extLst>
              </p:cNvPr>
              <p:cNvSpPr/>
              <p:nvPr/>
            </p:nvSpPr>
            <p:spPr>
              <a:xfrm>
                <a:off x="970010" y="190801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5" name="流程图: 接点 2194">
                <a:extLst>
                  <a:ext uri="{FF2B5EF4-FFF2-40B4-BE49-F238E27FC236}">
                    <a16:creationId xmlns:a16="http://schemas.microsoft.com/office/drawing/2014/main" id="{3E8D20D1-50F1-4396-ACC9-5AB3CA1BBEB0}"/>
                  </a:ext>
                </a:extLst>
              </p:cNvPr>
              <p:cNvSpPr/>
              <p:nvPr/>
            </p:nvSpPr>
            <p:spPr>
              <a:xfrm>
                <a:off x="952010" y="187664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6" name="流程图: 接点 2195">
                <a:extLst>
                  <a:ext uri="{FF2B5EF4-FFF2-40B4-BE49-F238E27FC236}">
                    <a16:creationId xmlns:a16="http://schemas.microsoft.com/office/drawing/2014/main" id="{D6D30C16-594E-4E7A-A35A-874CE8F43C7C}"/>
                  </a:ext>
                </a:extLst>
              </p:cNvPr>
              <p:cNvSpPr/>
              <p:nvPr/>
            </p:nvSpPr>
            <p:spPr>
              <a:xfrm>
                <a:off x="875255" y="197847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7" name="流程图: 接点 2196">
                <a:extLst>
                  <a:ext uri="{FF2B5EF4-FFF2-40B4-BE49-F238E27FC236}">
                    <a16:creationId xmlns:a16="http://schemas.microsoft.com/office/drawing/2014/main" id="{A4240AE6-A7B1-41BB-84F5-A631418B010F}"/>
                  </a:ext>
                </a:extLst>
              </p:cNvPr>
              <p:cNvSpPr/>
              <p:nvPr/>
            </p:nvSpPr>
            <p:spPr>
              <a:xfrm>
                <a:off x="944085" y="192910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8" name="流程图: 接点 2197">
                <a:extLst>
                  <a:ext uri="{FF2B5EF4-FFF2-40B4-BE49-F238E27FC236}">
                    <a16:creationId xmlns:a16="http://schemas.microsoft.com/office/drawing/2014/main" id="{8A649E9D-D9AE-490D-BFF6-580A04229F6C}"/>
                  </a:ext>
                </a:extLst>
              </p:cNvPr>
              <p:cNvSpPr/>
              <p:nvPr/>
            </p:nvSpPr>
            <p:spPr>
              <a:xfrm>
                <a:off x="857255" y="194710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9" name="流程图: 接点 2198">
                <a:extLst>
                  <a:ext uri="{FF2B5EF4-FFF2-40B4-BE49-F238E27FC236}">
                    <a16:creationId xmlns:a16="http://schemas.microsoft.com/office/drawing/2014/main" id="{C1A3949E-730B-4470-9897-6F74956BFE08}"/>
                  </a:ext>
                </a:extLst>
              </p:cNvPr>
              <p:cNvSpPr/>
              <p:nvPr/>
            </p:nvSpPr>
            <p:spPr>
              <a:xfrm>
                <a:off x="875255" y="193345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0" name="流程图: 接点 2199">
                <a:extLst>
                  <a:ext uri="{FF2B5EF4-FFF2-40B4-BE49-F238E27FC236}">
                    <a16:creationId xmlns:a16="http://schemas.microsoft.com/office/drawing/2014/main" id="{6E966352-E26D-4CC9-908C-EA092143290B}"/>
                  </a:ext>
                </a:extLst>
              </p:cNvPr>
              <p:cNvSpPr/>
              <p:nvPr/>
            </p:nvSpPr>
            <p:spPr>
              <a:xfrm>
                <a:off x="1118335" y="149879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1" name="流程图: 接点 2200">
                <a:extLst>
                  <a:ext uri="{FF2B5EF4-FFF2-40B4-BE49-F238E27FC236}">
                    <a16:creationId xmlns:a16="http://schemas.microsoft.com/office/drawing/2014/main" id="{5F09097D-2C3B-43B4-855B-B9FBE2E4C265}"/>
                  </a:ext>
                </a:extLst>
              </p:cNvPr>
              <p:cNvSpPr/>
              <p:nvPr/>
            </p:nvSpPr>
            <p:spPr>
              <a:xfrm>
                <a:off x="1082335" y="153479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2" name="流程图: 接点 2201">
                <a:extLst>
                  <a:ext uri="{FF2B5EF4-FFF2-40B4-BE49-F238E27FC236}">
                    <a16:creationId xmlns:a16="http://schemas.microsoft.com/office/drawing/2014/main" id="{2600ABC1-3AF6-409C-BC21-D36CE3F4CE89}"/>
                  </a:ext>
                </a:extLst>
              </p:cNvPr>
              <p:cNvSpPr/>
              <p:nvPr/>
            </p:nvSpPr>
            <p:spPr>
              <a:xfrm>
                <a:off x="1187165" y="144942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3" name="流程图: 接点 2202">
                <a:extLst>
                  <a:ext uri="{FF2B5EF4-FFF2-40B4-BE49-F238E27FC236}">
                    <a16:creationId xmlns:a16="http://schemas.microsoft.com/office/drawing/2014/main" id="{B33D9988-899D-495E-AB9C-750914C4556E}"/>
                  </a:ext>
                </a:extLst>
              </p:cNvPr>
              <p:cNvSpPr/>
              <p:nvPr/>
            </p:nvSpPr>
            <p:spPr>
              <a:xfrm>
                <a:off x="1100335" y="146742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4" name="流程图: 接点 2203">
                <a:extLst>
                  <a:ext uri="{FF2B5EF4-FFF2-40B4-BE49-F238E27FC236}">
                    <a16:creationId xmlns:a16="http://schemas.microsoft.com/office/drawing/2014/main" id="{2023C16F-0B6E-4696-B0E5-C8D8793F9BFB}"/>
                  </a:ext>
                </a:extLst>
              </p:cNvPr>
              <p:cNvSpPr/>
              <p:nvPr/>
            </p:nvSpPr>
            <p:spPr>
              <a:xfrm>
                <a:off x="1064335" y="150342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5" name="流程图: 接点 2204">
                <a:extLst>
                  <a:ext uri="{FF2B5EF4-FFF2-40B4-BE49-F238E27FC236}">
                    <a16:creationId xmlns:a16="http://schemas.microsoft.com/office/drawing/2014/main" id="{0318395B-4F1E-42BE-8D76-74DA7078460E}"/>
                  </a:ext>
                </a:extLst>
              </p:cNvPr>
              <p:cNvSpPr/>
              <p:nvPr/>
            </p:nvSpPr>
            <p:spPr>
              <a:xfrm>
                <a:off x="1118335" y="145377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6" name="流程图: 接点 2205">
                <a:extLst>
                  <a:ext uri="{FF2B5EF4-FFF2-40B4-BE49-F238E27FC236}">
                    <a16:creationId xmlns:a16="http://schemas.microsoft.com/office/drawing/2014/main" id="{EB63AF42-EA13-4B0E-9076-2B87319DC96A}"/>
                  </a:ext>
                </a:extLst>
              </p:cNvPr>
              <p:cNvSpPr/>
              <p:nvPr/>
            </p:nvSpPr>
            <p:spPr>
              <a:xfrm>
                <a:off x="1082335" y="148977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7" name="流程图: 接点 2206">
                <a:extLst>
                  <a:ext uri="{FF2B5EF4-FFF2-40B4-BE49-F238E27FC236}">
                    <a16:creationId xmlns:a16="http://schemas.microsoft.com/office/drawing/2014/main" id="{68932338-6F4D-4124-98F1-AEEA0A863BC1}"/>
                  </a:ext>
                </a:extLst>
              </p:cNvPr>
              <p:cNvSpPr/>
              <p:nvPr/>
            </p:nvSpPr>
            <p:spPr>
              <a:xfrm>
                <a:off x="1064335" y="145840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8" name="流程图: 接点 2207">
                <a:extLst>
                  <a:ext uri="{FF2B5EF4-FFF2-40B4-BE49-F238E27FC236}">
                    <a16:creationId xmlns:a16="http://schemas.microsoft.com/office/drawing/2014/main" id="{8D785A54-E46B-4AA6-BE4D-7147CC0EDE48}"/>
                  </a:ext>
                </a:extLst>
              </p:cNvPr>
              <p:cNvSpPr/>
              <p:nvPr/>
            </p:nvSpPr>
            <p:spPr>
              <a:xfrm>
                <a:off x="990053" y="143672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9" name="流程图: 接点 2208">
                <a:extLst>
                  <a:ext uri="{FF2B5EF4-FFF2-40B4-BE49-F238E27FC236}">
                    <a16:creationId xmlns:a16="http://schemas.microsoft.com/office/drawing/2014/main" id="{A1956A34-ED93-473F-940D-C5B7C89CB8DD}"/>
                  </a:ext>
                </a:extLst>
              </p:cNvPr>
              <p:cNvSpPr/>
              <p:nvPr/>
            </p:nvSpPr>
            <p:spPr>
              <a:xfrm>
                <a:off x="954053" y="147272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0" name="流程图: 接点 2209">
                <a:extLst>
                  <a:ext uri="{FF2B5EF4-FFF2-40B4-BE49-F238E27FC236}">
                    <a16:creationId xmlns:a16="http://schemas.microsoft.com/office/drawing/2014/main" id="{D3362F3B-D768-47E5-BDBA-B247C47A85D6}"/>
                  </a:ext>
                </a:extLst>
              </p:cNvPr>
              <p:cNvSpPr/>
              <p:nvPr/>
            </p:nvSpPr>
            <p:spPr>
              <a:xfrm>
                <a:off x="936053" y="144135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1" name="流程图: 接点 2210">
                <a:extLst>
                  <a:ext uri="{FF2B5EF4-FFF2-40B4-BE49-F238E27FC236}">
                    <a16:creationId xmlns:a16="http://schemas.microsoft.com/office/drawing/2014/main" id="{538B5CC6-7310-45F2-A9F7-E03E23967930}"/>
                  </a:ext>
                </a:extLst>
              </p:cNvPr>
              <p:cNvSpPr/>
              <p:nvPr/>
            </p:nvSpPr>
            <p:spPr>
              <a:xfrm>
                <a:off x="964449" y="154188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2" name="流程图: 接点 2211">
                <a:extLst>
                  <a:ext uri="{FF2B5EF4-FFF2-40B4-BE49-F238E27FC236}">
                    <a16:creationId xmlns:a16="http://schemas.microsoft.com/office/drawing/2014/main" id="{FDD52BE4-2085-4D55-A642-121485DE7998}"/>
                  </a:ext>
                </a:extLst>
              </p:cNvPr>
              <p:cNvSpPr/>
              <p:nvPr/>
            </p:nvSpPr>
            <p:spPr>
              <a:xfrm>
                <a:off x="928449" y="157788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3" name="流程图: 接点 2212">
                <a:extLst>
                  <a:ext uri="{FF2B5EF4-FFF2-40B4-BE49-F238E27FC236}">
                    <a16:creationId xmlns:a16="http://schemas.microsoft.com/office/drawing/2014/main" id="{369D54D5-61E1-4AF6-85EF-14F5FF9AB93F}"/>
                  </a:ext>
                </a:extLst>
              </p:cNvPr>
              <p:cNvSpPr/>
              <p:nvPr/>
            </p:nvSpPr>
            <p:spPr>
              <a:xfrm>
                <a:off x="1033279" y="149251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4" name="流程图: 接点 2213">
                <a:extLst>
                  <a:ext uri="{FF2B5EF4-FFF2-40B4-BE49-F238E27FC236}">
                    <a16:creationId xmlns:a16="http://schemas.microsoft.com/office/drawing/2014/main" id="{B80E239D-57FB-4962-9FAE-C06BD79CB597}"/>
                  </a:ext>
                </a:extLst>
              </p:cNvPr>
              <p:cNvSpPr/>
              <p:nvPr/>
            </p:nvSpPr>
            <p:spPr>
              <a:xfrm>
                <a:off x="946449" y="151051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5" name="流程图: 接点 2214">
                <a:extLst>
                  <a:ext uri="{FF2B5EF4-FFF2-40B4-BE49-F238E27FC236}">
                    <a16:creationId xmlns:a16="http://schemas.microsoft.com/office/drawing/2014/main" id="{8FE75540-741F-4ABB-94C9-5CED10D58AB8}"/>
                  </a:ext>
                </a:extLst>
              </p:cNvPr>
              <p:cNvSpPr/>
              <p:nvPr/>
            </p:nvSpPr>
            <p:spPr>
              <a:xfrm>
                <a:off x="910449" y="154651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6" name="流程图: 接点 2215">
                <a:extLst>
                  <a:ext uri="{FF2B5EF4-FFF2-40B4-BE49-F238E27FC236}">
                    <a16:creationId xmlns:a16="http://schemas.microsoft.com/office/drawing/2014/main" id="{91C81F69-BBB8-42E9-8F16-AF7D25D5A236}"/>
                  </a:ext>
                </a:extLst>
              </p:cNvPr>
              <p:cNvSpPr/>
              <p:nvPr/>
            </p:nvSpPr>
            <p:spPr>
              <a:xfrm>
                <a:off x="964449" y="14968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7" name="流程图: 接点 2216">
                <a:extLst>
                  <a:ext uri="{FF2B5EF4-FFF2-40B4-BE49-F238E27FC236}">
                    <a16:creationId xmlns:a16="http://schemas.microsoft.com/office/drawing/2014/main" id="{BDF36897-538B-44D4-95FF-795709ABA081}"/>
                  </a:ext>
                </a:extLst>
              </p:cNvPr>
              <p:cNvSpPr/>
              <p:nvPr/>
            </p:nvSpPr>
            <p:spPr>
              <a:xfrm>
                <a:off x="928449" y="15328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8" name="流程图: 接点 2217">
                <a:extLst>
                  <a:ext uri="{FF2B5EF4-FFF2-40B4-BE49-F238E27FC236}">
                    <a16:creationId xmlns:a16="http://schemas.microsoft.com/office/drawing/2014/main" id="{42B3A0C0-81E2-4E79-9F47-CEAA7E1A5A1F}"/>
                  </a:ext>
                </a:extLst>
              </p:cNvPr>
              <p:cNvSpPr/>
              <p:nvPr/>
            </p:nvSpPr>
            <p:spPr>
              <a:xfrm>
                <a:off x="946449" y="14654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9" name="流程图: 接点 2218">
                <a:extLst>
                  <a:ext uri="{FF2B5EF4-FFF2-40B4-BE49-F238E27FC236}">
                    <a16:creationId xmlns:a16="http://schemas.microsoft.com/office/drawing/2014/main" id="{91971A5F-4188-46A4-8707-F834C4E58956}"/>
                  </a:ext>
                </a:extLst>
              </p:cNvPr>
              <p:cNvSpPr/>
              <p:nvPr/>
            </p:nvSpPr>
            <p:spPr>
              <a:xfrm>
                <a:off x="910449" y="15014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0" name="流程图: 接点 2219">
                <a:extLst>
                  <a:ext uri="{FF2B5EF4-FFF2-40B4-BE49-F238E27FC236}">
                    <a16:creationId xmlns:a16="http://schemas.microsoft.com/office/drawing/2014/main" id="{A5689C36-01E9-446A-8B5D-C487A2C38FA9}"/>
                  </a:ext>
                </a:extLst>
              </p:cNvPr>
              <p:cNvSpPr/>
              <p:nvPr/>
            </p:nvSpPr>
            <p:spPr>
              <a:xfrm>
                <a:off x="1226872" y="14749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1" name="流程图: 接点 2220">
                <a:extLst>
                  <a:ext uri="{FF2B5EF4-FFF2-40B4-BE49-F238E27FC236}">
                    <a16:creationId xmlns:a16="http://schemas.microsoft.com/office/drawing/2014/main" id="{E66C9AA9-F485-4314-8240-94A2503D160B}"/>
                  </a:ext>
                </a:extLst>
              </p:cNvPr>
              <p:cNvSpPr/>
              <p:nvPr/>
            </p:nvSpPr>
            <p:spPr>
              <a:xfrm>
                <a:off x="1190872" y="15109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2" name="流程图: 接点 2221">
                <a:extLst>
                  <a:ext uri="{FF2B5EF4-FFF2-40B4-BE49-F238E27FC236}">
                    <a16:creationId xmlns:a16="http://schemas.microsoft.com/office/drawing/2014/main" id="{DE1D1CEF-245F-453C-8991-5C559047617F}"/>
                  </a:ext>
                </a:extLst>
              </p:cNvPr>
              <p:cNvSpPr/>
              <p:nvPr/>
            </p:nvSpPr>
            <p:spPr>
              <a:xfrm>
                <a:off x="1157344" y="14389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3" name="流程图: 接点 2222">
                <a:extLst>
                  <a:ext uri="{FF2B5EF4-FFF2-40B4-BE49-F238E27FC236}">
                    <a16:creationId xmlns:a16="http://schemas.microsoft.com/office/drawing/2014/main" id="{0051CADE-6027-44FD-B18A-42D010B2860B}"/>
                  </a:ext>
                </a:extLst>
              </p:cNvPr>
              <p:cNvSpPr/>
              <p:nvPr/>
            </p:nvSpPr>
            <p:spPr>
              <a:xfrm>
                <a:off x="1208872" y="144358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4" name="流程图: 接点 2223">
                <a:extLst>
                  <a:ext uri="{FF2B5EF4-FFF2-40B4-BE49-F238E27FC236}">
                    <a16:creationId xmlns:a16="http://schemas.microsoft.com/office/drawing/2014/main" id="{A4F1B647-EC03-4B11-8A73-EE9B963DF908}"/>
                  </a:ext>
                </a:extLst>
              </p:cNvPr>
              <p:cNvSpPr/>
              <p:nvPr/>
            </p:nvSpPr>
            <p:spPr>
              <a:xfrm>
                <a:off x="1172872" y="147958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5" name="流程图: 接点 2224">
                <a:extLst>
                  <a:ext uri="{FF2B5EF4-FFF2-40B4-BE49-F238E27FC236}">
                    <a16:creationId xmlns:a16="http://schemas.microsoft.com/office/drawing/2014/main" id="{45D0FCC2-B4E6-4F5A-9AD3-F5DB16812C4A}"/>
                  </a:ext>
                </a:extLst>
              </p:cNvPr>
              <p:cNvSpPr/>
              <p:nvPr/>
            </p:nvSpPr>
            <p:spPr>
              <a:xfrm>
                <a:off x="1190872" y="146593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6" name="流程图: 接点 2225">
                <a:extLst>
                  <a:ext uri="{FF2B5EF4-FFF2-40B4-BE49-F238E27FC236}">
                    <a16:creationId xmlns:a16="http://schemas.microsoft.com/office/drawing/2014/main" id="{240FD5B7-9EED-457E-86BB-700A622D01F9}"/>
                  </a:ext>
                </a:extLst>
              </p:cNvPr>
              <p:cNvSpPr/>
              <p:nvPr/>
            </p:nvSpPr>
            <p:spPr>
              <a:xfrm>
                <a:off x="1201268" y="15801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7" name="流程图: 接点 2226">
                <a:extLst>
                  <a:ext uri="{FF2B5EF4-FFF2-40B4-BE49-F238E27FC236}">
                    <a16:creationId xmlns:a16="http://schemas.microsoft.com/office/drawing/2014/main" id="{6481516E-B0BB-4948-B1E5-5757A34387C2}"/>
                  </a:ext>
                </a:extLst>
              </p:cNvPr>
              <p:cNvSpPr/>
              <p:nvPr/>
            </p:nvSpPr>
            <p:spPr>
              <a:xfrm>
                <a:off x="1165268" y="16161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8" name="流程图: 接点 2227">
                <a:extLst>
                  <a:ext uri="{FF2B5EF4-FFF2-40B4-BE49-F238E27FC236}">
                    <a16:creationId xmlns:a16="http://schemas.microsoft.com/office/drawing/2014/main" id="{12BF4C42-C1F2-44F7-A490-98DBB9B18DFB}"/>
                  </a:ext>
                </a:extLst>
              </p:cNvPr>
              <p:cNvSpPr/>
              <p:nvPr/>
            </p:nvSpPr>
            <p:spPr>
              <a:xfrm>
                <a:off x="1270098" y="15307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9" name="流程图: 接点 2228">
                <a:extLst>
                  <a:ext uri="{FF2B5EF4-FFF2-40B4-BE49-F238E27FC236}">
                    <a16:creationId xmlns:a16="http://schemas.microsoft.com/office/drawing/2014/main" id="{2448A25C-EDEA-424B-A12D-E9BC5474F945}"/>
                  </a:ext>
                </a:extLst>
              </p:cNvPr>
              <p:cNvSpPr/>
              <p:nvPr/>
            </p:nvSpPr>
            <p:spPr>
              <a:xfrm>
                <a:off x="1183268" y="15487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0" name="流程图: 接点 2229">
                <a:extLst>
                  <a:ext uri="{FF2B5EF4-FFF2-40B4-BE49-F238E27FC236}">
                    <a16:creationId xmlns:a16="http://schemas.microsoft.com/office/drawing/2014/main" id="{636082E8-DBB1-488D-BF07-C6D7532C2043}"/>
                  </a:ext>
                </a:extLst>
              </p:cNvPr>
              <p:cNvSpPr/>
              <p:nvPr/>
            </p:nvSpPr>
            <p:spPr>
              <a:xfrm>
                <a:off x="1147268" y="15847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1" name="流程图: 接点 2230">
                <a:extLst>
                  <a:ext uri="{FF2B5EF4-FFF2-40B4-BE49-F238E27FC236}">
                    <a16:creationId xmlns:a16="http://schemas.microsoft.com/office/drawing/2014/main" id="{986D6E27-159C-442C-90E1-30B8F9DDCA8A}"/>
                  </a:ext>
                </a:extLst>
              </p:cNvPr>
              <p:cNvSpPr/>
              <p:nvPr/>
            </p:nvSpPr>
            <p:spPr>
              <a:xfrm>
                <a:off x="1201268" y="15350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2" name="流程图: 接点 2231">
                <a:extLst>
                  <a:ext uri="{FF2B5EF4-FFF2-40B4-BE49-F238E27FC236}">
                    <a16:creationId xmlns:a16="http://schemas.microsoft.com/office/drawing/2014/main" id="{00360317-8BA6-491C-8E52-38252F83FE9C}"/>
                  </a:ext>
                </a:extLst>
              </p:cNvPr>
              <p:cNvSpPr/>
              <p:nvPr/>
            </p:nvSpPr>
            <p:spPr>
              <a:xfrm>
                <a:off x="1165268" y="15710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3" name="流程图: 接点 2232">
                <a:extLst>
                  <a:ext uri="{FF2B5EF4-FFF2-40B4-BE49-F238E27FC236}">
                    <a16:creationId xmlns:a16="http://schemas.microsoft.com/office/drawing/2014/main" id="{EE1300EB-0188-4BE8-B5CB-B7FF85D766AB}"/>
                  </a:ext>
                </a:extLst>
              </p:cNvPr>
              <p:cNvSpPr/>
              <p:nvPr/>
            </p:nvSpPr>
            <p:spPr>
              <a:xfrm>
                <a:off x="1183268" y="15037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4" name="流程图: 接点 2233">
                <a:extLst>
                  <a:ext uri="{FF2B5EF4-FFF2-40B4-BE49-F238E27FC236}">
                    <a16:creationId xmlns:a16="http://schemas.microsoft.com/office/drawing/2014/main" id="{733F3166-6C55-4A59-905B-947B5A2D8D11}"/>
                  </a:ext>
                </a:extLst>
              </p:cNvPr>
              <p:cNvSpPr/>
              <p:nvPr/>
            </p:nvSpPr>
            <p:spPr>
              <a:xfrm>
                <a:off x="1147268" y="15397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5" name="流程图: 接点 2234">
                <a:extLst>
                  <a:ext uri="{FF2B5EF4-FFF2-40B4-BE49-F238E27FC236}">
                    <a16:creationId xmlns:a16="http://schemas.microsoft.com/office/drawing/2014/main" id="{5D728471-325D-442D-B331-A16FCE601163}"/>
                  </a:ext>
                </a:extLst>
              </p:cNvPr>
              <p:cNvSpPr/>
              <p:nvPr/>
            </p:nvSpPr>
            <p:spPr>
              <a:xfrm>
                <a:off x="1161212" y="16886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6" name="流程图: 接点 2235">
                <a:extLst>
                  <a:ext uri="{FF2B5EF4-FFF2-40B4-BE49-F238E27FC236}">
                    <a16:creationId xmlns:a16="http://schemas.microsoft.com/office/drawing/2014/main" id="{5DF3FA3D-6F31-40FC-8D1F-3A30890C6B8D}"/>
                  </a:ext>
                </a:extLst>
              </p:cNvPr>
              <p:cNvSpPr/>
              <p:nvPr/>
            </p:nvSpPr>
            <p:spPr>
              <a:xfrm>
                <a:off x="1230042" y="16392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7" name="流程图: 接点 2236">
                <a:extLst>
                  <a:ext uri="{FF2B5EF4-FFF2-40B4-BE49-F238E27FC236}">
                    <a16:creationId xmlns:a16="http://schemas.microsoft.com/office/drawing/2014/main" id="{2C0C515E-A086-491F-9A13-C71069342AE8}"/>
                  </a:ext>
                </a:extLst>
              </p:cNvPr>
              <p:cNvSpPr/>
              <p:nvPr/>
            </p:nvSpPr>
            <p:spPr>
              <a:xfrm>
                <a:off x="1143212" y="16572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8" name="流程图: 接点 2237">
                <a:extLst>
                  <a:ext uri="{FF2B5EF4-FFF2-40B4-BE49-F238E27FC236}">
                    <a16:creationId xmlns:a16="http://schemas.microsoft.com/office/drawing/2014/main" id="{9C6F7418-9873-4E1B-91EB-B9B87FD108BE}"/>
                  </a:ext>
                </a:extLst>
              </p:cNvPr>
              <p:cNvSpPr/>
              <p:nvPr/>
            </p:nvSpPr>
            <p:spPr>
              <a:xfrm>
                <a:off x="1161212" y="164361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9" name="流程图: 接点 2238">
                <a:extLst>
                  <a:ext uri="{FF2B5EF4-FFF2-40B4-BE49-F238E27FC236}">
                    <a16:creationId xmlns:a16="http://schemas.microsoft.com/office/drawing/2014/main" id="{E6497CFA-AF0B-4AFD-A29C-97FD6A7ABD97}"/>
                  </a:ext>
                </a:extLst>
              </p:cNvPr>
              <p:cNvSpPr/>
              <p:nvPr/>
            </p:nvSpPr>
            <p:spPr>
              <a:xfrm>
                <a:off x="1143212" y="161224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0" name="流程图: 接点 2239">
                <a:extLst>
                  <a:ext uri="{FF2B5EF4-FFF2-40B4-BE49-F238E27FC236}">
                    <a16:creationId xmlns:a16="http://schemas.microsoft.com/office/drawing/2014/main" id="{A1B7A1E0-AFD0-4A27-AFE4-5BBF517E2D47}"/>
                  </a:ext>
                </a:extLst>
              </p:cNvPr>
              <p:cNvSpPr/>
              <p:nvPr/>
            </p:nvSpPr>
            <p:spPr>
              <a:xfrm>
                <a:off x="1135608" y="179379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1" name="流程图: 接点 2240">
                <a:extLst>
                  <a:ext uri="{FF2B5EF4-FFF2-40B4-BE49-F238E27FC236}">
                    <a16:creationId xmlns:a16="http://schemas.microsoft.com/office/drawing/2014/main" id="{A795CB2D-95C9-4597-AC31-D6BC805702A2}"/>
                  </a:ext>
                </a:extLst>
              </p:cNvPr>
              <p:cNvSpPr/>
              <p:nvPr/>
            </p:nvSpPr>
            <p:spPr>
              <a:xfrm>
                <a:off x="1204438" y="174442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2" name="流程图: 接点 2241">
                <a:extLst>
                  <a:ext uri="{FF2B5EF4-FFF2-40B4-BE49-F238E27FC236}">
                    <a16:creationId xmlns:a16="http://schemas.microsoft.com/office/drawing/2014/main" id="{F8B42DC7-2EE5-4674-B044-C8E8E8D42A62}"/>
                  </a:ext>
                </a:extLst>
              </p:cNvPr>
              <p:cNvSpPr/>
              <p:nvPr/>
            </p:nvSpPr>
            <p:spPr>
              <a:xfrm>
                <a:off x="1135608" y="174877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3" name="流程图: 接点 2242">
                <a:extLst>
                  <a:ext uri="{FF2B5EF4-FFF2-40B4-BE49-F238E27FC236}">
                    <a16:creationId xmlns:a16="http://schemas.microsoft.com/office/drawing/2014/main" id="{5FFD7C33-25B5-4444-B7E5-59E9EA14E961}"/>
                  </a:ext>
                </a:extLst>
              </p:cNvPr>
              <p:cNvSpPr/>
              <p:nvPr/>
            </p:nvSpPr>
            <p:spPr>
              <a:xfrm>
                <a:off x="1144260" y="158372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4" name="流程图: 接点 2243">
                <a:extLst>
                  <a:ext uri="{FF2B5EF4-FFF2-40B4-BE49-F238E27FC236}">
                    <a16:creationId xmlns:a16="http://schemas.microsoft.com/office/drawing/2014/main" id="{8808CA2A-0B96-4D33-BA1C-196BE3DC73CC}"/>
                  </a:ext>
                </a:extLst>
              </p:cNvPr>
              <p:cNvSpPr/>
              <p:nvPr/>
            </p:nvSpPr>
            <p:spPr>
              <a:xfrm>
                <a:off x="1282618" y="15366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5" name="流程图: 接点 2244">
                <a:extLst>
                  <a:ext uri="{FF2B5EF4-FFF2-40B4-BE49-F238E27FC236}">
                    <a16:creationId xmlns:a16="http://schemas.microsoft.com/office/drawing/2014/main" id="{296773EE-3951-42A9-849F-1B1666C54665}"/>
                  </a:ext>
                </a:extLst>
              </p:cNvPr>
              <p:cNvSpPr/>
              <p:nvPr/>
            </p:nvSpPr>
            <p:spPr>
              <a:xfrm>
                <a:off x="1246618" y="15726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6" name="流程图: 接点 2245">
                <a:extLst>
                  <a:ext uri="{FF2B5EF4-FFF2-40B4-BE49-F238E27FC236}">
                    <a16:creationId xmlns:a16="http://schemas.microsoft.com/office/drawing/2014/main" id="{2DCEB292-8DBC-441A-A32A-F370014C6F14}"/>
                  </a:ext>
                </a:extLst>
              </p:cNvPr>
              <p:cNvSpPr/>
              <p:nvPr/>
            </p:nvSpPr>
            <p:spPr>
              <a:xfrm>
                <a:off x="1213090" y="15006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7" name="流程图: 接点 2246">
                <a:extLst>
                  <a:ext uri="{FF2B5EF4-FFF2-40B4-BE49-F238E27FC236}">
                    <a16:creationId xmlns:a16="http://schemas.microsoft.com/office/drawing/2014/main" id="{EBA71738-920B-4E8C-AE9D-EFD09E83E799}"/>
                  </a:ext>
                </a:extLst>
              </p:cNvPr>
              <p:cNvSpPr/>
              <p:nvPr/>
            </p:nvSpPr>
            <p:spPr>
              <a:xfrm>
                <a:off x="1351448" y="148730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8" name="流程图: 接点 2247">
                <a:extLst>
                  <a:ext uri="{FF2B5EF4-FFF2-40B4-BE49-F238E27FC236}">
                    <a16:creationId xmlns:a16="http://schemas.microsoft.com/office/drawing/2014/main" id="{EAC11861-50A3-4C6E-8037-1E594E974EC9}"/>
                  </a:ext>
                </a:extLst>
              </p:cNvPr>
              <p:cNvSpPr/>
              <p:nvPr/>
            </p:nvSpPr>
            <p:spPr>
              <a:xfrm>
                <a:off x="1264618" y="150530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9" name="流程图: 接点 2248">
                <a:extLst>
                  <a:ext uri="{FF2B5EF4-FFF2-40B4-BE49-F238E27FC236}">
                    <a16:creationId xmlns:a16="http://schemas.microsoft.com/office/drawing/2014/main" id="{D0BC7660-6EC8-4A8A-BB37-AA969F3CCFF1}"/>
                  </a:ext>
                </a:extLst>
              </p:cNvPr>
              <p:cNvSpPr/>
              <p:nvPr/>
            </p:nvSpPr>
            <p:spPr>
              <a:xfrm>
                <a:off x="1228618" y="154130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0" name="流程图: 接点 2249">
                <a:extLst>
                  <a:ext uri="{FF2B5EF4-FFF2-40B4-BE49-F238E27FC236}">
                    <a16:creationId xmlns:a16="http://schemas.microsoft.com/office/drawing/2014/main" id="{CE45DDFD-5F89-426A-8897-9C0369C9EE72}"/>
                  </a:ext>
                </a:extLst>
              </p:cNvPr>
              <p:cNvSpPr/>
              <p:nvPr/>
            </p:nvSpPr>
            <p:spPr>
              <a:xfrm>
                <a:off x="1144260" y="153870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1" name="流程图: 接点 2250">
                <a:extLst>
                  <a:ext uri="{FF2B5EF4-FFF2-40B4-BE49-F238E27FC236}">
                    <a16:creationId xmlns:a16="http://schemas.microsoft.com/office/drawing/2014/main" id="{9878F707-6113-4499-AD4E-DA74A0768C38}"/>
                  </a:ext>
                </a:extLst>
              </p:cNvPr>
              <p:cNvSpPr/>
              <p:nvPr/>
            </p:nvSpPr>
            <p:spPr>
              <a:xfrm>
                <a:off x="1282618" y="149165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2" name="流程图: 接点 2251">
                <a:extLst>
                  <a:ext uri="{FF2B5EF4-FFF2-40B4-BE49-F238E27FC236}">
                    <a16:creationId xmlns:a16="http://schemas.microsoft.com/office/drawing/2014/main" id="{48C2A7E6-C339-4944-B6D9-D2464F673097}"/>
                  </a:ext>
                </a:extLst>
              </p:cNvPr>
              <p:cNvSpPr/>
              <p:nvPr/>
            </p:nvSpPr>
            <p:spPr>
              <a:xfrm>
                <a:off x="1246618" y="152765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3" name="流程图: 接点 2252">
                <a:extLst>
                  <a:ext uri="{FF2B5EF4-FFF2-40B4-BE49-F238E27FC236}">
                    <a16:creationId xmlns:a16="http://schemas.microsoft.com/office/drawing/2014/main" id="{54E26D2F-3346-40CE-8B36-AC5FA128E285}"/>
                  </a:ext>
                </a:extLst>
              </p:cNvPr>
              <p:cNvSpPr/>
              <p:nvPr/>
            </p:nvSpPr>
            <p:spPr>
              <a:xfrm>
                <a:off x="1228618" y="149628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4" name="流程图: 接点 2253">
                <a:extLst>
                  <a:ext uri="{FF2B5EF4-FFF2-40B4-BE49-F238E27FC236}">
                    <a16:creationId xmlns:a16="http://schemas.microsoft.com/office/drawing/2014/main" id="{9D6B9716-BAD1-4607-B30C-87ABED5B2616}"/>
                  </a:ext>
                </a:extLst>
              </p:cNvPr>
              <p:cNvSpPr/>
              <p:nvPr/>
            </p:nvSpPr>
            <p:spPr>
              <a:xfrm>
                <a:off x="1151863" y="15981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5" name="流程图: 接点 2254">
                <a:extLst>
                  <a:ext uri="{FF2B5EF4-FFF2-40B4-BE49-F238E27FC236}">
                    <a16:creationId xmlns:a16="http://schemas.microsoft.com/office/drawing/2014/main" id="{AE15D014-B29A-413C-9AA0-F974D9DD7CC4}"/>
                  </a:ext>
                </a:extLst>
              </p:cNvPr>
              <p:cNvSpPr/>
              <p:nvPr/>
            </p:nvSpPr>
            <p:spPr>
              <a:xfrm>
                <a:off x="1220693" y="15487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6" name="流程图: 接点 2255">
                <a:extLst>
                  <a:ext uri="{FF2B5EF4-FFF2-40B4-BE49-F238E27FC236}">
                    <a16:creationId xmlns:a16="http://schemas.microsoft.com/office/drawing/2014/main" id="{8749AB85-1A10-41C1-BB18-D132761FD54F}"/>
                  </a:ext>
                </a:extLst>
              </p:cNvPr>
              <p:cNvSpPr/>
              <p:nvPr/>
            </p:nvSpPr>
            <p:spPr>
              <a:xfrm>
                <a:off x="1133863" y="15667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7" name="流程图: 接点 2256">
                <a:extLst>
                  <a:ext uri="{FF2B5EF4-FFF2-40B4-BE49-F238E27FC236}">
                    <a16:creationId xmlns:a16="http://schemas.microsoft.com/office/drawing/2014/main" id="{F8750989-4040-4E54-98C2-5DEC611BC21C}"/>
                  </a:ext>
                </a:extLst>
              </p:cNvPr>
              <p:cNvSpPr/>
              <p:nvPr/>
            </p:nvSpPr>
            <p:spPr>
              <a:xfrm>
                <a:off x="1151863" y="15530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8" name="流程图: 接点 2257">
                <a:extLst>
                  <a:ext uri="{FF2B5EF4-FFF2-40B4-BE49-F238E27FC236}">
                    <a16:creationId xmlns:a16="http://schemas.microsoft.com/office/drawing/2014/main" id="{F5322185-049F-4DD9-8FAB-976EC2471C7C}"/>
                  </a:ext>
                </a:extLst>
              </p:cNvPr>
              <p:cNvSpPr/>
              <p:nvPr/>
            </p:nvSpPr>
            <p:spPr>
              <a:xfrm>
                <a:off x="1002467" y="15761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9" name="流程图: 接点 2258">
                <a:extLst>
                  <a:ext uri="{FF2B5EF4-FFF2-40B4-BE49-F238E27FC236}">
                    <a16:creationId xmlns:a16="http://schemas.microsoft.com/office/drawing/2014/main" id="{7C8AB95B-2BD5-429A-94D7-3062A0E25FB9}"/>
                  </a:ext>
                </a:extLst>
              </p:cNvPr>
              <p:cNvSpPr/>
              <p:nvPr/>
            </p:nvSpPr>
            <p:spPr>
              <a:xfrm>
                <a:off x="966467" y="16121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0" name="流程图: 接点 2259">
                <a:extLst>
                  <a:ext uri="{FF2B5EF4-FFF2-40B4-BE49-F238E27FC236}">
                    <a16:creationId xmlns:a16="http://schemas.microsoft.com/office/drawing/2014/main" id="{EEFEA946-1831-4805-BEDA-EFB9BF905A66}"/>
                  </a:ext>
                </a:extLst>
              </p:cNvPr>
              <p:cNvSpPr/>
              <p:nvPr/>
            </p:nvSpPr>
            <p:spPr>
              <a:xfrm>
                <a:off x="1071297" y="15268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1" name="流程图: 接点 2260">
                <a:extLst>
                  <a:ext uri="{FF2B5EF4-FFF2-40B4-BE49-F238E27FC236}">
                    <a16:creationId xmlns:a16="http://schemas.microsoft.com/office/drawing/2014/main" id="{ED6B214F-8E0E-440D-82C7-4272EF2E4009}"/>
                  </a:ext>
                </a:extLst>
              </p:cNvPr>
              <p:cNvSpPr/>
              <p:nvPr/>
            </p:nvSpPr>
            <p:spPr>
              <a:xfrm>
                <a:off x="984467" y="15448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2" name="流程图: 接点 2261">
                <a:extLst>
                  <a:ext uri="{FF2B5EF4-FFF2-40B4-BE49-F238E27FC236}">
                    <a16:creationId xmlns:a16="http://schemas.microsoft.com/office/drawing/2014/main" id="{D4421D22-81A9-4BE8-AAD5-131ABAB843C2}"/>
                  </a:ext>
                </a:extLst>
              </p:cNvPr>
              <p:cNvSpPr/>
              <p:nvPr/>
            </p:nvSpPr>
            <p:spPr>
              <a:xfrm>
                <a:off x="1002467" y="153117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3" name="流程图: 接点 2262">
                <a:extLst>
                  <a:ext uri="{FF2B5EF4-FFF2-40B4-BE49-F238E27FC236}">
                    <a16:creationId xmlns:a16="http://schemas.microsoft.com/office/drawing/2014/main" id="{E7950FC9-6D30-46EA-82F8-B129016A8EF4}"/>
                  </a:ext>
                </a:extLst>
              </p:cNvPr>
              <p:cNvSpPr/>
              <p:nvPr/>
            </p:nvSpPr>
            <p:spPr>
              <a:xfrm>
                <a:off x="966467" y="156717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4" name="流程图: 接点 2263">
                <a:extLst>
                  <a:ext uri="{FF2B5EF4-FFF2-40B4-BE49-F238E27FC236}">
                    <a16:creationId xmlns:a16="http://schemas.microsoft.com/office/drawing/2014/main" id="{7026ECB7-0C0B-4266-AF6F-1F6D0C6B9847}"/>
                  </a:ext>
                </a:extLst>
              </p:cNvPr>
              <p:cNvSpPr/>
              <p:nvPr/>
            </p:nvSpPr>
            <p:spPr>
              <a:xfrm>
                <a:off x="984467" y="149980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5" name="流程图: 接点 2264">
                <a:extLst>
                  <a:ext uri="{FF2B5EF4-FFF2-40B4-BE49-F238E27FC236}">
                    <a16:creationId xmlns:a16="http://schemas.microsoft.com/office/drawing/2014/main" id="{1AECB565-B025-4CBA-A30A-C3C4DA0008B3}"/>
                  </a:ext>
                </a:extLst>
              </p:cNvPr>
              <p:cNvSpPr/>
              <p:nvPr/>
            </p:nvSpPr>
            <p:spPr>
              <a:xfrm>
                <a:off x="976863" y="168135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6" name="流程图: 接点 2265">
                <a:extLst>
                  <a:ext uri="{FF2B5EF4-FFF2-40B4-BE49-F238E27FC236}">
                    <a16:creationId xmlns:a16="http://schemas.microsoft.com/office/drawing/2014/main" id="{4BF85B8C-6CAA-45D7-ADC9-8364604F849A}"/>
                  </a:ext>
                </a:extLst>
              </p:cNvPr>
              <p:cNvSpPr/>
              <p:nvPr/>
            </p:nvSpPr>
            <p:spPr>
              <a:xfrm>
                <a:off x="1045693" y="16319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7" name="流程图: 接点 2266">
                <a:extLst>
                  <a:ext uri="{FF2B5EF4-FFF2-40B4-BE49-F238E27FC236}">
                    <a16:creationId xmlns:a16="http://schemas.microsoft.com/office/drawing/2014/main" id="{99F3798D-5378-4B36-9F07-C52F9BC88472}"/>
                  </a:ext>
                </a:extLst>
              </p:cNvPr>
              <p:cNvSpPr/>
              <p:nvPr/>
            </p:nvSpPr>
            <p:spPr>
              <a:xfrm>
                <a:off x="958863" y="16499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8" name="流程图: 接点 2267">
                <a:extLst>
                  <a:ext uri="{FF2B5EF4-FFF2-40B4-BE49-F238E27FC236}">
                    <a16:creationId xmlns:a16="http://schemas.microsoft.com/office/drawing/2014/main" id="{A57E6371-F8F1-4A3A-8F28-B0AF4ECE3B5B}"/>
                  </a:ext>
                </a:extLst>
              </p:cNvPr>
              <p:cNvSpPr/>
              <p:nvPr/>
            </p:nvSpPr>
            <p:spPr>
              <a:xfrm>
                <a:off x="976863" y="163633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9" name="流程图: 接点 2268">
                <a:extLst>
                  <a:ext uri="{FF2B5EF4-FFF2-40B4-BE49-F238E27FC236}">
                    <a16:creationId xmlns:a16="http://schemas.microsoft.com/office/drawing/2014/main" id="{85CA0F61-2B9C-4665-85F7-F3963E505E42}"/>
                  </a:ext>
                </a:extLst>
              </p:cNvPr>
              <p:cNvSpPr/>
              <p:nvPr/>
            </p:nvSpPr>
            <p:spPr>
              <a:xfrm>
                <a:off x="958863" y="160496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0" name="流程图: 接点 2269">
                <a:extLst>
                  <a:ext uri="{FF2B5EF4-FFF2-40B4-BE49-F238E27FC236}">
                    <a16:creationId xmlns:a16="http://schemas.microsoft.com/office/drawing/2014/main" id="{48273C88-5B80-47CE-80BB-A05AA9EFA5EE}"/>
                  </a:ext>
                </a:extLst>
              </p:cNvPr>
              <p:cNvSpPr/>
              <p:nvPr/>
            </p:nvSpPr>
            <p:spPr>
              <a:xfrm>
                <a:off x="985515" y="147128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1" name="流程图: 接点 2270">
                <a:extLst>
                  <a:ext uri="{FF2B5EF4-FFF2-40B4-BE49-F238E27FC236}">
                    <a16:creationId xmlns:a16="http://schemas.microsoft.com/office/drawing/2014/main" id="{0A67149F-69E7-4DBA-81BF-25C036F41C5E}"/>
                  </a:ext>
                </a:extLst>
              </p:cNvPr>
              <p:cNvSpPr/>
              <p:nvPr/>
            </p:nvSpPr>
            <p:spPr>
              <a:xfrm>
                <a:off x="967515" y="143991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2" name="流程图: 接点 2271">
                <a:extLst>
                  <a:ext uri="{FF2B5EF4-FFF2-40B4-BE49-F238E27FC236}">
                    <a16:creationId xmlns:a16="http://schemas.microsoft.com/office/drawing/2014/main" id="{AC5C7B1A-A229-4309-B05F-2D1F5156E946}"/>
                  </a:ext>
                </a:extLst>
              </p:cNvPr>
              <p:cNvSpPr/>
              <p:nvPr/>
            </p:nvSpPr>
            <p:spPr>
              <a:xfrm>
                <a:off x="1123873" y="142423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3" name="流程图: 接点 2272">
                <a:extLst>
                  <a:ext uri="{FF2B5EF4-FFF2-40B4-BE49-F238E27FC236}">
                    <a16:creationId xmlns:a16="http://schemas.microsoft.com/office/drawing/2014/main" id="{A3A99596-C923-42A8-9B59-DC73A44708F7}"/>
                  </a:ext>
                </a:extLst>
              </p:cNvPr>
              <p:cNvSpPr/>
              <p:nvPr/>
            </p:nvSpPr>
            <p:spPr>
              <a:xfrm>
                <a:off x="1087873" y="146023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4" name="流程图: 接点 2273">
                <a:extLst>
                  <a:ext uri="{FF2B5EF4-FFF2-40B4-BE49-F238E27FC236}">
                    <a16:creationId xmlns:a16="http://schemas.microsoft.com/office/drawing/2014/main" id="{B59F0868-8767-4D50-8218-10879361D659}"/>
                  </a:ext>
                </a:extLst>
              </p:cNvPr>
              <p:cNvSpPr/>
              <p:nvPr/>
            </p:nvSpPr>
            <p:spPr>
              <a:xfrm>
                <a:off x="1054345" y="138823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5" name="流程图: 接点 2274">
                <a:extLst>
                  <a:ext uri="{FF2B5EF4-FFF2-40B4-BE49-F238E27FC236}">
                    <a16:creationId xmlns:a16="http://schemas.microsoft.com/office/drawing/2014/main" id="{3CB2BB42-08EB-4A9B-BBAC-C9C55A9BE7DA}"/>
                  </a:ext>
                </a:extLst>
              </p:cNvPr>
              <p:cNvSpPr/>
              <p:nvPr/>
            </p:nvSpPr>
            <p:spPr>
              <a:xfrm>
                <a:off x="1192703" y="137486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6" name="流程图: 接点 2275">
                <a:extLst>
                  <a:ext uri="{FF2B5EF4-FFF2-40B4-BE49-F238E27FC236}">
                    <a16:creationId xmlns:a16="http://schemas.microsoft.com/office/drawing/2014/main" id="{839E68BF-68C7-41DA-816F-2AB4909DE821}"/>
                  </a:ext>
                </a:extLst>
              </p:cNvPr>
              <p:cNvSpPr/>
              <p:nvPr/>
            </p:nvSpPr>
            <p:spPr>
              <a:xfrm>
                <a:off x="1105873" y="139286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7" name="流程图: 接点 2276">
                <a:extLst>
                  <a:ext uri="{FF2B5EF4-FFF2-40B4-BE49-F238E27FC236}">
                    <a16:creationId xmlns:a16="http://schemas.microsoft.com/office/drawing/2014/main" id="{4B2C2060-2325-4B27-9A1C-C7C32277C99B}"/>
                  </a:ext>
                </a:extLst>
              </p:cNvPr>
              <p:cNvSpPr/>
              <p:nvPr/>
            </p:nvSpPr>
            <p:spPr>
              <a:xfrm>
                <a:off x="1069873" y="142886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8" name="流程图: 接点 2277">
                <a:extLst>
                  <a:ext uri="{FF2B5EF4-FFF2-40B4-BE49-F238E27FC236}">
                    <a16:creationId xmlns:a16="http://schemas.microsoft.com/office/drawing/2014/main" id="{ABC3E8AC-9EDD-49AA-83A4-FCF13E2E1CD1}"/>
                  </a:ext>
                </a:extLst>
              </p:cNvPr>
              <p:cNvSpPr/>
              <p:nvPr/>
            </p:nvSpPr>
            <p:spPr>
              <a:xfrm>
                <a:off x="985515" y="142626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9" name="流程图: 接点 2278">
                <a:extLst>
                  <a:ext uri="{FF2B5EF4-FFF2-40B4-BE49-F238E27FC236}">
                    <a16:creationId xmlns:a16="http://schemas.microsoft.com/office/drawing/2014/main" id="{DA902CD8-5F30-41E5-9F57-B91D1D482EF3}"/>
                  </a:ext>
                </a:extLst>
              </p:cNvPr>
              <p:cNvSpPr/>
              <p:nvPr/>
            </p:nvSpPr>
            <p:spPr>
              <a:xfrm>
                <a:off x="967515" y="139489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0" name="流程图: 接点 2279">
                <a:extLst>
                  <a:ext uri="{FF2B5EF4-FFF2-40B4-BE49-F238E27FC236}">
                    <a16:creationId xmlns:a16="http://schemas.microsoft.com/office/drawing/2014/main" id="{CBFEE962-D2DC-4571-A134-0C167B661680}"/>
                  </a:ext>
                </a:extLst>
              </p:cNvPr>
              <p:cNvSpPr/>
              <p:nvPr/>
            </p:nvSpPr>
            <p:spPr>
              <a:xfrm>
                <a:off x="1123873" y="137921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1" name="流程图: 接点 2280">
                <a:extLst>
                  <a:ext uri="{FF2B5EF4-FFF2-40B4-BE49-F238E27FC236}">
                    <a16:creationId xmlns:a16="http://schemas.microsoft.com/office/drawing/2014/main" id="{3B010979-B973-47BF-B66E-361155FCDA8C}"/>
                  </a:ext>
                </a:extLst>
              </p:cNvPr>
              <p:cNvSpPr/>
              <p:nvPr/>
            </p:nvSpPr>
            <p:spPr>
              <a:xfrm>
                <a:off x="1087873" y="141521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2" name="流程图: 接点 2281">
                <a:extLst>
                  <a:ext uri="{FF2B5EF4-FFF2-40B4-BE49-F238E27FC236}">
                    <a16:creationId xmlns:a16="http://schemas.microsoft.com/office/drawing/2014/main" id="{56C6885A-D2BF-452C-B805-E52DD469E36F}"/>
                  </a:ext>
                </a:extLst>
              </p:cNvPr>
              <p:cNvSpPr/>
              <p:nvPr/>
            </p:nvSpPr>
            <p:spPr>
              <a:xfrm>
                <a:off x="1069873" y="138384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3" name="流程图: 接点 2282">
                <a:extLst>
                  <a:ext uri="{FF2B5EF4-FFF2-40B4-BE49-F238E27FC236}">
                    <a16:creationId xmlns:a16="http://schemas.microsoft.com/office/drawing/2014/main" id="{7DCCA26D-FCE6-4E05-B41B-8FF9C22BF099}"/>
                  </a:ext>
                </a:extLst>
              </p:cNvPr>
              <p:cNvSpPr/>
              <p:nvPr/>
            </p:nvSpPr>
            <p:spPr>
              <a:xfrm>
                <a:off x="993118" y="148567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4" name="流程图: 接点 2283">
                <a:extLst>
                  <a:ext uri="{FF2B5EF4-FFF2-40B4-BE49-F238E27FC236}">
                    <a16:creationId xmlns:a16="http://schemas.microsoft.com/office/drawing/2014/main" id="{B41002BE-2620-4764-B0CC-DCC9930E6084}"/>
                  </a:ext>
                </a:extLst>
              </p:cNvPr>
              <p:cNvSpPr/>
              <p:nvPr/>
            </p:nvSpPr>
            <p:spPr>
              <a:xfrm>
                <a:off x="957118" y="152167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5" name="流程图: 接点 2284">
                <a:extLst>
                  <a:ext uri="{FF2B5EF4-FFF2-40B4-BE49-F238E27FC236}">
                    <a16:creationId xmlns:a16="http://schemas.microsoft.com/office/drawing/2014/main" id="{2E0D1534-CC84-4A08-A71B-AF1E6C49A81E}"/>
                  </a:ext>
                </a:extLst>
              </p:cNvPr>
              <p:cNvSpPr/>
              <p:nvPr/>
            </p:nvSpPr>
            <p:spPr>
              <a:xfrm>
                <a:off x="1061948" y="143630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6" name="流程图: 接点 2285">
                <a:extLst>
                  <a:ext uri="{FF2B5EF4-FFF2-40B4-BE49-F238E27FC236}">
                    <a16:creationId xmlns:a16="http://schemas.microsoft.com/office/drawing/2014/main" id="{6A8F8A6A-0C3E-4C7E-AD77-FF0C5DB07724}"/>
                  </a:ext>
                </a:extLst>
              </p:cNvPr>
              <p:cNvSpPr/>
              <p:nvPr/>
            </p:nvSpPr>
            <p:spPr>
              <a:xfrm>
                <a:off x="975118" y="145430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7" name="流程图: 接点 2286">
                <a:extLst>
                  <a:ext uri="{FF2B5EF4-FFF2-40B4-BE49-F238E27FC236}">
                    <a16:creationId xmlns:a16="http://schemas.microsoft.com/office/drawing/2014/main" id="{CBD71B9A-826C-4241-B140-4F3E90FE4D12}"/>
                  </a:ext>
                </a:extLst>
              </p:cNvPr>
              <p:cNvSpPr/>
              <p:nvPr/>
            </p:nvSpPr>
            <p:spPr>
              <a:xfrm>
                <a:off x="993118" y="144065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8" name="流程图: 接点 2287">
                <a:extLst>
                  <a:ext uri="{FF2B5EF4-FFF2-40B4-BE49-F238E27FC236}">
                    <a16:creationId xmlns:a16="http://schemas.microsoft.com/office/drawing/2014/main" id="{86692DD0-CCE8-4E6F-BF04-3A5867F52804}"/>
                  </a:ext>
                </a:extLst>
              </p:cNvPr>
              <p:cNvSpPr/>
              <p:nvPr/>
            </p:nvSpPr>
            <p:spPr>
              <a:xfrm>
                <a:off x="957118" y="147665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9" name="流程图: 接点 2288">
                <a:extLst>
                  <a:ext uri="{FF2B5EF4-FFF2-40B4-BE49-F238E27FC236}">
                    <a16:creationId xmlns:a16="http://schemas.microsoft.com/office/drawing/2014/main" id="{E53D2379-F8A5-4D5C-BA64-9E938EEAF0B3}"/>
                  </a:ext>
                </a:extLst>
              </p:cNvPr>
              <p:cNvSpPr/>
              <p:nvPr/>
            </p:nvSpPr>
            <p:spPr>
              <a:xfrm>
                <a:off x="1005637" y="17405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0" name="流程图: 接点 2289">
                <a:extLst>
                  <a:ext uri="{FF2B5EF4-FFF2-40B4-BE49-F238E27FC236}">
                    <a16:creationId xmlns:a16="http://schemas.microsoft.com/office/drawing/2014/main" id="{B81BBC97-F70E-425E-9C16-447AFF253DFF}"/>
                  </a:ext>
                </a:extLst>
              </p:cNvPr>
              <p:cNvSpPr/>
              <p:nvPr/>
            </p:nvSpPr>
            <p:spPr>
              <a:xfrm>
                <a:off x="980033" y="184566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1" name="流程图: 接点 2290">
                <a:extLst>
                  <a:ext uri="{FF2B5EF4-FFF2-40B4-BE49-F238E27FC236}">
                    <a16:creationId xmlns:a16="http://schemas.microsoft.com/office/drawing/2014/main" id="{764FD483-915A-459E-AB88-FAB16530EFAC}"/>
                  </a:ext>
                </a:extLst>
              </p:cNvPr>
              <p:cNvSpPr/>
              <p:nvPr/>
            </p:nvSpPr>
            <p:spPr>
              <a:xfrm>
                <a:off x="1058213" y="163791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2" name="流程图: 接点 2291">
                <a:extLst>
                  <a:ext uri="{FF2B5EF4-FFF2-40B4-BE49-F238E27FC236}">
                    <a16:creationId xmlns:a16="http://schemas.microsoft.com/office/drawing/2014/main" id="{61E5AB0B-83F1-48BB-B19F-18CB152FDFFE}"/>
                  </a:ext>
                </a:extLst>
              </p:cNvPr>
              <p:cNvSpPr/>
              <p:nvPr/>
            </p:nvSpPr>
            <p:spPr>
              <a:xfrm>
                <a:off x="1022213" y="167391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3" name="流程图: 接点 2292">
                <a:extLst>
                  <a:ext uri="{FF2B5EF4-FFF2-40B4-BE49-F238E27FC236}">
                    <a16:creationId xmlns:a16="http://schemas.microsoft.com/office/drawing/2014/main" id="{AF1D1172-BD77-4EEA-A9F1-5CE1839595AE}"/>
                  </a:ext>
                </a:extLst>
              </p:cNvPr>
              <p:cNvSpPr/>
              <p:nvPr/>
            </p:nvSpPr>
            <p:spPr>
              <a:xfrm>
                <a:off x="988685" y="160191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4" name="流程图: 接点 2293">
                <a:extLst>
                  <a:ext uri="{FF2B5EF4-FFF2-40B4-BE49-F238E27FC236}">
                    <a16:creationId xmlns:a16="http://schemas.microsoft.com/office/drawing/2014/main" id="{50A5C30A-B492-450A-A87E-7B6BCA115EEA}"/>
                  </a:ext>
                </a:extLst>
              </p:cNvPr>
              <p:cNvSpPr/>
              <p:nvPr/>
            </p:nvSpPr>
            <p:spPr>
              <a:xfrm>
                <a:off x="1127043" y="158854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5" name="流程图: 接点 2294">
                <a:extLst>
                  <a:ext uri="{FF2B5EF4-FFF2-40B4-BE49-F238E27FC236}">
                    <a16:creationId xmlns:a16="http://schemas.microsoft.com/office/drawing/2014/main" id="{3C002C25-F366-47CA-96F6-9075B48D505F}"/>
                  </a:ext>
                </a:extLst>
              </p:cNvPr>
              <p:cNvSpPr/>
              <p:nvPr/>
            </p:nvSpPr>
            <p:spPr>
              <a:xfrm>
                <a:off x="1040213" y="160654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6" name="流程图: 接点 2295">
                <a:extLst>
                  <a:ext uri="{FF2B5EF4-FFF2-40B4-BE49-F238E27FC236}">
                    <a16:creationId xmlns:a16="http://schemas.microsoft.com/office/drawing/2014/main" id="{507348B5-7E61-4B13-9E71-535FF336DEB0}"/>
                  </a:ext>
                </a:extLst>
              </p:cNvPr>
              <p:cNvSpPr/>
              <p:nvPr/>
            </p:nvSpPr>
            <p:spPr>
              <a:xfrm>
                <a:off x="1004213" y="164254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7" name="流程图: 接点 2296">
                <a:extLst>
                  <a:ext uri="{FF2B5EF4-FFF2-40B4-BE49-F238E27FC236}">
                    <a16:creationId xmlns:a16="http://schemas.microsoft.com/office/drawing/2014/main" id="{46252A30-720E-42AD-8753-203B3AC42C6D}"/>
                  </a:ext>
                </a:extLst>
              </p:cNvPr>
              <p:cNvSpPr/>
              <p:nvPr/>
            </p:nvSpPr>
            <p:spPr>
              <a:xfrm>
                <a:off x="1058213" y="159289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8" name="流程图: 接点 2297">
                <a:extLst>
                  <a:ext uri="{FF2B5EF4-FFF2-40B4-BE49-F238E27FC236}">
                    <a16:creationId xmlns:a16="http://schemas.microsoft.com/office/drawing/2014/main" id="{E659F9F6-1ECE-4EA1-ACB5-230EED9B7412}"/>
                  </a:ext>
                </a:extLst>
              </p:cNvPr>
              <p:cNvSpPr/>
              <p:nvPr/>
            </p:nvSpPr>
            <p:spPr>
              <a:xfrm>
                <a:off x="1022213" y="162889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9" name="流程图: 接点 2298">
                <a:extLst>
                  <a:ext uri="{FF2B5EF4-FFF2-40B4-BE49-F238E27FC236}">
                    <a16:creationId xmlns:a16="http://schemas.microsoft.com/office/drawing/2014/main" id="{529C481C-E285-4E0E-8733-E267D7A5705D}"/>
                  </a:ext>
                </a:extLst>
              </p:cNvPr>
              <p:cNvSpPr/>
              <p:nvPr/>
            </p:nvSpPr>
            <p:spPr>
              <a:xfrm>
                <a:off x="1004213" y="159752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0" name="流程图: 接点 2299">
                <a:extLst>
                  <a:ext uri="{FF2B5EF4-FFF2-40B4-BE49-F238E27FC236}">
                    <a16:creationId xmlns:a16="http://schemas.microsoft.com/office/drawing/2014/main" id="{C7D5323C-5971-45E8-BD62-694F219517F4}"/>
                  </a:ext>
                </a:extLst>
              </p:cNvPr>
              <p:cNvSpPr/>
              <p:nvPr/>
            </p:nvSpPr>
            <p:spPr>
              <a:xfrm>
                <a:off x="996288" y="16499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1" name="流程图: 接点 2300">
                <a:extLst>
                  <a:ext uri="{FF2B5EF4-FFF2-40B4-BE49-F238E27FC236}">
                    <a16:creationId xmlns:a16="http://schemas.microsoft.com/office/drawing/2014/main" id="{03FC36EA-9FB1-4EAE-926B-C18E1ECD9947}"/>
                  </a:ext>
                </a:extLst>
              </p:cNvPr>
              <p:cNvSpPr/>
              <p:nvPr/>
            </p:nvSpPr>
            <p:spPr>
              <a:xfrm>
                <a:off x="1019740" y="187118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2" name="流程图: 接点 2301">
                <a:extLst>
                  <a:ext uri="{FF2B5EF4-FFF2-40B4-BE49-F238E27FC236}">
                    <a16:creationId xmlns:a16="http://schemas.microsoft.com/office/drawing/2014/main" id="{940B0DCB-4471-48C2-8487-1F6F12D2F80F}"/>
                  </a:ext>
                </a:extLst>
              </p:cNvPr>
              <p:cNvSpPr/>
              <p:nvPr/>
            </p:nvSpPr>
            <p:spPr>
              <a:xfrm>
                <a:off x="983740" y="190718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3" name="流程图: 接点 2302">
                <a:extLst>
                  <a:ext uri="{FF2B5EF4-FFF2-40B4-BE49-F238E27FC236}">
                    <a16:creationId xmlns:a16="http://schemas.microsoft.com/office/drawing/2014/main" id="{D3BC5C00-F211-4E3C-AF58-E99D5E246BDE}"/>
                  </a:ext>
                </a:extLst>
              </p:cNvPr>
              <p:cNvSpPr/>
              <p:nvPr/>
            </p:nvSpPr>
            <p:spPr>
              <a:xfrm>
                <a:off x="1088570" y="182181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4" name="流程图: 接点 2303">
                <a:extLst>
                  <a:ext uri="{FF2B5EF4-FFF2-40B4-BE49-F238E27FC236}">
                    <a16:creationId xmlns:a16="http://schemas.microsoft.com/office/drawing/2014/main" id="{2D1F7353-7220-40DA-82FF-0B2062178913}"/>
                  </a:ext>
                </a:extLst>
              </p:cNvPr>
              <p:cNvSpPr/>
              <p:nvPr/>
            </p:nvSpPr>
            <p:spPr>
              <a:xfrm>
                <a:off x="1001740" y="183981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5" name="流程图: 接点 2304">
                <a:extLst>
                  <a:ext uri="{FF2B5EF4-FFF2-40B4-BE49-F238E27FC236}">
                    <a16:creationId xmlns:a16="http://schemas.microsoft.com/office/drawing/2014/main" id="{D61D9BD6-8674-490B-8499-9FB961C2089A}"/>
                  </a:ext>
                </a:extLst>
              </p:cNvPr>
              <p:cNvSpPr/>
              <p:nvPr/>
            </p:nvSpPr>
            <p:spPr>
              <a:xfrm>
                <a:off x="965740" y="187581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6" name="流程图: 接点 2305">
                <a:extLst>
                  <a:ext uri="{FF2B5EF4-FFF2-40B4-BE49-F238E27FC236}">
                    <a16:creationId xmlns:a16="http://schemas.microsoft.com/office/drawing/2014/main" id="{D04047AB-5CD6-47FF-8F14-8D7C7F1E4AA0}"/>
                  </a:ext>
                </a:extLst>
              </p:cNvPr>
              <p:cNvSpPr/>
              <p:nvPr/>
            </p:nvSpPr>
            <p:spPr>
              <a:xfrm>
                <a:off x="1019740" y="18261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7" name="流程图: 接点 2306">
                <a:extLst>
                  <a:ext uri="{FF2B5EF4-FFF2-40B4-BE49-F238E27FC236}">
                    <a16:creationId xmlns:a16="http://schemas.microsoft.com/office/drawing/2014/main" id="{92A5467A-190C-43C9-B3BA-9FDDAEAAABE2}"/>
                  </a:ext>
                </a:extLst>
              </p:cNvPr>
              <p:cNvSpPr/>
              <p:nvPr/>
            </p:nvSpPr>
            <p:spPr>
              <a:xfrm>
                <a:off x="983740" y="18621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8" name="流程图: 接点 2307">
                <a:extLst>
                  <a:ext uri="{FF2B5EF4-FFF2-40B4-BE49-F238E27FC236}">
                    <a16:creationId xmlns:a16="http://schemas.microsoft.com/office/drawing/2014/main" id="{3E80841E-70EA-42B2-BAD9-27B73BA695AE}"/>
                  </a:ext>
                </a:extLst>
              </p:cNvPr>
              <p:cNvSpPr/>
              <p:nvPr/>
            </p:nvSpPr>
            <p:spPr>
              <a:xfrm>
                <a:off x="1001740" y="179480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9" name="流程图: 接点 2308">
                <a:extLst>
                  <a:ext uri="{FF2B5EF4-FFF2-40B4-BE49-F238E27FC236}">
                    <a16:creationId xmlns:a16="http://schemas.microsoft.com/office/drawing/2014/main" id="{739A9BA2-400A-4059-9515-8FF33B4A7ADF}"/>
                  </a:ext>
                </a:extLst>
              </p:cNvPr>
              <p:cNvSpPr/>
              <p:nvPr/>
            </p:nvSpPr>
            <p:spPr>
              <a:xfrm>
                <a:off x="965740" y="183080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0" name="流程图: 接点 2309">
                <a:extLst>
                  <a:ext uri="{FF2B5EF4-FFF2-40B4-BE49-F238E27FC236}">
                    <a16:creationId xmlns:a16="http://schemas.microsoft.com/office/drawing/2014/main" id="{A238A112-4C9D-4916-B480-3F6441BFF6F9}"/>
                  </a:ext>
                </a:extLst>
              </p:cNvPr>
              <p:cNvSpPr/>
              <p:nvPr/>
            </p:nvSpPr>
            <p:spPr>
              <a:xfrm>
                <a:off x="994136" y="197634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1" name="流程图: 接点 2310">
                <a:extLst>
                  <a:ext uri="{FF2B5EF4-FFF2-40B4-BE49-F238E27FC236}">
                    <a16:creationId xmlns:a16="http://schemas.microsoft.com/office/drawing/2014/main" id="{4E5A4112-5F49-4ED9-B411-3E7A3FE4ABF9}"/>
                  </a:ext>
                </a:extLst>
              </p:cNvPr>
              <p:cNvSpPr/>
              <p:nvPr/>
            </p:nvSpPr>
            <p:spPr>
              <a:xfrm>
                <a:off x="958136" y="201234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2" name="流程图: 接点 2311">
                <a:extLst>
                  <a:ext uri="{FF2B5EF4-FFF2-40B4-BE49-F238E27FC236}">
                    <a16:creationId xmlns:a16="http://schemas.microsoft.com/office/drawing/2014/main" id="{8440D451-84F5-476A-B470-D24BDD6DDB04}"/>
                  </a:ext>
                </a:extLst>
              </p:cNvPr>
              <p:cNvSpPr/>
              <p:nvPr/>
            </p:nvSpPr>
            <p:spPr>
              <a:xfrm>
                <a:off x="1062966" y="192697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3" name="流程图: 接点 2312">
                <a:extLst>
                  <a:ext uri="{FF2B5EF4-FFF2-40B4-BE49-F238E27FC236}">
                    <a16:creationId xmlns:a16="http://schemas.microsoft.com/office/drawing/2014/main" id="{D3B2D265-1CD4-40E9-AC9A-DE7F2FCDF623}"/>
                  </a:ext>
                </a:extLst>
              </p:cNvPr>
              <p:cNvSpPr/>
              <p:nvPr/>
            </p:nvSpPr>
            <p:spPr>
              <a:xfrm>
                <a:off x="976136" y="194497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4" name="流程图: 接点 2313">
                <a:extLst>
                  <a:ext uri="{FF2B5EF4-FFF2-40B4-BE49-F238E27FC236}">
                    <a16:creationId xmlns:a16="http://schemas.microsoft.com/office/drawing/2014/main" id="{0B3F7EA7-8F2F-409D-A742-F46C44CA292C}"/>
                  </a:ext>
                </a:extLst>
              </p:cNvPr>
              <p:cNvSpPr/>
              <p:nvPr/>
            </p:nvSpPr>
            <p:spPr>
              <a:xfrm>
                <a:off x="994136" y="193132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5" name="流程图: 接点 2314">
                <a:extLst>
                  <a:ext uri="{FF2B5EF4-FFF2-40B4-BE49-F238E27FC236}">
                    <a16:creationId xmlns:a16="http://schemas.microsoft.com/office/drawing/2014/main" id="{12FC5CF4-C2CA-4614-9DF8-34250BCBA51F}"/>
                  </a:ext>
                </a:extLst>
              </p:cNvPr>
              <p:cNvSpPr/>
              <p:nvPr/>
            </p:nvSpPr>
            <p:spPr>
              <a:xfrm>
                <a:off x="958136" y="196732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6" name="流程图: 接点 2315">
                <a:extLst>
                  <a:ext uri="{FF2B5EF4-FFF2-40B4-BE49-F238E27FC236}">
                    <a16:creationId xmlns:a16="http://schemas.microsoft.com/office/drawing/2014/main" id="{98A6BA3E-86DE-4665-A08D-A782FAF05A0C}"/>
                  </a:ext>
                </a:extLst>
              </p:cNvPr>
              <p:cNvSpPr/>
              <p:nvPr/>
            </p:nvSpPr>
            <p:spPr>
              <a:xfrm>
                <a:off x="976136" y="18999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7" name="流程图: 接点 2316">
                <a:extLst>
                  <a:ext uri="{FF2B5EF4-FFF2-40B4-BE49-F238E27FC236}">
                    <a16:creationId xmlns:a16="http://schemas.microsoft.com/office/drawing/2014/main" id="{C1463820-B067-4AA8-984B-03F2E911568E}"/>
                  </a:ext>
                </a:extLst>
              </p:cNvPr>
              <p:cNvSpPr/>
              <p:nvPr/>
            </p:nvSpPr>
            <p:spPr>
              <a:xfrm>
                <a:off x="959562" y="171049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8" name="流程图: 接点 2317">
                <a:extLst>
                  <a:ext uri="{FF2B5EF4-FFF2-40B4-BE49-F238E27FC236}">
                    <a16:creationId xmlns:a16="http://schemas.microsoft.com/office/drawing/2014/main" id="{7665D59F-321D-4ECE-ACC4-1678CA7920FB}"/>
                  </a:ext>
                </a:extLst>
              </p:cNvPr>
              <p:cNvSpPr/>
              <p:nvPr/>
            </p:nvSpPr>
            <p:spPr>
              <a:xfrm>
                <a:off x="959562" y="166547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9" name="流程图: 接点 2318">
                <a:extLst>
                  <a:ext uri="{FF2B5EF4-FFF2-40B4-BE49-F238E27FC236}">
                    <a16:creationId xmlns:a16="http://schemas.microsoft.com/office/drawing/2014/main" id="{B530B0B8-DDD9-4770-8E13-2976B11C8610}"/>
                  </a:ext>
                </a:extLst>
              </p:cNvPr>
              <p:cNvSpPr/>
              <p:nvPr/>
            </p:nvSpPr>
            <p:spPr>
              <a:xfrm>
                <a:off x="1002788" y="176628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0" name="流程图: 接点 2319">
                <a:extLst>
                  <a:ext uri="{FF2B5EF4-FFF2-40B4-BE49-F238E27FC236}">
                    <a16:creationId xmlns:a16="http://schemas.microsoft.com/office/drawing/2014/main" id="{ACE50D72-909D-4A05-9D9E-5A9B65B05211}"/>
                  </a:ext>
                </a:extLst>
              </p:cNvPr>
              <p:cNvSpPr/>
              <p:nvPr/>
            </p:nvSpPr>
            <p:spPr>
              <a:xfrm>
                <a:off x="984788" y="173491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1" name="流程图: 接点 2320">
                <a:extLst>
                  <a:ext uri="{FF2B5EF4-FFF2-40B4-BE49-F238E27FC236}">
                    <a16:creationId xmlns:a16="http://schemas.microsoft.com/office/drawing/2014/main" id="{9A211B85-1138-4889-98E8-31ED277E3D53}"/>
                  </a:ext>
                </a:extLst>
              </p:cNvPr>
              <p:cNvSpPr/>
              <p:nvPr/>
            </p:nvSpPr>
            <p:spPr>
              <a:xfrm>
                <a:off x="1141146" y="17192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2" name="流程图: 接点 2321">
                <a:extLst>
                  <a:ext uri="{FF2B5EF4-FFF2-40B4-BE49-F238E27FC236}">
                    <a16:creationId xmlns:a16="http://schemas.microsoft.com/office/drawing/2014/main" id="{EBD95AF7-2F68-4458-BF6D-B1F982D9EC6D}"/>
                  </a:ext>
                </a:extLst>
              </p:cNvPr>
              <p:cNvSpPr/>
              <p:nvPr/>
            </p:nvSpPr>
            <p:spPr>
              <a:xfrm>
                <a:off x="1105146" y="17552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3" name="流程图: 接点 2322">
                <a:extLst>
                  <a:ext uri="{FF2B5EF4-FFF2-40B4-BE49-F238E27FC236}">
                    <a16:creationId xmlns:a16="http://schemas.microsoft.com/office/drawing/2014/main" id="{8807319D-B327-44FD-A3F2-4A9D9FE6E3DA}"/>
                  </a:ext>
                </a:extLst>
              </p:cNvPr>
              <p:cNvSpPr/>
              <p:nvPr/>
            </p:nvSpPr>
            <p:spPr>
              <a:xfrm>
                <a:off x="1071618" y="16832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4" name="流程图: 接点 2323">
                <a:extLst>
                  <a:ext uri="{FF2B5EF4-FFF2-40B4-BE49-F238E27FC236}">
                    <a16:creationId xmlns:a16="http://schemas.microsoft.com/office/drawing/2014/main" id="{3C20D3C1-F298-4729-8D94-3767F408660B}"/>
                  </a:ext>
                </a:extLst>
              </p:cNvPr>
              <p:cNvSpPr/>
              <p:nvPr/>
            </p:nvSpPr>
            <p:spPr>
              <a:xfrm>
                <a:off x="1209976" y="166985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5" name="流程图: 接点 2324">
                <a:extLst>
                  <a:ext uri="{FF2B5EF4-FFF2-40B4-BE49-F238E27FC236}">
                    <a16:creationId xmlns:a16="http://schemas.microsoft.com/office/drawing/2014/main" id="{E71244FC-37B8-46EE-B6F6-83AA55A450E1}"/>
                  </a:ext>
                </a:extLst>
              </p:cNvPr>
              <p:cNvSpPr/>
              <p:nvPr/>
            </p:nvSpPr>
            <p:spPr>
              <a:xfrm>
                <a:off x="1123146" y="168785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6" name="流程图: 接点 2325">
                <a:extLst>
                  <a:ext uri="{FF2B5EF4-FFF2-40B4-BE49-F238E27FC236}">
                    <a16:creationId xmlns:a16="http://schemas.microsoft.com/office/drawing/2014/main" id="{18E2F4E3-A58A-4724-A848-CF84EA826A40}"/>
                  </a:ext>
                </a:extLst>
              </p:cNvPr>
              <p:cNvSpPr/>
              <p:nvPr/>
            </p:nvSpPr>
            <p:spPr>
              <a:xfrm>
                <a:off x="1087146" y="172385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7" name="流程图: 接点 2326">
                <a:extLst>
                  <a:ext uri="{FF2B5EF4-FFF2-40B4-BE49-F238E27FC236}">
                    <a16:creationId xmlns:a16="http://schemas.microsoft.com/office/drawing/2014/main" id="{DBFF3FCC-9928-4234-929E-4DA6F659CCCF}"/>
                  </a:ext>
                </a:extLst>
              </p:cNvPr>
              <p:cNvSpPr/>
              <p:nvPr/>
            </p:nvSpPr>
            <p:spPr>
              <a:xfrm>
                <a:off x="1002788" y="172126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8" name="流程图: 接点 2327">
                <a:extLst>
                  <a:ext uri="{FF2B5EF4-FFF2-40B4-BE49-F238E27FC236}">
                    <a16:creationId xmlns:a16="http://schemas.microsoft.com/office/drawing/2014/main" id="{CCEEE517-F2F6-4050-820B-69868504A988}"/>
                  </a:ext>
                </a:extLst>
              </p:cNvPr>
              <p:cNvSpPr/>
              <p:nvPr/>
            </p:nvSpPr>
            <p:spPr>
              <a:xfrm>
                <a:off x="984788" y="168989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9" name="流程图: 接点 2328">
                <a:extLst>
                  <a:ext uri="{FF2B5EF4-FFF2-40B4-BE49-F238E27FC236}">
                    <a16:creationId xmlns:a16="http://schemas.microsoft.com/office/drawing/2014/main" id="{907F7AF6-C5B3-4370-A428-C892977343C8}"/>
                  </a:ext>
                </a:extLst>
              </p:cNvPr>
              <p:cNvSpPr/>
              <p:nvPr/>
            </p:nvSpPr>
            <p:spPr>
              <a:xfrm>
                <a:off x="1141146" y="167420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0" name="流程图: 接点 2329">
                <a:extLst>
                  <a:ext uri="{FF2B5EF4-FFF2-40B4-BE49-F238E27FC236}">
                    <a16:creationId xmlns:a16="http://schemas.microsoft.com/office/drawing/2014/main" id="{1B2F1ECF-5CCE-4419-8B11-E143D4051AFB}"/>
                  </a:ext>
                </a:extLst>
              </p:cNvPr>
              <p:cNvSpPr/>
              <p:nvPr/>
            </p:nvSpPr>
            <p:spPr>
              <a:xfrm>
                <a:off x="1105146" y="171020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1" name="流程图: 接点 2330">
                <a:extLst>
                  <a:ext uri="{FF2B5EF4-FFF2-40B4-BE49-F238E27FC236}">
                    <a16:creationId xmlns:a16="http://schemas.microsoft.com/office/drawing/2014/main" id="{0FE6441A-5636-44BB-A5C1-008FEF6C7393}"/>
                  </a:ext>
                </a:extLst>
              </p:cNvPr>
              <p:cNvSpPr/>
              <p:nvPr/>
            </p:nvSpPr>
            <p:spPr>
              <a:xfrm>
                <a:off x="1087146" y="167883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2" name="流程图: 接点 2331">
                <a:extLst>
                  <a:ext uri="{FF2B5EF4-FFF2-40B4-BE49-F238E27FC236}">
                    <a16:creationId xmlns:a16="http://schemas.microsoft.com/office/drawing/2014/main" id="{4A94FA00-4F2B-4976-947E-540C7012EB45}"/>
                  </a:ext>
                </a:extLst>
              </p:cNvPr>
              <p:cNvSpPr/>
              <p:nvPr/>
            </p:nvSpPr>
            <p:spPr>
              <a:xfrm>
                <a:off x="1010391" y="178066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3" name="流程图: 接点 2332">
                <a:extLst>
                  <a:ext uri="{FF2B5EF4-FFF2-40B4-BE49-F238E27FC236}">
                    <a16:creationId xmlns:a16="http://schemas.microsoft.com/office/drawing/2014/main" id="{4DC44E28-C10C-40E1-800A-95ED23469B1C}"/>
                  </a:ext>
                </a:extLst>
              </p:cNvPr>
              <p:cNvSpPr/>
              <p:nvPr/>
            </p:nvSpPr>
            <p:spPr>
              <a:xfrm>
                <a:off x="974391" y="181666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4" name="流程图: 接点 2333">
                <a:extLst>
                  <a:ext uri="{FF2B5EF4-FFF2-40B4-BE49-F238E27FC236}">
                    <a16:creationId xmlns:a16="http://schemas.microsoft.com/office/drawing/2014/main" id="{A5AC4159-A9AF-4FF7-9B8F-B72A22A9B3F9}"/>
                  </a:ext>
                </a:extLst>
              </p:cNvPr>
              <p:cNvSpPr/>
              <p:nvPr/>
            </p:nvSpPr>
            <p:spPr>
              <a:xfrm>
                <a:off x="1079221" y="173129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5" name="流程图: 接点 2334">
                <a:extLst>
                  <a:ext uri="{FF2B5EF4-FFF2-40B4-BE49-F238E27FC236}">
                    <a16:creationId xmlns:a16="http://schemas.microsoft.com/office/drawing/2014/main" id="{2D805E60-9EB7-4476-A6DB-BC65EFB24DD9}"/>
                  </a:ext>
                </a:extLst>
              </p:cNvPr>
              <p:cNvSpPr/>
              <p:nvPr/>
            </p:nvSpPr>
            <p:spPr>
              <a:xfrm>
                <a:off x="992391" y="174929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6" name="流程图: 接点 2335">
                <a:extLst>
                  <a:ext uri="{FF2B5EF4-FFF2-40B4-BE49-F238E27FC236}">
                    <a16:creationId xmlns:a16="http://schemas.microsoft.com/office/drawing/2014/main" id="{DED92B75-1CDF-40E5-A642-E9C8B0B7D658}"/>
                  </a:ext>
                </a:extLst>
              </p:cNvPr>
              <p:cNvSpPr/>
              <p:nvPr/>
            </p:nvSpPr>
            <p:spPr>
              <a:xfrm>
                <a:off x="1010391" y="173564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7" name="流程图: 接点 2336">
                <a:extLst>
                  <a:ext uri="{FF2B5EF4-FFF2-40B4-BE49-F238E27FC236}">
                    <a16:creationId xmlns:a16="http://schemas.microsoft.com/office/drawing/2014/main" id="{17A85A4E-3D5B-454B-A0F2-9A1DA90C84D4}"/>
                  </a:ext>
                </a:extLst>
              </p:cNvPr>
              <p:cNvSpPr/>
              <p:nvPr/>
            </p:nvSpPr>
            <p:spPr>
              <a:xfrm>
                <a:off x="974391" y="177164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8" name="流程图: 接点 2337">
                <a:extLst>
                  <a:ext uri="{FF2B5EF4-FFF2-40B4-BE49-F238E27FC236}">
                    <a16:creationId xmlns:a16="http://schemas.microsoft.com/office/drawing/2014/main" id="{98C68736-F56E-4130-BBEE-CAB39F0FCCB9}"/>
                  </a:ext>
                </a:extLst>
              </p:cNvPr>
              <p:cNvSpPr/>
              <p:nvPr/>
            </p:nvSpPr>
            <p:spPr>
              <a:xfrm>
                <a:off x="1022910" y="203550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9" name="流程图: 接点 2338">
                <a:extLst>
                  <a:ext uri="{FF2B5EF4-FFF2-40B4-BE49-F238E27FC236}">
                    <a16:creationId xmlns:a16="http://schemas.microsoft.com/office/drawing/2014/main" id="{EB46771B-8A34-4674-9A4F-B7B51A5AE5F9}"/>
                  </a:ext>
                </a:extLst>
              </p:cNvPr>
              <p:cNvSpPr/>
              <p:nvPr/>
            </p:nvSpPr>
            <p:spPr>
              <a:xfrm>
                <a:off x="1075486" y="19329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0" name="流程图: 接点 2339">
                <a:extLst>
                  <a:ext uri="{FF2B5EF4-FFF2-40B4-BE49-F238E27FC236}">
                    <a16:creationId xmlns:a16="http://schemas.microsoft.com/office/drawing/2014/main" id="{18BF0118-C7EF-4E2C-9049-8C90E8DABE35}"/>
                  </a:ext>
                </a:extLst>
              </p:cNvPr>
              <p:cNvSpPr/>
              <p:nvPr/>
            </p:nvSpPr>
            <p:spPr>
              <a:xfrm>
                <a:off x="1039486" y="19689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1" name="流程图: 接点 2340">
                <a:extLst>
                  <a:ext uri="{FF2B5EF4-FFF2-40B4-BE49-F238E27FC236}">
                    <a16:creationId xmlns:a16="http://schemas.microsoft.com/office/drawing/2014/main" id="{4A1D263B-12AB-4606-9085-C496AF46A5A1}"/>
                  </a:ext>
                </a:extLst>
              </p:cNvPr>
              <p:cNvSpPr/>
              <p:nvPr/>
            </p:nvSpPr>
            <p:spPr>
              <a:xfrm>
                <a:off x="1005958" y="18969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2" name="流程图: 接点 2341">
                <a:extLst>
                  <a:ext uri="{FF2B5EF4-FFF2-40B4-BE49-F238E27FC236}">
                    <a16:creationId xmlns:a16="http://schemas.microsoft.com/office/drawing/2014/main" id="{098C6B4F-33B8-4ECD-8A17-960222143F3C}"/>
                  </a:ext>
                </a:extLst>
              </p:cNvPr>
              <p:cNvSpPr/>
              <p:nvPr/>
            </p:nvSpPr>
            <p:spPr>
              <a:xfrm>
                <a:off x="1144316" y="18835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3" name="流程图: 接点 2342">
                <a:extLst>
                  <a:ext uri="{FF2B5EF4-FFF2-40B4-BE49-F238E27FC236}">
                    <a16:creationId xmlns:a16="http://schemas.microsoft.com/office/drawing/2014/main" id="{479E55C2-C6ED-441A-81BF-91767D39DD9B}"/>
                  </a:ext>
                </a:extLst>
              </p:cNvPr>
              <p:cNvSpPr/>
              <p:nvPr/>
            </p:nvSpPr>
            <p:spPr>
              <a:xfrm>
                <a:off x="1057486" y="19015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4" name="流程图: 接点 2343">
                <a:extLst>
                  <a:ext uri="{FF2B5EF4-FFF2-40B4-BE49-F238E27FC236}">
                    <a16:creationId xmlns:a16="http://schemas.microsoft.com/office/drawing/2014/main" id="{E006F597-AC74-461D-92DA-338F2BD56D23}"/>
                  </a:ext>
                </a:extLst>
              </p:cNvPr>
              <p:cNvSpPr/>
              <p:nvPr/>
            </p:nvSpPr>
            <p:spPr>
              <a:xfrm>
                <a:off x="1021486" y="19375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5" name="流程图: 接点 2344">
                <a:extLst>
                  <a:ext uri="{FF2B5EF4-FFF2-40B4-BE49-F238E27FC236}">
                    <a16:creationId xmlns:a16="http://schemas.microsoft.com/office/drawing/2014/main" id="{DD5B3A8B-4C74-4F9A-AB43-AC0A359667C1}"/>
                  </a:ext>
                </a:extLst>
              </p:cNvPr>
              <p:cNvSpPr/>
              <p:nvPr/>
            </p:nvSpPr>
            <p:spPr>
              <a:xfrm>
                <a:off x="1075486" y="18878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6" name="流程图: 接点 2345">
                <a:extLst>
                  <a:ext uri="{FF2B5EF4-FFF2-40B4-BE49-F238E27FC236}">
                    <a16:creationId xmlns:a16="http://schemas.microsoft.com/office/drawing/2014/main" id="{D0A8C6CE-B01F-4640-8A0D-9855F4E73A70}"/>
                  </a:ext>
                </a:extLst>
              </p:cNvPr>
              <p:cNvSpPr/>
              <p:nvPr/>
            </p:nvSpPr>
            <p:spPr>
              <a:xfrm>
                <a:off x="1039486" y="19238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7" name="流程图: 接点 2346">
                <a:extLst>
                  <a:ext uri="{FF2B5EF4-FFF2-40B4-BE49-F238E27FC236}">
                    <a16:creationId xmlns:a16="http://schemas.microsoft.com/office/drawing/2014/main" id="{47AA1D48-FDA5-4ED7-BDF1-1335DD86E4CA}"/>
                  </a:ext>
                </a:extLst>
              </p:cNvPr>
              <p:cNvSpPr/>
              <p:nvPr/>
            </p:nvSpPr>
            <p:spPr>
              <a:xfrm>
                <a:off x="1021486" y="18925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8" name="流程图: 接点 2347">
                <a:extLst>
                  <a:ext uri="{FF2B5EF4-FFF2-40B4-BE49-F238E27FC236}">
                    <a16:creationId xmlns:a16="http://schemas.microsoft.com/office/drawing/2014/main" id="{3BD43EA8-6E02-44AA-8B43-8C84CF3B7F84}"/>
                  </a:ext>
                </a:extLst>
              </p:cNvPr>
              <p:cNvSpPr/>
              <p:nvPr/>
            </p:nvSpPr>
            <p:spPr>
              <a:xfrm>
                <a:off x="1013561" y="194497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9" name="流程图: 接点 2348">
                <a:extLst>
                  <a:ext uri="{FF2B5EF4-FFF2-40B4-BE49-F238E27FC236}">
                    <a16:creationId xmlns:a16="http://schemas.microsoft.com/office/drawing/2014/main" id="{36BA4939-0438-4327-888F-28FC77337D3F}"/>
                  </a:ext>
                </a:extLst>
              </p:cNvPr>
              <p:cNvSpPr/>
              <p:nvPr/>
            </p:nvSpPr>
            <p:spPr>
              <a:xfrm>
                <a:off x="1187811" y="15146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0" name="流程图: 接点 2349">
                <a:extLst>
                  <a:ext uri="{FF2B5EF4-FFF2-40B4-BE49-F238E27FC236}">
                    <a16:creationId xmlns:a16="http://schemas.microsoft.com/office/drawing/2014/main" id="{76B9EE4B-797C-43EA-8E51-85FE08782AFE}"/>
                  </a:ext>
                </a:extLst>
              </p:cNvPr>
              <p:cNvSpPr/>
              <p:nvPr/>
            </p:nvSpPr>
            <p:spPr>
              <a:xfrm>
                <a:off x="1151811" y="15506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1" name="流程图: 接点 2350">
                <a:extLst>
                  <a:ext uri="{FF2B5EF4-FFF2-40B4-BE49-F238E27FC236}">
                    <a16:creationId xmlns:a16="http://schemas.microsoft.com/office/drawing/2014/main" id="{DB635FA1-13E1-47B5-977C-4385A4A42F81}"/>
                  </a:ext>
                </a:extLst>
              </p:cNvPr>
              <p:cNvSpPr/>
              <p:nvPr/>
            </p:nvSpPr>
            <p:spPr>
              <a:xfrm>
                <a:off x="1256641" y="146530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2" name="流程图: 接点 2351">
                <a:extLst>
                  <a:ext uri="{FF2B5EF4-FFF2-40B4-BE49-F238E27FC236}">
                    <a16:creationId xmlns:a16="http://schemas.microsoft.com/office/drawing/2014/main" id="{CBDCB0C7-231B-4137-888F-8DD04A69F1B2}"/>
                  </a:ext>
                </a:extLst>
              </p:cNvPr>
              <p:cNvSpPr/>
              <p:nvPr/>
            </p:nvSpPr>
            <p:spPr>
              <a:xfrm>
                <a:off x="1169811" y="148330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3" name="流程图: 接点 2352">
                <a:extLst>
                  <a:ext uri="{FF2B5EF4-FFF2-40B4-BE49-F238E27FC236}">
                    <a16:creationId xmlns:a16="http://schemas.microsoft.com/office/drawing/2014/main" id="{9F99CAC8-B74E-48D6-AB4D-6D211F9C9841}"/>
                  </a:ext>
                </a:extLst>
              </p:cNvPr>
              <p:cNvSpPr/>
              <p:nvPr/>
            </p:nvSpPr>
            <p:spPr>
              <a:xfrm>
                <a:off x="1133811" y="151930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4" name="流程图: 接点 2353">
                <a:extLst>
                  <a:ext uri="{FF2B5EF4-FFF2-40B4-BE49-F238E27FC236}">
                    <a16:creationId xmlns:a16="http://schemas.microsoft.com/office/drawing/2014/main" id="{1F434119-4BB6-4DA9-A5B7-D657ABD6B95E}"/>
                  </a:ext>
                </a:extLst>
              </p:cNvPr>
              <p:cNvSpPr/>
              <p:nvPr/>
            </p:nvSpPr>
            <p:spPr>
              <a:xfrm>
                <a:off x="1187811" y="146965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5" name="流程图: 接点 2354">
                <a:extLst>
                  <a:ext uri="{FF2B5EF4-FFF2-40B4-BE49-F238E27FC236}">
                    <a16:creationId xmlns:a16="http://schemas.microsoft.com/office/drawing/2014/main" id="{72DFF21C-3538-4BAB-A294-F959E628D003}"/>
                  </a:ext>
                </a:extLst>
              </p:cNvPr>
              <p:cNvSpPr/>
              <p:nvPr/>
            </p:nvSpPr>
            <p:spPr>
              <a:xfrm>
                <a:off x="1151811" y="150565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6" name="流程图: 接点 2355">
                <a:extLst>
                  <a:ext uri="{FF2B5EF4-FFF2-40B4-BE49-F238E27FC236}">
                    <a16:creationId xmlns:a16="http://schemas.microsoft.com/office/drawing/2014/main" id="{83E2A3A5-0C0D-49FA-B8CD-288AFD6E8264}"/>
                  </a:ext>
                </a:extLst>
              </p:cNvPr>
              <p:cNvSpPr/>
              <p:nvPr/>
            </p:nvSpPr>
            <p:spPr>
              <a:xfrm>
                <a:off x="1133811" y="147428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7" name="流程图: 接点 2356">
                <a:extLst>
                  <a:ext uri="{FF2B5EF4-FFF2-40B4-BE49-F238E27FC236}">
                    <a16:creationId xmlns:a16="http://schemas.microsoft.com/office/drawing/2014/main" id="{5C5434BA-380B-471D-9029-9B9D367FDD2A}"/>
                  </a:ext>
                </a:extLst>
              </p:cNvPr>
              <p:cNvSpPr/>
              <p:nvPr/>
            </p:nvSpPr>
            <p:spPr>
              <a:xfrm>
                <a:off x="1059529" y="145259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8" name="流程图: 接点 2357">
                <a:extLst>
                  <a:ext uri="{FF2B5EF4-FFF2-40B4-BE49-F238E27FC236}">
                    <a16:creationId xmlns:a16="http://schemas.microsoft.com/office/drawing/2014/main" id="{0B8C5692-6BE6-4DFE-A37D-095190098B0D}"/>
                  </a:ext>
                </a:extLst>
              </p:cNvPr>
              <p:cNvSpPr/>
              <p:nvPr/>
            </p:nvSpPr>
            <p:spPr>
              <a:xfrm>
                <a:off x="1023529" y="148859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9" name="流程图: 接点 2358">
                <a:extLst>
                  <a:ext uri="{FF2B5EF4-FFF2-40B4-BE49-F238E27FC236}">
                    <a16:creationId xmlns:a16="http://schemas.microsoft.com/office/drawing/2014/main" id="{7B28EB99-9C9A-4189-9741-EC6D47C336F8}"/>
                  </a:ext>
                </a:extLst>
              </p:cNvPr>
              <p:cNvSpPr/>
              <p:nvPr/>
            </p:nvSpPr>
            <p:spPr>
              <a:xfrm>
                <a:off x="1005529" y="145723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0" name="流程图: 接点 2359">
                <a:extLst>
                  <a:ext uri="{FF2B5EF4-FFF2-40B4-BE49-F238E27FC236}">
                    <a16:creationId xmlns:a16="http://schemas.microsoft.com/office/drawing/2014/main" id="{1155B85D-2661-4A44-BD6C-C65130F5948A}"/>
                  </a:ext>
                </a:extLst>
              </p:cNvPr>
              <p:cNvSpPr/>
              <p:nvPr/>
            </p:nvSpPr>
            <p:spPr>
              <a:xfrm>
                <a:off x="1033925" y="15577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1" name="流程图: 接点 2360">
                <a:extLst>
                  <a:ext uri="{FF2B5EF4-FFF2-40B4-BE49-F238E27FC236}">
                    <a16:creationId xmlns:a16="http://schemas.microsoft.com/office/drawing/2014/main" id="{86C8DF35-7541-42EC-87EC-EA31560E05A8}"/>
                  </a:ext>
                </a:extLst>
              </p:cNvPr>
              <p:cNvSpPr/>
              <p:nvPr/>
            </p:nvSpPr>
            <p:spPr>
              <a:xfrm>
                <a:off x="997925" y="15937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2" name="流程图: 接点 2361">
                <a:extLst>
                  <a:ext uri="{FF2B5EF4-FFF2-40B4-BE49-F238E27FC236}">
                    <a16:creationId xmlns:a16="http://schemas.microsoft.com/office/drawing/2014/main" id="{27ABCD3A-8E10-40A2-89C4-E57EAC2BB57E}"/>
                  </a:ext>
                </a:extLst>
              </p:cNvPr>
              <p:cNvSpPr/>
              <p:nvPr/>
            </p:nvSpPr>
            <p:spPr>
              <a:xfrm>
                <a:off x="1102755" y="15083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3" name="流程图: 接点 2362">
                <a:extLst>
                  <a:ext uri="{FF2B5EF4-FFF2-40B4-BE49-F238E27FC236}">
                    <a16:creationId xmlns:a16="http://schemas.microsoft.com/office/drawing/2014/main" id="{8C5019C4-7E27-4785-9C90-0798E750BBF1}"/>
                  </a:ext>
                </a:extLst>
              </p:cNvPr>
              <p:cNvSpPr/>
              <p:nvPr/>
            </p:nvSpPr>
            <p:spPr>
              <a:xfrm>
                <a:off x="1015925" y="15263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4" name="流程图: 接点 2363">
                <a:extLst>
                  <a:ext uri="{FF2B5EF4-FFF2-40B4-BE49-F238E27FC236}">
                    <a16:creationId xmlns:a16="http://schemas.microsoft.com/office/drawing/2014/main" id="{DC53234C-9946-49DB-9FB3-A2ABC3171403}"/>
                  </a:ext>
                </a:extLst>
              </p:cNvPr>
              <p:cNvSpPr/>
              <p:nvPr/>
            </p:nvSpPr>
            <p:spPr>
              <a:xfrm>
                <a:off x="979925" y="15623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5" name="流程图: 接点 2364">
                <a:extLst>
                  <a:ext uri="{FF2B5EF4-FFF2-40B4-BE49-F238E27FC236}">
                    <a16:creationId xmlns:a16="http://schemas.microsoft.com/office/drawing/2014/main" id="{033CFAFA-148C-44F8-B7D5-8EBEB377C97E}"/>
                  </a:ext>
                </a:extLst>
              </p:cNvPr>
              <p:cNvSpPr/>
              <p:nvPr/>
            </p:nvSpPr>
            <p:spPr>
              <a:xfrm>
                <a:off x="1033925" y="15127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6" name="流程图: 接点 2365">
                <a:extLst>
                  <a:ext uri="{FF2B5EF4-FFF2-40B4-BE49-F238E27FC236}">
                    <a16:creationId xmlns:a16="http://schemas.microsoft.com/office/drawing/2014/main" id="{DF91F3E6-C740-48A7-9D7F-DF9508663042}"/>
                  </a:ext>
                </a:extLst>
              </p:cNvPr>
              <p:cNvSpPr/>
              <p:nvPr/>
            </p:nvSpPr>
            <p:spPr>
              <a:xfrm>
                <a:off x="997925" y="15487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7" name="流程图: 接点 2366">
                <a:extLst>
                  <a:ext uri="{FF2B5EF4-FFF2-40B4-BE49-F238E27FC236}">
                    <a16:creationId xmlns:a16="http://schemas.microsoft.com/office/drawing/2014/main" id="{4278582F-B1BA-46DE-A429-A82AB22417F9}"/>
                  </a:ext>
                </a:extLst>
              </p:cNvPr>
              <p:cNvSpPr/>
              <p:nvPr/>
            </p:nvSpPr>
            <p:spPr>
              <a:xfrm>
                <a:off x="1015925" y="148137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8" name="流程图: 接点 2367">
                <a:extLst>
                  <a:ext uri="{FF2B5EF4-FFF2-40B4-BE49-F238E27FC236}">
                    <a16:creationId xmlns:a16="http://schemas.microsoft.com/office/drawing/2014/main" id="{5B06F3B9-CD1E-4265-8325-0504740AEEEC}"/>
                  </a:ext>
                </a:extLst>
              </p:cNvPr>
              <p:cNvSpPr/>
              <p:nvPr/>
            </p:nvSpPr>
            <p:spPr>
              <a:xfrm>
                <a:off x="979925" y="151737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9" name="流程图: 接点 2368">
                <a:extLst>
                  <a:ext uri="{FF2B5EF4-FFF2-40B4-BE49-F238E27FC236}">
                    <a16:creationId xmlns:a16="http://schemas.microsoft.com/office/drawing/2014/main" id="{867900BF-B1BE-4EF9-B912-600351703D03}"/>
                  </a:ext>
                </a:extLst>
              </p:cNvPr>
              <p:cNvSpPr/>
              <p:nvPr/>
            </p:nvSpPr>
            <p:spPr>
              <a:xfrm>
                <a:off x="1296348" y="14908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0" name="流程图: 接点 2369">
                <a:extLst>
                  <a:ext uri="{FF2B5EF4-FFF2-40B4-BE49-F238E27FC236}">
                    <a16:creationId xmlns:a16="http://schemas.microsoft.com/office/drawing/2014/main" id="{76A052DE-77ED-428C-8821-63C0C747912E}"/>
                  </a:ext>
                </a:extLst>
              </p:cNvPr>
              <p:cNvSpPr/>
              <p:nvPr/>
            </p:nvSpPr>
            <p:spPr>
              <a:xfrm>
                <a:off x="1260348" y="15268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1" name="流程图: 接点 2370">
                <a:extLst>
                  <a:ext uri="{FF2B5EF4-FFF2-40B4-BE49-F238E27FC236}">
                    <a16:creationId xmlns:a16="http://schemas.microsoft.com/office/drawing/2014/main" id="{6A6EF998-1A3C-4EEF-AABF-537D9671CD63}"/>
                  </a:ext>
                </a:extLst>
              </p:cNvPr>
              <p:cNvSpPr/>
              <p:nvPr/>
            </p:nvSpPr>
            <p:spPr>
              <a:xfrm>
                <a:off x="1226820" y="14548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2" name="流程图: 接点 2371">
                <a:extLst>
                  <a:ext uri="{FF2B5EF4-FFF2-40B4-BE49-F238E27FC236}">
                    <a16:creationId xmlns:a16="http://schemas.microsoft.com/office/drawing/2014/main" id="{31134883-7CCC-487D-84D2-E7B6C3127524}"/>
                  </a:ext>
                </a:extLst>
              </p:cNvPr>
              <p:cNvSpPr/>
              <p:nvPr/>
            </p:nvSpPr>
            <p:spPr>
              <a:xfrm>
                <a:off x="1278348" y="145945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3" name="流程图: 接点 2372">
                <a:extLst>
                  <a:ext uri="{FF2B5EF4-FFF2-40B4-BE49-F238E27FC236}">
                    <a16:creationId xmlns:a16="http://schemas.microsoft.com/office/drawing/2014/main" id="{BEB0AAED-E545-41D1-95A1-BE1208F2D592}"/>
                  </a:ext>
                </a:extLst>
              </p:cNvPr>
              <p:cNvSpPr/>
              <p:nvPr/>
            </p:nvSpPr>
            <p:spPr>
              <a:xfrm>
                <a:off x="1242348" y="149545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4" name="流程图: 接点 2373">
                <a:extLst>
                  <a:ext uri="{FF2B5EF4-FFF2-40B4-BE49-F238E27FC236}">
                    <a16:creationId xmlns:a16="http://schemas.microsoft.com/office/drawing/2014/main" id="{60BE0FCB-B08B-47E7-BD6E-D8FA75077B61}"/>
                  </a:ext>
                </a:extLst>
              </p:cNvPr>
              <p:cNvSpPr/>
              <p:nvPr/>
            </p:nvSpPr>
            <p:spPr>
              <a:xfrm>
                <a:off x="1260348" y="148180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5" name="流程图: 接点 2374">
                <a:extLst>
                  <a:ext uri="{FF2B5EF4-FFF2-40B4-BE49-F238E27FC236}">
                    <a16:creationId xmlns:a16="http://schemas.microsoft.com/office/drawing/2014/main" id="{E72C551C-4EE2-4314-BE7B-96E1EA0FC93F}"/>
                  </a:ext>
                </a:extLst>
              </p:cNvPr>
              <p:cNvSpPr/>
              <p:nvPr/>
            </p:nvSpPr>
            <p:spPr>
              <a:xfrm>
                <a:off x="1270744" y="15959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6" name="流程图: 接点 2375">
                <a:extLst>
                  <a:ext uri="{FF2B5EF4-FFF2-40B4-BE49-F238E27FC236}">
                    <a16:creationId xmlns:a16="http://schemas.microsoft.com/office/drawing/2014/main" id="{1EA5AE67-969E-4DCC-8F62-2A6E85C47372}"/>
                  </a:ext>
                </a:extLst>
              </p:cNvPr>
              <p:cNvSpPr/>
              <p:nvPr/>
            </p:nvSpPr>
            <p:spPr>
              <a:xfrm>
                <a:off x="1234744" y="16319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7" name="流程图: 接点 2376">
                <a:extLst>
                  <a:ext uri="{FF2B5EF4-FFF2-40B4-BE49-F238E27FC236}">
                    <a16:creationId xmlns:a16="http://schemas.microsoft.com/office/drawing/2014/main" id="{6F47D276-18EA-40E9-A9FC-E5B887770728}"/>
                  </a:ext>
                </a:extLst>
              </p:cNvPr>
              <p:cNvSpPr/>
              <p:nvPr/>
            </p:nvSpPr>
            <p:spPr>
              <a:xfrm>
                <a:off x="1339574" y="15466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8" name="流程图: 接点 2377">
                <a:extLst>
                  <a:ext uri="{FF2B5EF4-FFF2-40B4-BE49-F238E27FC236}">
                    <a16:creationId xmlns:a16="http://schemas.microsoft.com/office/drawing/2014/main" id="{1F378BDB-71AC-49DE-951E-A5E858EA0BC3}"/>
                  </a:ext>
                </a:extLst>
              </p:cNvPr>
              <p:cNvSpPr/>
              <p:nvPr/>
            </p:nvSpPr>
            <p:spPr>
              <a:xfrm>
                <a:off x="1252744" y="15646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9" name="流程图: 接点 2378">
                <a:extLst>
                  <a:ext uri="{FF2B5EF4-FFF2-40B4-BE49-F238E27FC236}">
                    <a16:creationId xmlns:a16="http://schemas.microsoft.com/office/drawing/2014/main" id="{45E6EAC5-C336-4062-ACD7-F4D8C619B02D}"/>
                  </a:ext>
                </a:extLst>
              </p:cNvPr>
              <p:cNvSpPr/>
              <p:nvPr/>
            </p:nvSpPr>
            <p:spPr>
              <a:xfrm>
                <a:off x="1216744" y="16006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0" name="流程图: 接点 2379">
                <a:extLst>
                  <a:ext uri="{FF2B5EF4-FFF2-40B4-BE49-F238E27FC236}">
                    <a16:creationId xmlns:a16="http://schemas.microsoft.com/office/drawing/2014/main" id="{39BC950D-E080-4C6E-8F80-463C815FC483}"/>
                  </a:ext>
                </a:extLst>
              </p:cNvPr>
              <p:cNvSpPr/>
              <p:nvPr/>
            </p:nvSpPr>
            <p:spPr>
              <a:xfrm>
                <a:off x="1270744" y="155096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1" name="流程图: 接点 2380">
                <a:extLst>
                  <a:ext uri="{FF2B5EF4-FFF2-40B4-BE49-F238E27FC236}">
                    <a16:creationId xmlns:a16="http://schemas.microsoft.com/office/drawing/2014/main" id="{A051B5D3-226B-4D9D-ADD4-6CF090F8461D}"/>
                  </a:ext>
                </a:extLst>
              </p:cNvPr>
              <p:cNvSpPr/>
              <p:nvPr/>
            </p:nvSpPr>
            <p:spPr>
              <a:xfrm>
                <a:off x="1234744" y="158696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2" name="流程图: 接点 2381">
                <a:extLst>
                  <a:ext uri="{FF2B5EF4-FFF2-40B4-BE49-F238E27FC236}">
                    <a16:creationId xmlns:a16="http://schemas.microsoft.com/office/drawing/2014/main" id="{A9ABD261-0A2F-4FAD-9791-261FD5B67D83}"/>
                  </a:ext>
                </a:extLst>
              </p:cNvPr>
              <p:cNvSpPr/>
              <p:nvPr/>
            </p:nvSpPr>
            <p:spPr>
              <a:xfrm>
                <a:off x="1252744" y="151959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3" name="流程图: 接点 2382">
                <a:extLst>
                  <a:ext uri="{FF2B5EF4-FFF2-40B4-BE49-F238E27FC236}">
                    <a16:creationId xmlns:a16="http://schemas.microsoft.com/office/drawing/2014/main" id="{0C3AB45A-3B38-4DA5-8407-0E17E020C102}"/>
                  </a:ext>
                </a:extLst>
              </p:cNvPr>
              <p:cNvSpPr/>
              <p:nvPr/>
            </p:nvSpPr>
            <p:spPr>
              <a:xfrm>
                <a:off x="1216744" y="155559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4" name="流程图: 接点 2383">
                <a:extLst>
                  <a:ext uri="{FF2B5EF4-FFF2-40B4-BE49-F238E27FC236}">
                    <a16:creationId xmlns:a16="http://schemas.microsoft.com/office/drawing/2014/main" id="{B9BAD915-326D-444E-9861-FAA4823AD97B}"/>
                  </a:ext>
                </a:extLst>
              </p:cNvPr>
              <p:cNvSpPr/>
              <p:nvPr/>
            </p:nvSpPr>
            <p:spPr>
              <a:xfrm>
                <a:off x="1230688" y="17045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5" name="流程图: 接点 2384">
                <a:extLst>
                  <a:ext uri="{FF2B5EF4-FFF2-40B4-BE49-F238E27FC236}">
                    <a16:creationId xmlns:a16="http://schemas.microsoft.com/office/drawing/2014/main" id="{2B6F1F6E-AF7C-4B57-8DF0-3A49FFC3CC10}"/>
                  </a:ext>
                </a:extLst>
              </p:cNvPr>
              <p:cNvSpPr/>
              <p:nvPr/>
            </p:nvSpPr>
            <p:spPr>
              <a:xfrm>
                <a:off x="1299518" y="16551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6" name="流程图: 接点 2385">
                <a:extLst>
                  <a:ext uri="{FF2B5EF4-FFF2-40B4-BE49-F238E27FC236}">
                    <a16:creationId xmlns:a16="http://schemas.microsoft.com/office/drawing/2014/main" id="{CEB25C36-160F-4177-9333-76658D5B914E}"/>
                  </a:ext>
                </a:extLst>
              </p:cNvPr>
              <p:cNvSpPr/>
              <p:nvPr/>
            </p:nvSpPr>
            <p:spPr>
              <a:xfrm>
                <a:off x="1212688" y="16731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7" name="流程图: 接点 2386">
                <a:extLst>
                  <a:ext uri="{FF2B5EF4-FFF2-40B4-BE49-F238E27FC236}">
                    <a16:creationId xmlns:a16="http://schemas.microsoft.com/office/drawing/2014/main" id="{7C75FED5-5A8F-4014-86E4-33AE903CCE0B}"/>
                  </a:ext>
                </a:extLst>
              </p:cNvPr>
              <p:cNvSpPr/>
              <p:nvPr/>
            </p:nvSpPr>
            <p:spPr>
              <a:xfrm>
                <a:off x="1230688" y="16594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8" name="流程图: 接点 2387">
                <a:extLst>
                  <a:ext uri="{FF2B5EF4-FFF2-40B4-BE49-F238E27FC236}">
                    <a16:creationId xmlns:a16="http://schemas.microsoft.com/office/drawing/2014/main" id="{7085872C-D6AB-4F76-BC1D-999B56CA84CF}"/>
                  </a:ext>
                </a:extLst>
              </p:cNvPr>
              <p:cNvSpPr/>
              <p:nvPr/>
            </p:nvSpPr>
            <p:spPr>
              <a:xfrm>
                <a:off x="1212688" y="16281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9" name="流程图: 接点 2388">
                <a:extLst>
                  <a:ext uri="{FF2B5EF4-FFF2-40B4-BE49-F238E27FC236}">
                    <a16:creationId xmlns:a16="http://schemas.microsoft.com/office/drawing/2014/main" id="{F7248FA6-09CB-4DD9-9C05-2E526CB9ED12}"/>
                  </a:ext>
                </a:extLst>
              </p:cNvPr>
              <p:cNvSpPr/>
              <p:nvPr/>
            </p:nvSpPr>
            <p:spPr>
              <a:xfrm>
                <a:off x="1205084" y="180966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0" name="流程图: 接点 2389">
                <a:extLst>
                  <a:ext uri="{FF2B5EF4-FFF2-40B4-BE49-F238E27FC236}">
                    <a16:creationId xmlns:a16="http://schemas.microsoft.com/office/drawing/2014/main" id="{2AD97989-4512-4885-978F-9A34D729375D}"/>
                  </a:ext>
                </a:extLst>
              </p:cNvPr>
              <p:cNvSpPr/>
              <p:nvPr/>
            </p:nvSpPr>
            <p:spPr>
              <a:xfrm>
                <a:off x="1273914" y="176029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1" name="流程图: 接点 2390">
                <a:extLst>
                  <a:ext uri="{FF2B5EF4-FFF2-40B4-BE49-F238E27FC236}">
                    <a16:creationId xmlns:a16="http://schemas.microsoft.com/office/drawing/2014/main" id="{237C3987-18FE-49E7-AD3A-6D10DFE748BB}"/>
                  </a:ext>
                </a:extLst>
              </p:cNvPr>
              <p:cNvSpPr/>
              <p:nvPr/>
            </p:nvSpPr>
            <p:spPr>
              <a:xfrm>
                <a:off x="1205084" y="176464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2" name="流程图: 接点 2391">
                <a:extLst>
                  <a:ext uri="{FF2B5EF4-FFF2-40B4-BE49-F238E27FC236}">
                    <a16:creationId xmlns:a16="http://schemas.microsoft.com/office/drawing/2014/main" id="{88AC146B-AD81-4B64-B309-AEDC73B77AC2}"/>
                  </a:ext>
                </a:extLst>
              </p:cNvPr>
              <p:cNvSpPr/>
              <p:nvPr/>
            </p:nvSpPr>
            <p:spPr>
              <a:xfrm>
                <a:off x="1213736" y="159960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3" name="流程图: 接点 2392">
                <a:extLst>
                  <a:ext uri="{FF2B5EF4-FFF2-40B4-BE49-F238E27FC236}">
                    <a16:creationId xmlns:a16="http://schemas.microsoft.com/office/drawing/2014/main" id="{080ED8D0-2A4D-4607-8125-5F3984C91EDC}"/>
                  </a:ext>
                </a:extLst>
              </p:cNvPr>
              <p:cNvSpPr/>
              <p:nvPr/>
            </p:nvSpPr>
            <p:spPr>
              <a:xfrm>
                <a:off x="1352094" y="155254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4" name="流程图: 接点 2393">
                <a:extLst>
                  <a:ext uri="{FF2B5EF4-FFF2-40B4-BE49-F238E27FC236}">
                    <a16:creationId xmlns:a16="http://schemas.microsoft.com/office/drawing/2014/main" id="{7E797AED-C911-493E-8BA7-06C7812B9A12}"/>
                  </a:ext>
                </a:extLst>
              </p:cNvPr>
              <p:cNvSpPr/>
              <p:nvPr/>
            </p:nvSpPr>
            <p:spPr>
              <a:xfrm>
                <a:off x="1316094" y="158854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5" name="流程图: 接点 2394">
                <a:extLst>
                  <a:ext uri="{FF2B5EF4-FFF2-40B4-BE49-F238E27FC236}">
                    <a16:creationId xmlns:a16="http://schemas.microsoft.com/office/drawing/2014/main" id="{C4B2B2B1-E1F3-4D3F-B9B6-0C939B0EB97E}"/>
                  </a:ext>
                </a:extLst>
              </p:cNvPr>
              <p:cNvSpPr/>
              <p:nvPr/>
            </p:nvSpPr>
            <p:spPr>
              <a:xfrm>
                <a:off x="1282566" y="151654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6" name="流程图: 接点 2395">
                <a:extLst>
                  <a:ext uri="{FF2B5EF4-FFF2-40B4-BE49-F238E27FC236}">
                    <a16:creationId xmlns:a16="http://schemas.microsoft.com/office/drawing/2014/main" id="{80074FA8-7719-4021-8F66-D07DC4D74089}"/>
                  </a:ext>
                </a:extLst>
              </p:cNvPr>
              <p:cNvSpPr/>
              <p:nvPr/>
            </p:nvSpPr>
            <p:spPr>
              <a:xfrm>
                <a:off x="1420924" y="150317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7" name="流程图: 接点 2396">
                <a:extLst>
                  <a:ext uri="{FF2B5EF4-FFF2-40B4-BE49-F238E27FC236}">
                    <a16:creationId xmlns:a16="http://schemas.microsoft.com/office/drawing/2014/main" id="{21AAB165-DC27-48DD-878E-440DBE4C52BC}"/>
                  </a:ext>
                </a:extLst>
              </p:cNvPr>
              <p:cNvSpPr/>
              <p:nvPr/>
            </p:nvSpPr>
            <p:spPr>
              <a:xfrm>
                <a:off x="1334094" y="152117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8" name="流程图: 接点 2397">
                <a:extLst>
                  <a:ext uri="{FF2B5EF4-FFF2-40B4-BE49-F238E27FC236}">
                    <a16:creationId xmlns:a16="http://schemas.microsoft.com/office/drawing/2014/main" id="{69FDDCA9-21A5-4EF6-897D-E003A8DD6B04}"/>
                  </a:ext>
                </a:extLst>
              </p:cNvPr>
              <p:cNvSpPr/>
              <p:nvPr/>
            </p:nvSpPr>
            <p:spPr>
              <a:xfrm>
                <a:off x="1298094" y="155717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9" name="流程图: 接点 2398">
                <a:extLst>
                  <a:ext uri="{FF2B5EF4-FFF2-40B4-BE49-F238E27FC236}">
                    <a16:creationId xmlns:a16="http://schemas.microsoft.com/office/drawing/2014/main" id="{AFF574BC-49B6-4747-A292-04D4C5C58F76}"/>
                  </a:ext>
                </a:extLst>
              </p:cNvPr>
              <p:cNvSpPr/>
              <p:nvPr/>
            </p:nvSpPr>
            <p:spPr>
              <a:xfrm>
                <a:off x="1213736" y="155458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0" name="流程图: 接点 2399">
                <a:extLst>
                  <a:ext uri="{FF2B5EF4-FFF2-40B4-BE49-F238E27FC236}">
                    <a16:creationId xmlns:a16="http://schemas.microsoft.com/office/drawing/2014/main" id="{F09F8BF6-C49F-4ED0-9A91-640AD894CCF6}"/>
                  </a:ext>
                </a:extLst>
              </p:cNvPr>
              <p:cNvSpPr/>
              <p:nvPr/>
            </p:nvSpPr>
            <p:spPr>
              <a:xfrm>
                <a:off x="1352094" y="150752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1" name="流程图: 接点 2400">
                <a:extLst>
                  <a:ext uri="{FF2B5EF4-FFF2-40B4-BE49-F238E27FC236}">
                    <a16:creationId xmlns:a16="http://schemas.microsoft.com/office/drawing/2014/main" id="{D446D242-87FE-4C4F-8769-5F22872690F9}"/>
                  </a:ext>
                </a:extLst>
              </p:cNvPr>
              <p:cNvSpPr/>
              <p:nvPr/>
            </p:nvSpPr>
            <p:spPr>
              <a:xfrm>
                <a:off x="1316094" y="154352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2" name="流程图: 接点 2401">
                <a:extLst>
                  <a:ext uri="{FF2B5EF4-FFF2-40B4-BE49-F238E27FC236}">
                    <a16:creationId xmlns:a16="http://schemas.microsoft.com/office/drawing/2014/main" id="{2F2B0C70-F5F3-4AC1-9AE8-44CA572B2198}"/>
                  </a:ext>
                </a:extLst>
              </p:cNvPr>
              <p:cNvSpPr/>
              <p:nvPr/>
            </p:nvSpPr>
            <p:spPr>
              <a:xfrm>
                <a:off x="1298094" y="151215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3" name="流程图: 接点 2402">
                <a:extLst>
                  <a:ext uri="{FF2B5EF4-FFF2-40B4-BE49-F238E27FC236}">
                    <a16:creationId xmlns:a16="http://schemas.microsoft.com/office/drawing/2014/main" id="{E943FDCA-F297-424B-9DF4-A22ADFB712DC}"/>
                  </a:ext>
                </a:extLst>
              </p:cNvPr>
              <p:cNvSpPr/>
              <p:nvPr/>
            </p:nvSpPr>
            <p:spPr>
              <a:xfrm>
                <a:off x="1221339" y="16139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4" name="流程图: 接点 2403">
                <a:extLst>
                  <a:ext uri="{FF2B5EF4-FFF2-40B4-BE49-F238E27FC236}">
                    <a16:creationId xmlns:a16="http://schemas.microsoft.com/office/drawing/2014/main" id="{8E14B0DA-D3B3-412F-91A8-9F6021BFB7DE}"/>
                  </a:ext>
                </a:extLst>
              </p:cNvPr>
              <p:cNvSpPr/>
              <p:nvPr/>
            </p:nvSpPr>
            <p:spPr>
              <a:xfrm>
                <a:off x="1290169" y="15646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5" name="流程图: 接点 2404">
                <a:extLst>
                  <a:ext uri="{FF2B5EF4-FFF2-40B4-BE49-F238E27FC236}">
                    <a16:creationId xmlns:a16="http://schemas.microsoft.com/office/drawing/2014/main" id="{E70A1D0D-D802-4522-955B-672C13C1741C}"/>
                  </a:ext>
                </a:extLst>
              </p:cNvPr>
              <p:cNvSpPr/>
              <p:nvPr/>
            </p:nvSpPr>
            <p:spPr>
              <a:xfrm>
                <a:off x="1203339" y="15826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6" name="流程图: 接点 2405">
                <a:extLst>
                  <a:ext uri="{FF2B5EF4-FFF2-40B4-BE49-F238E27FC236}">
                    <a16:creationId xmlns:a16="http://schemas.microsoft.com/office/drawing/2014/main" id="{18E19535-9C75-4250-8F6A-8C7FC349B550}"/>
                  </a:ext>
                </a:extLst>
              </p:cNvPr>
              <p:cNvSpPr/>
              <p:nvPr/>
            </p:nvSpPr>
            <p:spPr>
              <a:xfrm>
                <a:off x="1221339" y="156896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7" name="流程图: 接点 2406">
                <a:extLst>
                  <a:ext uri="{FF2B5EF4-FFF2-40B4-BE49-F238E27FC236}">
                    <a16:creationId xmlns:a16="http://schemas.microsoft.com/office/drawing/2014/main" id="{5BC73D10-7C09-41A0-BB49-2C373D8685EC}"/>
                  </a:ext>
                </a:extLst>
              </p:cNvPr>
              <p:cNvSpPr/>
              <p:nvPr/>
            </p:nvSpPr>
            <p:spPr>
              <a:xfrm>
                <a:off x="429945" y="150698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8" name="流程图: 接点 2407">
                <a:extLst>
                  <a:ext uri="{FF2B5EF4-FFF2-40B4-BE49-F238E27FC236}">
                    <a16:creationId xmlns:a16="http://schemas.microsoft.com/office/drawing/2014/main" id="{3A57695F-C9D4-4054-8DD3-6EEA12A3AC7B}"/>
                  </a:ext>
                </a:extLst>
              </p:cNvPr>
              <p:cNvSpPr/>
              <p:nvPr/>
            </p:nvSpPr>
            <p:spPr>
              <a:xfrm>
                <a:off x="498775" y="14576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9" name="流程图: 接点 2408">
                <a:extLst>
                  <a:ext uri="{FF2B5EF4-FFF2-40B4-BE49-F238E27FC236}">
                    <a16:creationId xmlns:a16="http://schemas.microsoft.com/office/drawing/2014/main" id="{59A67962-0D83-43E9-B808-FD17CDA03DCB}"/>
                  </a:ext>
                </a:extLst>
              </p:cNvPr>
              <p:cNvSpPr/>
              <p:nvPr/>
            </p:nvSpPr>
            <p:spPr>
              <a:xfrm>
                <a:off x="411945" y="14756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0" name="流程图: 接点 2409">
                <a:extLst>
                  <a:ext uri="{FF2B5EF4-FFF2-40B4-BE49-F238E27FC236}">
                    <a16:creationId xmlns:a16="http://schemas.microsoft.com/office/drawing/2014/main" id="{94E3CD8A-04E0-467A-897A-F41DB4DC7CB2}"/>
                  </a:ext>
                </a:extLst>
              </p:cNvPr>
              <p:cNvSpPr/>
              <p:nvPr/>
            </p:nvSpPr>
            <p:spPr>
              <a:xfrm>
                <a:off x="429945" y="146196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1" name="流程图: 接点 2410">
                <a:extLst>
                  <a:ext uri="{FF2B5EF4-FFF2-40B4-BE49-F238E27FC236}">
                    <a16:creationId xmlns:a16="http://schemas.microsoft.com/office/drawing/2014/main" id="{141742F9-DC68-4BE5-8927-BA178604070D}"/>
                  </a:ext>
                </a:extLst>
              </p:cNvPr>
              <p:cNvSpPr/>
              <p:nvPr/>
            </p:nvSpPr>
            <p:spPr>
              <a:xfrm>
                <a:off x="411945" y="143059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2" name="流程图: 接点 2411">
                <a:extLst>
                  <a:ext uri="{FF2B5EF4-FFF2-40B4-BE49-F238E27FC236}">
                    <a16:creationId xmlns:a16="http://schemas.microsoft.com/office/drawing/2014/main" id="{51042645-4A54-4778-B249-B845238B8010}"/>
                  </a:ext>
                </a:extLst>
              </p:cNvPr>
              <p:cNvSpPr/>
              <p:nvPr/>
            </p:nvSpPr>
            <p:spPr>
              <a:xfrm>
                <a:off x="473171" y="15627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3" name="流程图: 接点 2412">
                <a:extLst>
                  <a:ext uri="{FF2B5EF4-FFF2-40B4-BE49-F238E27FC236}">
                    <a16:creationId xmlns:a16="http://schemas.microsoft.com/office/drawing/2014/main" id="{8B18C489-B289-417D-B82D-22C1F2A1144C}"/>
                  </a:ext>
                </a:extLst>
              </p:cNvPr>
              <p:cNvSpPr/>
              <p:nvPr/>
            </p:nvSpPr>
            <p:spPr>
              <a:xfrm>
                <a:off x="412993" y="140207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4" name="流程图: 接点 2413">
                <a:extLst>
                  <a:ext uri="{FF2B5EF4-FFF2-40B4-BE49-F238E27FC236}">
                    <a16:creationId xmlns:a16="http://schemas.microsoft.com/office/drawing/2014/main" id="{4509A22A-AB40-416F-AD0A-71837A81CEA6}"/>
                  </a:ext>
                </a:extLst>
              </p:cNvPr>
              <p:cNvSpPr/>
              <p:nvPr/>
            </p:nvSpPr>
            <p:spPr>
              <a:xfrm>
                <a:off x="551351" y="135502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5" name="流程图: 接点 2414">
                <a:extLst>
                  <a:ext uri="{FF2B5EF4-FFF2-40B4-BE49-F238E27FC236}">
                    <a16:creationId xmlns:a16="http://schemas.microsoft.com/office/drawing/2014/main" id="{3D0F3CA4-BB1D-4BD8-9273-846563BC01B6}"/>
                  </a:ext>
                </a:extLst>
              </p:cNvPr>
              <p:cNvSpPr/>
              <p:nvPr/>
            </p:nvSpPr>
            <p:spPr>
              <a:xfrm>
                <a:off x="515351" y="139102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6" name="流程图: 接点 2415">
                <a:extLst>
                  <a:ext uri="{FF2B5EF4-FFF2-40B4-BE49-F238E27FC236}">
                    <a16:creationId xmlns:a16="http://schemas.microsoft.com/office/drawing/2014/main" id="{5175DD07-457D-4A05-A73C-02900C050432}"/>
                  </a:ext>
                </a:extLst>
              </p:cNvPr>
              <p:cNvSpPr/>
              <p:nvPr/>
            </p:nvSpPr>
            <p:spPr>
              <a:xfrm>
                <a:off x="481823" y="131902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7" name="流程图: 接点 2416">
                <a:extLst>
                  <a:ext uri="{FF2B5EF4-FFF2-40B4-BE49-F238E27FC236}">
                    <a16:creationId xmlns:a16="http://schemas.microsoft.com/office/drawing/2014/main" id="{097E6831-5FF4-4AF4-A2FE-6FAF380E0D13}"/>
                  </a:ext>
                </a:extLst>
              </p:cNvPr>
              <p:cNvSpPr/>
              <p:nvPr/>
            </p:nvSpPr>
            <p:spPr>
              <a:xfrm>
                <a:off x="620181" y="130565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8" name="流程图: 接点 2417">
                <a:extLst>
                  <a:ext uri="{FF2B5EF4-FFF2-40B4-BE49-F238E27FC236}">
                    <a16:creationId xmlns:a16="http://schemas.microsoft.com/office/drawing/2014/main" id="{5B1E4127-0DA5-4DFF-A4EC-CCCE6F025EAA}"/>
                  </a:ext>
                </a:extLst>
              </p:cNvPr>
              <p:cNvSpPr/>
              <p:nvPr/>
            </p:nvSpPr>
            <p:spPr>
              <a:xfrm>
                <a:off x="533351" y="132365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9" name="流程图: 接点 2418">
                <a:extLst>
                  <a:ext uri="{FF2B5EF4-FFF2-40B4-BE49-F238E27FC236}">
                    <a16:creationId xmlns:a16="http://schemas.microsoft.com/office/drawing/2014/main" id="{291C088D-F1F2-4B01-A444-714C3EE5E3DD}"/>
                  </a:ext>
                </a:extLst>
              </p:cNvPr>
              <p:cNvSpPr/>
              <p:nvPr/>
            </p:nvSpPr>
            <p:spPr>
              <a:xfrm>
                <a:off x="497351" y="135965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0" name="流程图: 接点 2419">
                <a:extLst>
                  <a:ext uri="{FF2B5EF4-FFF2-40B4-BE49-F238E27FC236}">
                    <a16:creationId xmlns:a16="http://schemas.microsoft.com/office/drawing/2014/main" id="{2956BEEC-49A5-44E3-92A3-77BCDFCFC7CA}"/>
                  </a:ext>
                </a:extLst>
              </p:cNvPr>
              <p:cNvSpPr/>
              <p:nvPr/>
            </p:nvSpPr>
            <p:spPr>
              <a:xfrm>
                <a:off x="412993" y="135706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1" name="流程图: 接点 2420">
                <a:extLst>
                  <a:ext uri="{FF2B5EF4-FFF2-40B4-BE49-F238E27FC236}">
                    <a16:creationId xmlns:a16="http://schemas.microsoft.com/office/drawing/2014/main" id="{FC017DEF-B0AE-43A3-B734-47E5B6AB5812}"/>
                  </a:ext>
                </a:extLst>
              </p:cNvPr>
              <p:cNvSpPr/>
              <p:nvPr/>
            </p:nvSpPr>
            <p:spPr>
              <a:xfrm>
                <a:off x="551351" y="131000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2" name="流程图: 接点 2421">
                <a:extLst>
                  <a:ext uri="{FF2B5EF4-FFF2-40B4-BE49-F238E27FC236}">
                    <a16:creationId xmlns:a16="http://schemas.microsoft.com/office/drawing/2014/main" id="{257130F5-CC27-495B-8EC3-089A33AA96C4}"/>
                  </a:ext>
                </a:extLst>
              </p:cNvPr>
              <p:cNvSpPr/>
              <p:nvPr/>
            </p:nvSpPr>
            <p:spPr>
              <a:xfrm>
                <a:off x="515351" y="134600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3" name="流程图: 接点 2422">
                <a:extLst>
                  <a:ext uri="{FF2B5EF4-FFF2-40B4-BE49-F238E27FC236}">
                    <a16:creationId xmlns:a16="http://schemas.microsoft.com/office/drawing/2014/main" id="{5A78612D-C84A-49FD-8D5E-DA55126E21E0}"/>
                  </a:ext>
                </a:extLst>
              </p:cNvPr>
              <p:cNvSpPr/>
              <p:nvPr/>
            </p:nvSpPr>
            <p:spPr>
              <a:xfrm>
                <a:off x="497351" y="131463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4" name="流程图: 接点 2423">
                <a:extLst>
                  <a:ext uri="{FF2B5EF4-FFF2-40B4-BE49-F238E27FC236}">
                    <a16:creationId xmlns:a16="http://schemas.microsoft.com/office/drawing/2014/main" id="{A54AB4FA-4B17-4CDF-BF49-D7916E186428}"/>
                  </a:ext>
                </a:extLst>
              </p:cNvPr>
              <p:cNvSpPr/>
              <p:nvPr/>
            </p:nvSpPr>
            <p:spPr>
              <a:xfrm>
                <a:off x="420596" y="14164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5" name="流程图: 接点 2424">
                <a:extLst>
                  <a:ext uri="{FF2B5EF4-FFF2-40B4-BE49-F238E27FC236}">
                    <a16:creationId xmlns:a16="http://schemas.microsoft.com/office/drawing/2014/main" id="{A764C315-03C7-4D16-A6E5-47874598FC81}"/>
                  </a:ext>
                </a:extLst>
              </p:cNvPr>
              <p:cNvSpPr/>
              <p:nvPr/>
            </p:nvSpPr>
            <p:spPr>
              <a:xfrm>
                <a:off x="489426" y="13670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6" name="流程图: 接点 2425">
                <a:extLst>
                  <a:ext uri="{FF2B5EF4-FFF2-40B4-BE49-F238E27FC236}">
                    <a16:creationId xmlns:a16="http://schemas.microsoft.com/office/drawing/2014/main" id="{FAB75FC2-1FF6-4AB7-A1F8-4E2BBE4234FE}"/>
                  </a:ext>
                </a:extLst>
              </p:cNvPr>
              <p:cNvSpPr/>
              <p:nvPr/>
            </p:nvSpPr>
            <p:spPr>
              <a:xfrm>
                <a:off x="420596" y="137144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7" name="流程图: 接点 2426">
                <a:extLst>
                  <a:ext uri="{FF2B5EF4-FFF2-40B4-BE49-F238E27FC236}">
                    <a16:creationId xmlns:a16="http://schemas.microsoft.com/office/drawing/2014/main" id="{0FDFB0F3-03CC-4A52-A2C1-3C61A6AE99C1}"/>
                  </a:ext>
                </a:extLst>
              </p:cNvPr>
              <p:cNvSpPr/>
              <p:nvPr/>
            </p:nvSpPr>
            <p:spPr>
              <a:xfrm>
                <a:off x="433115" y="167130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8" name="流程图: 接点 2427">
                <a:extLst>
                  <a:ext uri="{FF2B5EF4-FFF2-40B4-BE49-F238E27FC236}">
                    <a16:creationId xmlns:a16="http://schemas.microsoft.com/office/drawing/2014/main" id="{B476C993-7408-4F80-ACC3-B9EF21FC85A7}"/>
                  </a:ext>
                </a:extLst>
              </p:cNvPr>
              <p:cNvSpPr/>
              <p:nvPr/>
            </p:nvSpPr>
            <p:spPr>
              <a:xfrm>
                <a:off x="485691" y="156870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9" name="流程图: 接点 2428">
                <a:extLst>
                  <a:ext uri="{FF2B5EF4-FFF2-40B4-BE49-F238E27FC236}">
                    <a16:creationId xmlns:a16="http://schemas.microsoft.com/office/drawing/2014/main" id="{2E6F1A37-9130-49C4-9CB4-7444877D6802}"/>
                  </a:ext>
                </a:extLst>
              </p:cNvPr>
              <p:cNvSpPr/>
              <p:nvPr/>
            </p:nvSpPr>
            <p:spPr>
              <a:xfrm>
                <a:off x="449691" y="160470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0" name="流程图: 接点 2429">
                <a:extLst>
                  <a:ext uri="{FF2B5EF4-FFF2-40B4-BE49-F238E27FC236}">
                    <a16:creationId xmlns:a16="http://schemas.microsoft.com/office/drawing/2014/main" id="{2C42FE9D-0FA2-4FE7-8CEE-5FF168CE9EE1}"/>
                  </a:ext>
                </a:extLst>
              </p:cNvPr>
              <p:cNvSpPr/>
              <p:nvPr/>
            </p:nvSpPr>
            <p:spPr>
              <a:xfrm>
                <a:off x="416163" y="153270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1" name="流程图: 接点 2430">
                <a:extLst>
                  <a:ext uri="{FF2B5EF4-FFF2-40B4-BE49-F238E27FC236}">
                    <a16:creationId xmlns:a16="http://schemas.microsoft.com/office/drawing/2014/main" id="{ACFF888E-E5F6-430A-9FD2-6CF256058922}"/>
                  </a:ext>
                </a:extLst>
              </p:cNvPr>
              <p:cNvSpPr/>
              <p:nvPr/>
            </p:nvSpPr>
            <p:spPr>
              <a:xfrm>
                <a:off x="554521" y="151933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2" name="流程图: 接点 2431">
                <a:extLst>
                  <a:ext uri="{FF2B5EF4-FFF2-40B4-BE49-F238E27FC236}">
                    <a16:creationId xmlns:a16="http://schemas.microsoft.com/office/drawing/2014/main" id="{2DE7DFE3-24B4-47B6-8196-92DAC9C429F0}"/>
                  </a:ext>
                </a:extLst>
              </p:cNvPr>
              <p:cNvSpPr/>
              <p:nvPr/>
            </p:nvSpPr>
            <p:spPr>
              <a:xfrm>
                <a:off x="467691" y="153733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3" name="流程图: 接点 2432">
                <a:extLst>
                  <a:ext uri="{FF2B5EF4-FFF2-40B4-BE49-F238E27FC236}">
                    <a16:creationId xmlns:a16="http://schemas.microsoft.com/office/drawing/2014/main" id="{858B03CF-B5D0-440A-BD8B-6AAE0FF78B23}"/>
                  </a:ext>
                </a:extLst>
              </p:cNvPr>
              <p:cNvSpPr/>
              <p:nvPr/>
            </p:nvSpPr>
            <p:spPr>
              <a:xfrm>
                <a:off x="431691" y="157333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4" name="流程图: 接点 2433">
                <a:extLst>
                  <a:ext uri="{FF2B5EF4-FFF2-40B4-BE49-F238E27FC236}">
                    <a16:creationId xmlns:a16="http://schemas.microsoft.com/office/drawing/2014/main" id="{63C793CD-070B-4FD0-B698-5EF0B61131BD}"/>
                  </a:ext>
                </a:extLst>
              </p:cNvPr>
              <p:cNvSpPr/>
              <p:nvPr/>
            </p:nvSpPr>
            <p:spPr>
              <a:xfrm>
                <a:off x="485691" y="152368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5" name="流程图: 接点 2434">
                <a:extLst>
                  <a:ext uri="{FF2B5EF4-FFF2-40B4-BE49-F238E27FC236}">
                    <a16:creationId xmlns:a16="http://schemas.microsoft.com/office/drawing/2014/main" id="{6C648F73-8617-4CFA-B16F-74C92356A610}"/>
                  </a:ext>
                </a:extLst>
              </p:cNvPr>
              <p:cNvSpPr/>
              <p:nvPr/>
            </p:nvSpPr>
            <p:spPr>
              <a:xfrm>
                <a:off x="449691" y="155968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6" name="流程图: 接点 2435">
                <a:extLst>
                  <a:ext uri="{FF2B5EF4-FFF2-40B4-BE49-F238E27FC236}">
                    <a16:creationId xmlns:a16="http://schemas.microsoft.com/office/drawing/2014/main" id="{91337F98-263C-4EF3-AF62-F47FDE90785A}"/>
                  </a:ext>
                </a:extLst>
              </p:cNvPr>
              <p:cNvSpPr/>
              <p:nvPr/>
            </p:nvSpPr>
            <p:spPr>
              <a:xfrm>
                <a:off x="431691" y="152831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7" name="流程图: 接点 2436">
                <a:extLst>
                  <a:ext uri="{FF2B5EF4-FFF2-40B4-BE49-F238E27FC236}">
                    <a16:creationId xmlns:a16="http://schemas.microsoft.com/office/drawing/2014/main" id="{C80BA07E-C342-4E21-AE93-BA2E11769B7C}"/>
                  </a:ext>
                </a:extLst>
              </p:cNvPr>
              <p:cNvSpPr/>
              <p:nvPr/>
            </p:nvSpPr>
            <p:spPr>
              <a:xfrm>
                <a:off x="423766" y="15807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8" name="流程图: 接点 2437">
                <a:extLst>
                  <a:ext uri="{FF2B5EF4-FFF2-40B4-BE49-F238E27FC236}">
                    <a16:creationId xmlns:a16="http://schemas.microsoft.com/office/drawing/2014/main" id="{DC5AFE2B-C7AF-481F-8F6D-71B92DDEE90C}"/>
                  </a:ext>
                </a:extLst>
              </p:cNvPr>
              <p:cNvSpPr/>
              <p:nvPr/>
            </p:nvSpPr>
            <p:spPr>
              <a:xfrm>
                <a:off x="447218" y="180198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9" name="流程图: 接点 2438">
                <a:extLst>
                  <a:ext uri="{FF2B5EF4-FFF2-40B4-BE49-F238E27FC236}">
                    <a16:creationId xmlns:a16="http://schemas.microsoft.com/office/drawing/2014/main" id="{058EB34D-6D73-4738-A3A7-05FE1D759F0E}"/>
                  </a:ext>
                </a:extLst>
              </p:cNvPr>
              <p:cNvSpPr/>
              <p:nvPr/>
            </p:nvSpPr>
            <p:spPr>
              <a:xfrm>
                <a:off x="516048" y="175261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0" name="流程图: 接点 2439">
                <a:extLst>
                  <a:ext uri="{FF2B5EF4-FFF2-40B4-BE49-F238E27FC236}">
                    <a16:creationId xmlns:a16="http://schemas.microsoft.com/office/drawing/2014/main" id="{28C5709A-DD59-4DE7-9404-3232EF863E65}"/>
                  </a:ext>
                </a:extLst>
              </p:cNvPr>
              <p:cNvSpPr/>
              <p:nvPr/>
            </p:nvSpPr>
            <p:spPr>
              <a:xfrm>
                <a:off x="429218" y="177061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1" name="流程图: 接点 2440">
                <a:extLst>
                  <a:ext uri="{FF2B5EF4-FFF2-40B4-BE49-F238E27FC236}">
                    <a16:creationId xmlns:a16="http://schemas.microsoft.com/office/drawing/2014/main" id="{13F6E3E9-C821-49E7-B15C-3C1411B1C958}"/>
                  </a:ext>
                </a:extLst>
              </p:cNvPr>
              <p:cNvSpPr/>
              <p:nvPr/>
            </p:nvSpPr>
            <p:spPr>
              <a:xfrm>
                <a:off x="447218" y="175696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2" name="流程图: 接点 2441">
                <a:extLst>
                  <a:ext uri="{FF2B5EF4-FFF2-40B4-BE49-F238E27FC236}">
                    <a16:creationId xmlns:a16="http://schemas.microsoft.com/office/drawing/2014/main" id="{43EF93BD-48FF-4BA7-AB81-7752FC5BCF7A}"/>
                  </a:ext>
                </a:extLst>
              </p:cNvPr>
              <p:cNvSpPr/>
              <p:nvPr/>
            </p:nvSpPr>
            <p:spPr>
              <a:xfrm>
                <a:off x="429218" y="172559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3" name="流程图: 接点 2442">
                <a:extLst>
                  <a:ext uri="{FF2B5EF4-FFF2-40B4-BE49-F238E27FC236}">
                    <a16:creationId xmlns:a16="http://schemas.microsoft.com/office/drawing/2014/main" id="{6A9D5265-2EE8-43C5-866E-F06B549A9C02}"/>
                  </a:ext>
                </a:extLst>
              </p:cNvPr>
              <p:cNvSpPr/>
              <p:nvPr/>
            </p:nvSpPr>
            <p:spPr>
              <a:xfrm>
                <a:off x="421614" y="190714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4" name="流程图: 接点 2443">
                <a:extLst>
                  <a:ext uri="{FF2B5EF4-FFF2-40B4-BE49-F238E27FC236}">
                    <a16:creationId xmlns:a16="http://schemas.microsoft.com/office/drawing/2014/main" id="{5BEC5D21-366F-4D27-80B2-BED5769493D7}"/>
                  </a:ext>
                </a:extLst>
              </p:cNvPr>
              <p:cNvSpPr/>
              <p:nvPr/>
            </p:nvSpPr>
            <p:spPr>
              <a:xfrm>
                <a:off x="490444" y="185777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5" name="流程图: 接点 2444">
                <a:extLst>
                  <a:ext uri="{FF2B5EF4-FFF2-40B4-BE49-F238E27FC236}">
                    <a16:creationId xmlns:a16="http://schemas.microsoft.com/office/drawing/2014/main" id="{704F8444-754A-458A-AC69-B95B91558EA5}"/>
                  </a:ext>
                </a:extLst>
              </p:cNvPr>
              <p:cNvSpPr/>
              <p:nvPr/>
            </p:nvSpPr>
            <p:spPr>
              <a:xfrm>
                <a:off x="421614" y="186212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6" name="流程图: 接点 2445">
                <a:extLst>
                  <a:ext uri="{FF2B5EF4-FFF2-40B4-BE49-F238E27FC236}">
                    <a16:creationId xmlns:a16="http://schemas.microsoft.com/office/drawing/2014/main" id="{491B950B-25A4-418B-81CF-54938AEEA2D5}"/>
                  </a:ext>
                </a:extLst>
              </p:cNvPr>
              <p:cNvSpPr/>
              <p:nvPr/>
            </p:nvSpPr>
            <p:spPr>
              <a:xfrm>
                <a:off x="430266" y="16970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7" name="流程图: 接点 2446">
                <a:extLst>
                  <a:ext uri="{FF2B5EF4-FFF2-40B4-BE49-F238E27FC236}">
                    <a16:creationId xmlns:a16="http://schemas.microsoft.com/office/drawing/2014/main" id="{46E39354-2ED6-4CC1-ADC6-9B5CFF31C9CE}"/>
                  </a:ext>
                </a:extLst>
              </p:cNvPr>
              <p:cNvSpPr/>
              <p:nvPr/>
            </p:nvSpPr>
            <p:spPr>
              <a:xfrm>
                <a:off x="412266" y="166570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8" name="流程图: 接点 2447">
                <a:extLst>
                  <a:ext uri="{FF2B5EF4-FFF2-40B4-BE49-F238E27FC236}">
                    <a16:creationId xmlns:a16="http://schemas.microsoft.com/office/drawing/2014/main" id="{80802431-574C-4CBA-ABCE-0D70C6433560}"/>
                  </a:ext>
                </a:extLst>
              </p:cNvPr>
              <p:cNvSpPr/>
              <p:nvPr/>
            </p:nvSpPr>
            <p:spPr>
              <a:xfrm>
                <a:off x="568624" y="16500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9" name="流程图: 接点 2448">
                <a:extLst>
                  <a:ext uri="{FF2B5EF4-FFF2-40B4-BE49-F238E27FC236}">
                    <a16:creationId xmlns:a16="http://schemas.microsoft.com/office/drawing/2014/main" id="{04427804-DD7F-467B-A6F2-FB88EF29DD8D}"/>
                  </a:ext>
                </a:extLst>
              </p:cNvPr>
              <p:cNvSpPr/>
              <p:nvPr/>
            </p:nvSpPr>
            <p:spPr>
              <a:xfrm>
                <a:off x="532624" y="16860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0" name="流程图: 接点 2449">
                <a:extLst>
                  <a:ext uri="{FF2B5EF4-FFF2-40B4-BE49-F238E27FC236}">
                    <a16:creationId xmlns:a16="http://schemas.microsoft.com/office/drawing/2014/main" id="{BC6D7BF1-E325-4FAD-A7BA-C1A594BDD533}"/>
                  </a:ext>
                </a:extLst>
              </p:cNvPr>
              <p:cNvSpPr/>
              <p:nvPr/>
            </p:nvSpPr>
            <p:spPr>
              <a:xfrm>
                <a:off x="499096" y="16140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1" name="流程图: 接点 2450">
                <a:extLst>
                  <a:ext uri="{FF2B5EF4-FFF2-40B4-BE49-F238E27FC236}">
                    <a16:creationId xmlns:a16="http://schemas.microsoft.com/office/drawing/2014/main" id="{6C430F57-BFFB-42FB-AA5E-029F46F5CAC4}"/>
                  </a:ext>
                </a:extLst>
              </p:cNvPr>
              <p:cNvSpPr/>
              <p:nvPr/>
            </p:nvSpPr>
            <p:spPr>
              <a:xfrm>
                <a:off x="637454" y="16006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2" name="流程图: 接点 2451">
                <a:extLst>
                  <a:ext uri="{FF2B5EF4-FFF2-40B4-BE49-F238E27FC236}">
                    <a16:creationId xmlns:a16="http://schemas.microsoft.com/office/drawing/2014/main" id="{6F60DF92-C8C2-4078-9B21-92A7760FC424}"/>
                  </a:ext>
                </a:extLst>
              </p:cNvPr>
              <p:cNvSpPr/>
              <p:nvPr/>
            </p:nvSpPr>
            <p:spPr>
              <a:xfrm>
                <a:off x="550624" y="16186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3" name="流程图: 接点 2452">
                <a:extLst>
                  <a:ext uri="{FF2B5EF4-FFF2-40B4-BE49-F238E27FC236}">
                    <a16:creationId xmlns:a16="http://schemas.microsoft.com/office/drawing/2014/main" id="{992CDD47-F774-48CE-937C-F91F319611B5}"/>
                  </a:ext>
                </a:extLst>
              </p:cNvPr>
              <p:cNvSpPr/>
              <p:nvPr/>
            </p:nvSpPr>
            <p:spPr>
              <a:xfrm>
                <a:off x="514624" y="16546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4" name="流程图: 接点 2453">
                <a:extLst>
                  <a:ext uri="{FF2B5EF4-FFF2-40B4-BE49-F238E27FC236}">
                    <a16:creationId xmlns:a16="http://schemas.microsoft.com/office/drawing/2014/main" id="{CF70F439-A8FE-477C-B225-87D506CA92D1}"/>
                  </a:ext>
                </a:extLst>
              </p:cNvPr>
              <p:cNvSpPr/>
              <p:nvPr/>
            </p:nvSpPr>
            <p:spPr>
              <a:xfrm>
                <a:off x="430266" y="165205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5" name="流程图: 接点 2454">
                <a:extLst>
                  <a:ext uri="{FF2B5EF4-FFF2-40B4-BE49-F238E27FC236}">
                    <a16:creationId xmlns:a16="http://schemas.microsoft.com/office/drawing/2014/main" id="{5F7D1B70-24D3-426B-9C79-8B7EACCE6741}"/>
                  </a:ext>
                </a:extLst>
              </p:cNvPr>
              <p:cNvSpPr/>
              <p:nvPr/>
            </p:nvSpPr>
            <p:spPr>
              <a:xfrm>
                <a:off x="412266" y="162068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6" name="流程图: 接点 2455">
                <a:extLst>
                  <a:ext uri="{FF2B5EF4-FFF2-40B4-BE49-F238E27FC236}">
                    <a16:creationId xmlns:a16="http://schemas.microsoft.com/office/drawing/2014/main" id="{03F16292-4309-4F71-BDA1-4AD9ED90EF5B}"/>
                  </a:ext>
                </a:extLst>
              </p:cNvPr>
              <p:cNvSpPr/>
              <p:nvPr/>
            </p:nvSpPr>
            <p:spPr>
              <a:xfrm>
                <a:off x="568624" y="160499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7" name="流程图: 接点 2456">
                <a:extLst>
                  <a:ext uri="{FF2B5EF4-FFF2-40B4-BE49-F238E27FC236}">
                    <a16:creationId xmlns:a16="http://schemas.microsoft.com/office/drawing/2014/main" id="{2E320D36-E02A-4FCD-BD35-630DC2213AC5}"/>
                  </a:ext>
                </a:extLst>
              </p:cNvPr>
              <p:cNvSpPr/>
              <p:nvPr/>
            </p:nvSpPr>
            <p:spPr>
              <a:xfrm>
                <a:off x="532624" y="164099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8" name="流程图: 接点 2457">
                <a:extLst>
                  <a:ext uri="{FF2B5EF4-FFF2-40B4-BE49-F238E27FC236}">
                    <a16:creationId xmlns:a16="http://schemas.microsoft.com/office/drawing/2014/main" id="{599ECD83-968F-40D3-8813-6A2292A11F60}"/>
                  </a:ext>
                </a:extLst>
              </p:cNvPr>
              <p:cNvSpPr/>
              <p:nvPr/>
            </p:nvSpPr>
            <p:spPr>
              <a:xfrm>
                <a:off x="514624" y="160963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9" name="流程图: 接点 2458">
                <a:extLst>
                  <a:ext uri="{FF2B5EF4-FFF2-40B4-BE49-F238E27FC236}">
                    <a16:creationId xmlns:a16="http://schemas.microsoft.com/office/drawing/2014/main" id="{3A4A2E4A-09C1-4216-A00E-A58C67984279}"/>
                  </a:ext>
                </a:extLst>
              </p:cNvPr>
              <p:cNvSpPr/>
              <p:nvPr/>
            </p:nvSpPr>
            <p:spPr>
              <a:xfrm>
                <a:off x="437869" y="171145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0" name="流程图: 接点 2459">
                <a:extLst>
                  <a:ext uri="{FF2B5EF4-FFF2-40B4-BE49-F238E27FC236}">
                    <a16:creationId xmlns:a16="http://schemas.microsoft.com/office/drawing/2014/main" id="{19AC41AE-1FC3-4115-AD40-20C0C95B4DF9}"/>
                  </a:ext>
                </a:extLst>
              </p:cNvPr>
              <p:cNvSpPr/>
              <p:nvPr/>
            </p:nvSpPr>
            <p:spPr>
              <a:xfrm>
                <a:off x="506699" y="166208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1" name="流程图: 接点 2460">
                <a:extLst>
                  <a:ext uri="{FF2B5EF4-FFF2-40B4-BE49-F238E27FC236}">
                    <a16:creationId xmlns:a16="http://schemas.microsoft.com/office/drawing/2014/main" id="{8868800F-2802-405D-937B-6093C7158AD1}"/>
                  </a:ext>
                </a:extLst>
              </p:cNvPr>
              <p:cNvSpPr/>
              <p:nvPr/>
            </p:nvSpPr>
            <p:spPr>
              <a:xfrm>
                <a:off x="419869" y="168008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2" name="流程图: 接点 2461">
                <a:extLst>
                  <a:ext uri="{FF2B5EF4-FFF2-40B4-BE49-F238E27FC236}">
                    <a16:creationId xmlns:a16="http://schemas.microsoft.com/office/drawing/2014/main" id="{5E3EF6DD-638F-4ABC-9F5B-F1C4EC6555AD}"/>
                  </a:ext>
                </a:extLst>
              </p:cNvPr>
              <p:cNvSpPr/>
              <p:nvPr/>
            </p:nvSpPr>
            <p:spPr>
              <a:xfrm>
                <a:off x="437869" y="166643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3" name="流程图: 接点 2462">
                <a:extLst>
                  <a:ext uri="{FF2B5EF4-FFF2-40B4-BE49-F238E27FC236}">
                    <a16:creationId xmlns:a16="http://schemas.microsoft.com/office/drawing/2014/main" id="{A886C61C-9BA1-46FB-BE83-79A41DDE5A6F}"/>
                  </a:ext>
                </a:extLst>
              </p:cNvPr>
              <p:cNvSpPr/>
              <p:nvPr/>
            </p:nvSpPr>
            <p:spPr>
              <a:xfrm>
                <a:off x="502964" y="186370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4" name="流程图: 接点 2463">
                <a:extLst>
                  <a:ext uri="{FF2B5EF4-FFF2-40B4-BE49-F238E27FC236}">
                    <a16:creationId xmlns:a16="http://schemas.microsoft.com/office/drawing/2014/main" id="{A17B94DC-D30E-4696-B7A1-68A8D50BB771}"/>
                  </a:ext>
                </a:extLst>
              </p:cNvPr>
              <p:cNvSpPr/>
              <p:nvPr/>
            </p:nvSpPr>
            <p:spPr>
              <a:xfrm>
                <a:off x="466964" y="189970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5" name="流程图: 接点 2464">
                <a:extLst>
                  <a:ext uri="{FF2B5EF4-FFF2-40B4-BE49-F238E27FC236}">
                    <a16:creationId xmlns:a16="http://schemas.microsoft.com/office/drawing/2014/main" id="{1B039069-9909-49A6-93FD-68C3C900FB89}"/>
                  </a:ext>
                </a:extLst>
              </p:cNvPr>
              <p:cNvSpPr/>
              <p:nvPr/>
            </p:nvSpPr>
            <p:spPr>
              <a:xfrm>
                <a:off x="433436" y="182770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6" name="流程图: 接点 2465">
                <a:extLst>
                  <a:ext uri="{FF2B5EF4-FFF2-40B4-BE49-F238E27FC236}">
                    <a16:creationId xmlns:a16="http://schemas.microsoft.com/office/drawing/2014/main" id="{3CA4D889-527A-48A1-A2B7-627D663567E6}"/>
                  </a:ext>
                </a:extLst>
              </p:cNvPr>
              <p:cNvSpPr/>
              <p:nvPr/>
            </p:nvSpPr>
            <p:spPr>
              <a:xfrm>
                <a:off x="571794" y="18143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7" name="流程图: 接点 2466">
                <a:extLst>
                  <a:ext uri="{FF2B5EF4-FFF2-40B4-BE49-F238E27FC236}">
                    <a16:creationId xmlns:a16="http://schemas.microsoft.com/office/drawing/2014/main" id="{8ADD7A0F-0754-40E5-B2E7-B338906530ED}"/>
                  </a:ext>
                </a:extLst>
              </p:cNvPr>
              <p:cNvSpPr/>
              <p:nvPr/>
            </p:nvSpPr>
            <p:spPr>
              <a:xfrm>
                <a:off x="484964" y="18323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8" name="流程图: 接点 2467">
                <a:extLst>
                  <a:ext uri="{FF2B5EF4-FFF2-40B4-BE49-F238E27FC236}">
                    <a16:creationId xmlns:a16="http://schemas.microsoft.com/office/drawing/2014/main" id="{83BF66A5-0CEA-429C-9124-DBB1948B3BE3}"/>
                  </a:ext>
                </a:extLst>
              </p:cNvPr>
              <p:cNvSpPr/>
              <p:nvPr/>
            </p:nvSpPr>
            <p:spPr>
              <a:xfrm>
                <a:off x="448964" y="18683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9" name="流程图: 接点 2468">
                <a:extLst>
                  <a:ext uri="{FF2B5EF4-FFF2-40B4-BE49-F238E27FC236}">
                    <a16:creationId xmlns:a16="http://schemas.microsoft.com/office/drawing/2014/main" id="{288F8499-4945-4EED-972B-D524FBBB02FD}"/>
                  </a:ext>
                </a:extLst>
              </p:cNvPr>
              <p:cNvSpPr/>
              <p:nvPr/>
            </p:nvSpPr>
            <p:spPr>
              <a:xfrm>
                <a:off x="502964" y="181868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0" name="流程图: 接点 2469">
                <a:extLst>
                  <a:ext uri="{FF2B5EF4-FFF2-40B4-BE49-F238E27FC236}">
                    <a16:creationId xmlns:a16="http://schemas.microsoft.com/office/drawing/2014/main" id="{839F4CD1-D252-41DE-98BB-69BE05689664}"/>
                  </a:ext>
                </a:extLst>
              </p:cNvPr>
              <p:cNvSpPr/>
              <p:nvPr/>
            </p:nvSpPr>
            <p:spPr>
              <a:xfrm>
                <a:off x="466964" y="185468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1" name="流程图: 接点 2470">
                <a:extLst>
                  <a:ext uri="{FF2B5EF4-FFF2-40B4-BE49-F238E27FC236}">
                    <a16:creationId xmlns:a16="http://schemas.microsoft.com/office/drawing/2014/main" id="{7DF65F35-6BE6-4F77-BFBB-5A0DD4F8590F}"/>
                  </a:ext>
                </a:extLst>
              </p:cNvPr>
              <p:cNvSpPr/>
              <p:nvPr/>
            </p:nvSpPr>
            <p:spPr>
              <a:xfrm>
                <a:off x="448964" y="182331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2" name="流程图: 接点 2471">
                <a:extLst>
                  <a:ext uri="{FF2B5EF4-FFF2-40B4-BE49-F238E27FC236}">
                    <a16:creationId xmlns:a16="http://schemas.microsoft.com/office/drawing/2014/main" id="{94ADCEA9-D81C-4685-A7CF-E6D447F5BD9C}"/>
                  </a:ext>
                </a:extLst>
              </p:cNvPr>
              <p:cNvSpPr/>
              <p:nvPr/>
            </p:nvSpPr>
            <p:spPr>
              <a:xfrm>
                <a:off x="441039" y="187577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3" name="流程图: 接点 2472">
                <a:extLst>
                  <a:ext uri="{FF2B5EF4-FFF2-40B4-BE49-F238E27FC236}">
                    <a16:creationId xmlns:a16="http://schemas.microsoft.com/office/drawing/2014/main" id="{33FEB76F-FFDE-4B01-9BD3-54396F8FB25C}"/>
                  </a:ext>
                </a:extLst>
              </p:cNvPr>
              <p:cNvSpPr/>
              <p:nvPr/>
            </p:nvSpPr>
            <p:spPr>
              <a:xfrm>
                <a:off x="615289" y="144546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4" name="流程图: 接点 2473">
                <a:extLst>
                  <a:ext uri="{FF2B5EF4-FFF2-40B4-BE49-F238E27FC236}">
                    <a16:creationId xmlns:a16="http://schemas.microsoft.com/office/drawing/2014/main" id="{24DE7F69-5D4E-40B9-97A2-173C9056041B}"/>
                  </a:ext>
                </a:extLst>
              </p:cNvPr>
              <p:cNvSpPr/>
              <p:nvPr/>
            </p:nvSpPr>
            <p:spPr>
              <a:xfrm>
                <a:off x="579289" y="148146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5" name="流程图: 接点 2474">
                <a:extLst>
                  <a:ext uri="{FF2B5EF4-FFF2-40B4-BE49-F238E27FC236}">
                    <a16:creationId xmlns:a16="http://schemas.microsoft.com/office/drawing/2014/main" id="{BDF484E4-D8D7-4BD5-BA0D-A917924A592B}"/>
                  </a:ext>
                </a:extLst>
              </p:cNvPr>
              <p:cNvSpPr/>
              <p:nvPr/>
            </p:nvSpPr>
            <p:spPr>
              <a:xfrm>
                <a:off x="684119" y="139609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6" name="流程图: 接点 2475">
                <a:extLst>
                  <a:ext uri="{FF2B5EF4-FFF2-40B4-BE49-F238E27FC236}">
                    <a16:creationId xmlns:a16="http://schemas.microsoft.com/office/drawing/2014/main" id="{A818D19D-7426-4825-A322-82169078EE8F}"/>
                  </a:ext>
                </a:extLst>
              </p:cNvPr>
              <p:cNvSpPr/>
              <p:nvPr/>
            </p:nvSpPr>
            <p:spPr>
              <a:xfrm>
                <a:off x="597289" y="141409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7" name="流程图: 接点 2476">
                <a:extLst>
                  <a:ext uri="{FF2B5EF4-FFF2-40B4-BE49-F238E27FC236}">
                    <a16:creationId xmlns:a16="http://schemas.microsoft.com/office/drawing/2014/main" id="{5B5F5C19-E985-4FD1-B347-40F4785BB623}"/>
                  </a:ext>
                </a:extLst>
              </p:cNvPr>
              <p:cNvSpPr/>
              <p:nvPr/>
            </p:nvSpPr>
            <p:spPr>
              <a:xfrm>
                <a:off x="561289" y="145009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8" name="流程图: 接点 2477">
                <a:extLst>
                  <a:ext uri="{FF2B5EF4-FFF2-40B4-BE49-F238E27FC236}">
                    <a16:creationId xmlns:a16="http://schemas.microsoft.com/office/drawing/2014/main" id="{4E07BD43-FA81-467E-B9C8-C592480336E3}"/>
                  </a:ext>
                </a:extLst>
              </p:cNvPr>
              <p:cNvSpPr/>
              <p:nvPr/>
            </p:nvSpPr>
            <p:spPr>
              <a:xfrm>
                <a:off x="615289" y="140044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9" name="流程图: 接点 2478">
                <a:extLst>
                  <a:ext uri="{FF2B5EF4-FFF2-40B4-BE49-F238E27FC236}">
                    <a16:creationId xmlns:a16="http://schemas.microsoft.com/office/drawing/2014/main" id="{F2527883-D199-4E59-B0DE-D003E2116186}"/>
                  </a:ext>
                </a:extLst>
              </p:cNvPr>
              <p:cNvSpPr/>
              <p:nvPr/>
            </p:nvSpPr>
            <p:spPr>
              <a:xfrm>
                <a:off x="579289" y="143644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0" name="流程图: 接点 2479">
                <a:extLst>
                  <a:ext uri="{FF2B5EF4-FFF2-40B4-BE49-F238E27FC236}">
                    <a16:creationId xmlns:a16="http://schemas.microsoft.com/office/drawing/2014/main" id="{530F0B23-643E-4D23-9C27-0D71D10E7F68}"/>
                  </a:ext>
                </a:extLst>
              </p:cNvPr>
              <p:cNvSpPr/>
              <p:nvPr/>
            </p:nvSpPr>
            <p:spPr>
              <a:xfrm>
                <a:off x="561289" y="140507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1" name="流程图: 接点 2480">
                <a:extLst>
                  <a:ext uri="{FF2B5EF4-FFF2-40B4-BE49-F238E27FC236}">
                    <a16:creationId xmlns:a16="http://schemas.microsoft.com/office/drawing/2014/main" id="{C8CBFF5E-63C1-44FB-AADB-18724791A538}"/>
                  </a:ext>
                </a:extLst>
              </p:cNvPr>
              <p:cNvSpPr/>
              <p:nvPr/>
            </p:nvSpPr>
            <p:spPr>
              <a:xfrm>
                <a:off x="487007" y="138339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2" name="流程图: 接点 2481">
                <a:extLst>
                  <a:ext uri="{FF2B5EF4-FFF2-40B4-BE49-F238E27FC236}">
                    <a16:creationId xmlns:a16="http://schemas.microsoft.com/office/drawing/2014/main" id="{414CC07A-35AC-4DA5-A664-556C8298FE98}"/>
                  </a:ext>
                </a:extLst>
              </p:cNvPr>
              <p:cNvSpPr/>
              <p:nvPr/>
            </p:nvSpPr>
            <p:spPr>
              <a:xfrm>
                <a:off x="451007" y="141939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3" name="流程图: 接点 2482">
                <a:extLst>
                  <a:ext uri="{FF2B5EF4-FFF2-40B4-BE49-F238E27FC236}">
                    <a16:creationId xmlns:a16="http://schemas.microsoft.com/office/drawing/2014/main" id="{6DDAE6CE-9571-4B44-A2DC-06AEE95CFF0E}"/>
                  </a:ext>
                </a:extLst>
              </p:cNvPr>
              <p:cNvSpPr/>
              <p:nvPr/>
            </p:nvSpPr>
            <p:spPr>
              <a:xfrm>
                <a:off x="433007" y="138802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4" name="流程图: 接点 2483">
                <a:extLst>
                  <a:ext uri="{FF2B5EF4-FFF2-40B4-BE49-F238E27FC236}">
                    <a16:creationId xmlns:a16="http://schemas.microsoft.com/office/drawing/2014/main" id="{240F630A-77C4-4F57-BE81-19F981683F77}"/>
                  </a:ext>
                </a:extLst>
              </p:cNvPr>
              <p:cNvSpPr/>
              <p:nvPr/>
            </p:nvSpPr>
            <p:spPr>
              <a:xfrm>
                <a:off x="461403" y="148855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5" name="流程图: 接点 2484">
                <a:extLst>
                  <a:ext uri="{FF2B5EF4-FFF2-40B4-BE49-F238E27FC236}">
                    <a16:creationId xmlns:a16="http://schemas.microsoft.com/office/drawing/2014/main" id="{A75C0CAF-A6CE-4CD5-8F49-8BFE1ED75301}"/>
                  </a:ext>
                </a:extLst>
              </p:cNvPr>
              <p:cNvSpPr/>
              <p:nvPr/>
            </p:nvSpPr>
            <p:spPr>
              <a:xfrm>
                <a:off x="425403" y="152455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6" name="流程图: 接点 2485">
                <a:extLst>
                  <a:ext uri="{FF2B5EF4-FFF2-40B4-BE49-F238E27FC236}">
                    <a16:creationId xmlns:a16="http://schemas.microsoft.com/office/drawing/2014/main" id="{1D117E01-4FFD-43F4-ABC5-4AF3BD714AE0}"/>
                  </a:ext>
                </a:extLst>
              </p:cNvPr>
              <p:cNvSpPr/>
              <p:nvPr/>
            </p:nvSpPr>
            <p:spPr>
              <a:xfrm>
                <a:off x="530233" y="143918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7" name="流程图: 接点 2486">
                <a:extLst>
                  <a:ext uri="{FF2B5EF4-FFF2-40B4-BE49-F238E27FC236}">
                    <a16:creationId xmlns:a16="http://schemas.microsoft.com/office/drawing/2014/main" id="{05397F12-0F4F-48DE-B929-6DA1DB589F1E}"/>
                  </a:ext>
                </a:extLst>
              </p:cNvPr>
              <p:cNvSpPr/>
              <p:nvPr/>
            </p:nvSpPr>
            <p:spPr>
              <a:xfrm>
                <a:off x="443403" y="145718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8" name="流程图: 接点 2487">
                <a:extLst>
                  <a:ext uri="{FF2B5EF4-FFF2-40B4-BE49-F238E27FC236}">
                    <a16:creationId xmlns:a16="http://schemas.microsoft.com/office/drawing/2014/main" id="{E209F2E3-9F7F-4548-B288-3221D1745225}"/>
                  </a:ext>
                </a:extLst>
              </p:cNvPr>
              <p:cNvSpPr/>
              <p:nvPr/>
            </p:nvSpPr>
            <p:spPr>
              <a:xfrm>
                <a:off x="461403" y="14435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9" name="流程图: 接点 2488">
                <a:extLst>
                  <a:ext uri="{FF2B5EF4-FFF2-40B4-BE49-F238E27FC236}">
                    <a16:creationId xmlns:a16="http://schemas.microsoft.com/office/drawing/2014/main" id="{B443E08D-E371-45A1-A925-5CB9CC4E9353}"/>
                  </a:ext>
                </a:extLst>
              </p:cNvPr>
              <p:cNvSpPr/>
              <p:nvPr/>
            </p:nvSpPr>
            <p:spPr>
              <a:xfrm>
                <a:off x="425403" y="14795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0" name="流程图: 接点 2489">
                <a:extLst>
                  <a:ext uri="{FF2B5EF4-FFF2-40B4-BE49-F238E27FC236}">
                    <a16:creationId xmlns:a16="http://schemas.microsoft.com/office/drawing/2014/main" id="{4FB6785E-5F7A-4588-93FD-A1285020C589}"/>
                  </a:ext>
                </a:extLst>
              </p:cNvPr>
              <p:cNvSpPr/>
              <p:nvPr/>
            </p:nvSpPr>
            <p:spPr>
              <a:xfrm>
                <a:off x="443403" y="14121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1" name="流程图: 接点 2490">
                <a:extLst>
                  <a:ext uri="{FF2B5EF4-FFF2-40B4-BE49-F238E27FC236}">
                    <a16:creationId xmlns:a16="http://schemas.microsoft.com/office/drawing/2014/main" id="{6AC9B350-01D0-46B6-965F-7FA52E5D61EA}"/>
                  </a:ext>
                </a:extLst>
              </p:cNvPr>
              <p:cNvSpPr/>
              <p:nvPr/>
            </p:nvSpPr>
            <p:spPr>
              <a:xfrm>
                <a:off x="723826" y="14216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2" name="流程图: 接点 2491">
                <a:extLst>
                  <a:ext uri="{FF2B5EF4-FFF2-40B4-BE49-F238E27FC236}">
                    <a16:creationId xmlns:a16="http://schemas.microsoft.com/office/drawing/2014/main" id="{7F8FD8C6-416F-44FC-BABF-78D36E896E4D}"/>
                  </a:ext>
                </a:extLst>
              </p:cNvPr>
              <p:cNvSpPr/>
              <p:nvPr/>
            </p:nvSpPr>
            <p:spPr>
              <a:xfrm>
                <a:off x="687826" y="14576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3" name="流程图: 接点 2492">
                <a:extLst>
                  <a:ext uri="{FF2B5EF4-FFF2-40B4-BE49-F238E27FC236}">
                    <a16:creationId xmlns:a16="http://schemas.microsoft.com/office/drawing/2014/main" id="{2A885F7B-9C98-4685-B85B-FDBBF5C02DA0}"/>
                  </a:ext>
                </a:extLst>
              </p:cNvPr>
              <p:cNvSpPr/>
              <p:nvPr/>
            </p:nvSpPr>
            <p:spPr>
              <a:xfrm>
                <a:off x="654298" y="13856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4" name="流程图: 接点 2493">
                <a:extLst>
                  <a:ext uri="{FF2B5EF4-FFF2-40B4-BE49-F238E27FC236}">
                    <a16:creationId xmlns:a16="http://schemas.microsoft.com/office/drawing/2014/main" id="{5DDC815C-209C-46A5-9FA3-6A4C387EFA18}"/>
                  </a:ext>
                </a:extLst>
              </p:cNvPr>
              <p:cNvSpPr/>
              <p:nvPr/>
            </p:nvSpPr>
            <p:spPr>
              <a:xfrm>
                <a:off x="705826" y="13902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5" name="流程图: 接点 2494">
                <a:extLst>
                  <a:ext uri="{FF2B5EF4-FFF2-40B4-BE49-F238E27FC236}">
                    <a16:creationId xmlns:a16="http://schemas.microsoft.com/office/drawing/2014/main" id="{D3B8D606-E2CE-4273-A8B1-BFE8AB66B12A}"/>
                  </a:ext>
                </a:extLst>
              </p:cNvPr>
              <p:cNvSpPr/>
              <p:nvPr/>
            </p:nvSpPr>
            <p:spPr>
              <a:xfrm>
                <a:off x="669826" y="14262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6" name="流程图: 接点 2495">
                <a:extLst>
                  <a:ext uri="{FF2B5EF4-FFF2-40B4-BE49-F238E27FC236}">
                    <a16:creationId xmlns:a16="http://schemas.microsoft.com/office/drawing/2014/main" id="{CE0C3E3A-45EC-41C4-9E8A-BA3973AF223E}"/>
                  </a:ext>
                </a:extLst>
              </p:cNvPr>
              <p:cNvSpPr/>
              <p:nvPr/>
            </p:nvSpPr>
            <p:spPr>
              <a:xfrm>
                <a:off x="687826" y="141259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7" name="流程图: 接点 2496">
                <a:extLst>
                  <a:ext uri="{FF2B5EF4-FFF2-40B4-BE49-F238E27FC236}">
                    <a16:creationId xmlns:a16="http://schemas.microsoft.com/office/drawing/2014/main" id="{12E82A5F-2D45-49A3-BC1E-5241E8CEE3DE}"/>
                  </a:ext>
                </a:extLst>
              </p:cNvPr>
              <p:cNvSpPr/>
              <p:nvPr/>
            </p:nvSpPr>
            <p:spPr>
              <a:xfrm>
                <a:off x="698222" y="15267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8" name="流程图: 接点 2497">
                <a:extLst>
                  <a:ext uri="{FF2B5EF4-FFF2-40B4-BE49-F238E27FC236}">
                    <a16:creationId xmlns:a16="http://schemas.microsoft.com/office/drawing/2014/main" id="{265FC119-751E-47EC-A646-5E9EECFB2F6C}"/>
                  </a:ext>
                </a:extLst>
              </p:cNvPr>
              <p:cNvSpPr/>
              <p:nvPr/>
            </p:nvSpPr>
            <p:spPr>
              <a:xfrm>
                <a:off x="662222" y="15627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9" name="流程图: 接点 2498">
                <a:extLst>
                  <a:ext uri="{FF2B5EF4-FFF2-40B4-BE49-F238E27FC236}">
                    <a16:creationId xmlns:a16="http://schemas.microsoft.com/office/drawing/2014/main" id="{21872F0C-FA53-4935-A702-7D77C8744DCC}"/>
                  </a:ext>
                </a:extLst>
              </p:cNvPr>
              <p:cNvSpPr/>
              <p:nvPr/>
            </p:nvSpPr>
            <p:spPr>
              <a:xfrm>
                <a:off x="767052" y="14774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0" name="流程图: 接点 2499">
                <a:extLst>
                  <a:ext uri="{FF2B5EF4-FFF2-40B4-BE49-F238E27FC236}">
                    <a16:creationId xmlns:a16="http://schemas.microsoft.com/office/drawing/2014/main" id="{2373EB4E-21B9-4383-BFC2-ED6D07692246}"/>
                  </a:ext>
                </a:extLst>
              </p:cNvPr>
              <p:cNvSpPr/>
              <p:nvPr/>
            </p:nvSpPr>
            <p:spPr>
              <a:xfrm>
                <a:off x="680222" y="14954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1" name="流程图: 接点 2500">
                <a:extLst>
                  <a:ext uri="{FF2B5EF4-FFF2-40B4-BE49-F238E27FC236}">
                    <a16:creationId xmlns:a16="http://schemas.microsoft.com/office/drawing/2014/main" id="{FDC651EB-C50A-43D2-8440-2758BF3CCD40}"/>
                  </a:ext>
                </a:extLst>
              </p:cNvPr>
              <p:cNvSpPr/>
              <p:nvPr/>
            </p:nvSpPr>
            <p:spPr>
              <a:xfrm>
                <a:off x="644222" y="15314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2" name="流程图: 接点 2501">
                <a:extLst>
                  <a:ext uri="{FF2B5EF4-FFF2-40B4-BE49-F238E27FC236}">
                    <a16:creationId xmlns:a16="http://schemas.microsoft.com/office/drawing/2014/main" id="{D06C139C-D85F-4888-9AED-89B2B756BACC}"/>
                  </a:ext>
                </a:extLst>
              </p:cNvPr>
              <p:cNvSpPr/>
              <p:nvPr/>
            </p:nvSpPr>
            <p:spPr>
              <a:xfrm>
                <a:off x="698222" y="14817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3" name="流程图: 接点 2502">
                <a:extLst>
                  <a:ext uri="{FF2B5EF4-FFF2-40B4-BE49-F238E27FC236}">
                    <a16:creationId xmlns:a16="http://schemas.microsoft.com/office/drawing/2014/main" id="{8B7404DD-41F4-49A8-9544-E8A2BA5AB1FD}"/>
                  </a:ext>
                </a:extLst>
              </p:cNvPr>
              <p:cNvSpPr/>
              <p:nvPr/>
            </p:nvSpPr>
            <p:spPr>
              <a:xfrm>
                <a:off x="662222" y="15177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4" name="流程图: 接点 2503">
                <a:extLst>
                  <a:ext uri="{FF2B5EF4-FFF2-40B4-BE49-F238E27FC236}">
                    <a16:creationId xmlns:a16="http://schemas.microsoft.com/office/drawing/2014/main" id="{EF2E7A98-0DB0-4B56-930B-7EE4B1CADAFE}"/>
                  </a:ext>
                </a:extLst>
              </p:cNvPr>
              <p:cNvSpPr/>
              <p:nvPr/>
            </p:nvSpPr>
            <p:spPr>
              <a:xfrm>
                <a:off x="680222" y="14503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5" name="流程图: 接点 2504">
                <a:extLst>
                  <a:ext uri="{FF2B5EF4-FFF2-40B4-BE49-F238E27FC236}">
                    <a16:creationId xmlns:a16="http://schemas.microsoft.com/office/drawing/2014/main" id="{EF60A197-FE9A-4064-BF83-68E20C0DC74A}"/>
                  </a:ext>
                </a:extLst>
              </p:cNvPr>
              <p:cNvSpPr/>
              <p:nvPr/>
            </p:nvSpPr>
            <p:spPr>
              <a:xfrm>
                <a:off x="644222" y="14863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6" name="流程图: 接点 2505">
                <a:extLst>
                  <a:ext uri="{FF2B5EF4-FFF2-40B4-BE49-F238E27FC236}">
                    <a16:creationId xmlns:a16="http://schemas.microsoft.com/office/drawing/2014/main" id="{2691526B-7B15-4534-BF59-9A2604418B54}"/>
                  </a:ext>
                </a:extLst>
              </p:cNvPr>
              <p:cNvSpPr/>
              <p:nvPr/>
            </p:nvSpPr>
            <p:spPr>
              <a:xfrm>
                <a:off x="658166" y="163530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7" name="流程图: 接点 2506">
                <a:extLst>
                  <a:ext uri="{FF2B5EF4-FFF2-40B4-BE49-F238E27FC236}">
                    <a16:creationId xmlns:a16="http://schemas.microsoft.com/office/drawing/2014/main" id="{FE33AA2A-5C3A-4825-8A57-6DAB4835CC5D}"/>
                  </a:ext>
                </a:extLst>
              </p:cNvPr>
              <p:cNvSpPr/>
              <p:nvPr/>
            </p:nvSpPr>
            <p:spPr>
              <a:xfrm>
                <a:off x="726996" y="15859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8" name="流程图: 接点 2507">
                <a:extLst>
                  <a:ext uri="{FF2B5EF4-FFF2-40B4-BE49-F238E27FC236}">
                    <a16:creationId xmlns:a16="http://schemas.microsoft.com/office/drawing/2014/main" id="{0D327DA0-F8AE-4DDE-9D3D-774142C448B5}"/>
                  </a:ext>
                </a:extLst>
              </p:cNvPr>
              <p:cNvSpPr/>
              <p:nvPr/>
            </p:nvSpPr>
            <p:spPr>
              <a:xfrm>
                <a:off x="640166" y="16039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9" name="流程图: 接点 2508">
                <a:extLst>
                  <a:ext uri="{FF2B5EF4-FFF2-40B4-BE49-F238E27FC236}">
                    <a16:creationId xmlns:a16="http://schemas.microsoft.com/office/drawing/2014/main" id="{45EA00F2-4792-45F6-ADDD-3AAB53969D8F}"/>
                  </a:ext>
                </a:extLst>
              </p:cNvPr>
              <p:cNvSpPr/>
              <p:nvPr/>
            </p:nvSpPr>
            <p:spPr>
              <a:xfrm>
                <a:off x="658166" y="159028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0" name="流程图: 接点 2509">
                <a:extLst>
                  <a:ext uri="{FF2B5EF4-FFF2-40B4-BE49-F238E27FC236}">
                    <a16:creationId xmlns:a16="http://schemas.microsoft.com/office/drawing/2014/main" id="{F9C675F0-FAA7-4C54-AD62-52339CCFC8E0}"/>
                  </a:ext>
                </a:extLst>
              </p:cNvPr>
              <p:cNvSpPr/>
              <p:nvPr/>
            </p:nvSpPr>
            <p:spPr>
              <a:xfrm>
                <a:off x="640166" y="155891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1" name="流程图: 接点 2510">
                <a:extLst>
                  <a:ext uri="{FF2B5EF4-FFF2-40B4-BE49-F238E27FC236}">
                    <a16:creationId xmlns:a16="http://schemas.microsoft.com/office/drawing/2014/main" id="{579CD7A4-8AFF-4A96-8ABC-C55AFCC9E638}"/>
                  </a:ext>
                </a:extLst>
              </p:cNvPr>
              <p:cNvSpPr/>
              <p:nvPr/>
            </p:nvSpPr>
            <p:spPr>
              <a:xfrm>
                <a:off x="632562" y="174046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2" name="流程图: 接点 2511">
                <a:extLst>
                  <a:ext uri="{FF2B5EF4-FFF2-40B4-BE49-F238E27FC236}">
                    <a16:creationId xmlns:a16="http://schemas.microsoft.com/office/drawing/2014/main" id="{F81ACD1E-A86F-43E4-B16F-0A5F2F173088}"/>
                  </a:ext>
                </a:extLst>
              </p:cNvPr>
              <p:cNvSpPr/>
              <p:nvPr/>
            </p:nvSpPr>
            <p:spPr>
              <a:xfrm>
                <a:off x="701392" y="169109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3" name="流程图: 接点 2512">
                <a:extLst>
                  <a:ext uri="{FF2B5EF4-FFF2-40B4-BE49-F238E27FC236}">
                    <a16:creationId xmlns:a16="http://schemas.microsoft.com/office/drawing/2014/main" id="{7BA3F466-CCF0-4E32-B940-6C5D275B22E3}"/>
                  </a:ext>
                </a:extLst>
              </p:cNvPr>
              <p:cNvSpPr/>
              <p:nvPr/>
            </p:nvSpPr>
            <p:spPr>
              <a:xfrm>
                <a:off x="632562" y="169544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4" name="流程图: 接点 2513">
                <a:extLst>
                  <a:ext uri="{FF2B5EF4-FFF2-40B4-BE49-F238E27FC236}">
                    <a16:creationId xmlns:a16="http://schemas.microsoft.com/office/drawing/2014/main" id="{FAD8DB63-646D-46BD-B4CB-BC63B470DBEC}"/>
                  </a:ext>
                </a:extLst>
              </p:cNvPr>
              <p:cNvSpPr/>
              <p:nvPr/>
            </p:nvSpPr>
            <p:spPr>
              <a:xfrm>
                <a:off x="641214" y="153039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5" name="流程图: 接点 2514">
                <a:extLst>
                  <a:ext uri="{FF2B5EF4-FFF2-40B4-BE49-F238E27FC236}">
                    <a16:creationId xmlns:a16="http://schemas.microsoft.com/office/drawing/2014/main" id="{A690595B-E9F7-45C5-B365-56AE93149130}"/>
                  </a:ext>
                </a:extLst>
              </p:cNvPr>
              <p:cNvSpPr/>
              <p:nvPr/>
            </p:nvSpPr>
            <p:spPr>
              <a:xfrm>
                <a:off x="779572" y="148333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6" name="流程图: 接点 2515">
                <a:extLst>
                  <a:ext uri="{FF2B5EF4-FFF2-40B4-BE49-F238E27FC236}">
                    <a16:creationId xmlns:a16="http://schemas.microsoft.com/office/drawing/2014/main" id="{252C6F7D-41D1-4069-8ECC-027A1761AEDD}"/>
                  </a:ext>
                </a:extLst>
              </p:cNvPr>
              <p:cNvSpPr/>
              <p:nvPr/>
            </p:nvSpPr>
            <p:spPr>
              <a:xfrm>
                <a:off x="743572" y="151933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7" name="流程图: 接点 2516">
                <a:extLst>
                  <a:ext uri="{FF2B5EF4-FFF2-40B4-BE49-F238E27FC236}">
                    <a16:creationId xmlns:a16="http://schemas.microsoft.com/office/drawing/2014/main" id="{8C37A213-EFBC-4B8A-9B62-82245DB75ACF}"/>
                  </a:ext>
                </a:extLst>
              </p:cNvPr>
              <p:cNvSpPr/>
              <p:nvPr/>
            </p:nvSpPr>
            <p:spPr>
              <a:xfrm>
                <a:off x="710044" y="144733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8" name="流程图: 接点 2517">
                <a:extLst>
                  <a:ext uri="{FF2B5EF4-FFF2-40B4-BE49-F238E27FC236}">
                    <a16:creationId xmlns:a16="http://schemas.microsoft.com/office/drawing/2014/main" id="{620B4809-691D-43EC-AD47-4D44AC3F3B51}"/>
                  </a:ext>
                </a:extLst>
              </p:cNvPr>
              <p:cNvSpPr/>
              <p:nvPr/>
            </p:nvSpPr>
            <p:spPr>
              <a:xfrm>
                <a:off x="848402" y="14339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9" name="流程图: 接点 2518">
                <a:extLst>
                  <a:ext uri="{FF2B5EF4-FFF2-40B4-BE49-F238E27FC236}">
                    <a16:creationId xmlns:a16="http://schemas.microsoft.com/office/drawing/2014/main" id="{03D314C4-8D38-41B1-A30F-922B41E5C538}"/>
                  </a:ext>
                </a:extLst>
              </p:cNvPr>
              <p:cNvSpPr/>
              <p:nvPr/>
            </p:nvSpPr>
            <p:spPr>
              <a:xfrm>
                <a:off x="761572" y="14519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0" name="流程图: 接点 2519">
                <a:extLst>
                  <a:ext uri="{FF2B5EF4-FFF2-40B4-BE49-F238E27FC236}">
                    <a16:creationId xmlns:a16="http://schemas.microsoft.com/office/drawing/2014/main" id="{4C18CB10-3807-4849-93DB-A0BB0717F3EF}"/>
                  </a:ext>
                </a:extLst>
              </p:cNvPr>
              <p:cNvSpPr/>
              <p:nvPr/>
            </p:nvSpPr>
            <p:spPr>
              <a:xfrm>
                <a:off x="725572" y="14879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1" name="流程图: 接点 2520">
                <a:extLst>
                  <a:ext uri="{FF2B5EF4-FFF2-40B4-BE49-F238E27FC236}">
                    <a16:creationId xmlns:a16="http://schemas.microsoft.com/office/drawing/2014/main" id="{D44C3150-3719-48B4-A66E-333C83E5E6CE}"/>
                  </a:ext>
                </a:extLst>
              </p:cNvPr>
              <p:cNvSpPr/>
              <p:nvPr/>
            </p:nvSpPr>
            <p:spPr>
              <a:xfrm>
                <a:off x="641214" y="148537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2" name="流程图: 接点 2521">
                <a:extLst>
                  <a:ext uri="{FF2B5EF4-FFF2-40B4-BE49-F238E27FC236}">
                    <a16:creationId xmlns:a16="http://schemas.microsoft.com/office/drawing/2014/main" id="{2772B91B-0082-42BE-8FDF-4B6923CA5E1B}"/>
                  </a:ext>
                </a:extLst>
              </p:cNvPr>
              <p:cNvSpPr/>
              <p:nvPr/>
            </p:nvSpPr>
            <p:spPr>
              <a:xfrm>
                <a:off x="779572" y="143831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3" name="流程图: 接点 2522">
                <a:extLst>
                  <a:ext uri="{FF2B5EF4-FFF2-40B4-BE49-F238E27FC236}">
                    <a16:creationId xmlns:a16="http://schemas.microsoft.com/office/drawing/2014/main" id="{A2679D9F-C5EA-4C71-87BC-65CC6B4649FE}"/>
                  </a:ext>
                </a:extLst>
              </p:cNvPr>
              <p:cNvSpPr/>
              <p:nvPr/>
            </p:nvSpPr>
            <p:spPr>
              <a:xfrm>
                <a:off x="743572" y="147431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4" name="流程图: 接点 2523">
                <a:extLst>
                  <a:ext uri="{FF2B5EF4-FFF2-40B4-BE49-F238E27FC236}">
                    <a16:creationId xmlns:a16="http://schemas.microsoft.com/office/drawing/2014/main" id="{ECFAFEBF-7908-485F-BBC9-43178F123351}"/>
                  </a:ext>
                </a:extLst>
              </p:cNvPr>
              <p:cNvSpPr/>
              <p:nvPr/>
            </p:nvSpPr>
            <p:spPr>
              <a:xfrm>
                <a:off x="725572" y="144295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5" name="流程图: 接点 2524">
                <a:extLst>
                  <a:ext uri="{FF2B5EF4-FFF2-40B4-BE49-F238E27FC236}">
                    <a16:creationId xmlns:a16="http://schemas.microsoft.com/office/drawing/2014/main" id="{FD9DAD9E-C528-4B79-9DC8-491B99F05007}"/>
                  </a:ext>
                </a:extLst>
              </p:cNvPr>
              <p:cNvSpPr/>
              <p:nvPr/>
            </p:nvSpPr>
            <p:spPr>
              <a:xfrm>
                <a:off x="648817" y="15447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6" name="流程图: 接点 2525">
                <a:extLst>
                  <a:ext uri="{FF2B5EF4-FFF2-40B4-BE49-F238E27FC236}">
                    <a16:creationId xmlns:a16="http://schemas.microsoft.com/office/drawing/2014/main" id="{4E3321A7-AD99-4A1D-A2EA-7537F4FF2208}"/>
                  </a:ext>
                </a:extLst>
              </p:cNvPr>
              <p:cNvSpPr/>
              <p:nvPr/>
            </p:nvSpPr>
            <p:spPr>
              <a:xfrm>
                <a:off x="717647" y="14954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7" name="流程图: 接点 2526">
                <a:extLst>
                  <a:ext uri="{FF2B5EF4-FFF2-40B4-BE49-F238E27FC236}">
                    <a16:creationId xmlns:a16="http://schemas.microsoft.com/office/drawing/2014/main" id="{FEAEF60E-615C-49CA-B5B7-4D52AB6B1915}"/>
                  </a:ext>
                </a:extLst>
              </p:cNvPr>
              <p:cNvSpPr/>
              <p:nvPr/>
            </p:nvSpPr>
            <p:spPr>
              <a:xfrm>
                <a:off x="630817" y="15134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8" name="流程图: 接点 2527">
                <a:extLst>
                  <a:ext uri="{FF2B5EF4-FFF2-40B4-BE49-F238E27FC236}">
                    <a16:creationId xmlns:a16="http://schemas.microsoft.com/office/drawing/2014/main" id="{52A00CA4-AFCF-41AB-AB2B-19C9D688DA38}"/>
                  </a:ext>
                </a:extLst>
              </p:cNvPr>
              <p:cNvSpPr/>
              <p:nvPr/>
            </p:nvSpPr>
            <p:spPr>
              <a:xfrm>
                <a:off x="648817" y="14997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9" name="流程图: 接点 2528">
                <a:extLst>
                  <a:ext uri="{FF2B5EF4-FFF2-40B4-BE49-F238E27FC236}">
                    <a16:creationId xmlns:a16="http://schemas.microsoft.com/office/drawing/2014/main" id="{F769A743-54A9-450E-B87E-703ABAD819F8}"/>
                  </a:ext>
                </a:extLst>
              </p:cNvPr>
              <p:cNvSpPr/>
              <p:nvPr/>
            </p:nvSpPr>
            <p:spPr>
              <a:xfrm>
                <a:off x="499421" y="15228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0" name="流程图: 接点 2529">
                <a:extLst>
                  <a:ext uri="{FF2B5EF4-FFF2-40B4-BE49-F238E27FC236}">
                    <a16:creationId xmlns:a16="http://schemas.microsoft.com/office/drawing/2014/main" id="{9F3F091C-C03D-4483-AC02-51C1867F3611}"/>
                  </a:ext>
                </a:extLst>
              </p:cNvPr>
              <p:cNvSpPr/>
              <p:nvPr/>
            </p:nvSpPr>
            <p:spPr>
              <a:xfrm>
                <a:off x="463421" y="15588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1" name="流程图: 接点 2530">
                <a:extLst>
                  <a:ext uri="{FF2B5EF4-FFF2-40B4-BE49-F238E27FC236}">
                    <a16:creationId xmlns:a16="http://schemas.microsoft.com/office/drawing/2014/main" id="{FFC282DD-1DBF-4D4D-BBF6-051EF4259047}"/>
                  </a:ext>
                </a:extLst>
              </p:cNvPr>
              <p:cNvSpPr/>
              <p:nvPr/>
            </p:nvSpPr>
            <p:spPr>
              <a:xfrm>
                <a:off x="568251" y="14734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2" name="流程图: 接点 2531">
                <a:extLst>
                  <a:ext uri="{FF2B5EF4-FFF2-40B4-BE49-F238E27FC236}">
                    <a16:creationId xmlns:a16="http://schemas.microsoft.com/office/drawing/2014/main" id="{EADEE7EE-15D8-4CBD-8114-DC5E7B374667}"/>
                  </a:ext>
                </a:extLst>
              </p:cNvPr>
              <p:cNvSpPr/>
              <p:nvPr/>
            </p:nvSpPr>
            <p:spPr>
              <a:xfrm>
                <a:off x="481421" y="14914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3" name="流程图: 接点 2532">
                <a:extLst>
                  <a:ext uri="{FF2B5EF4-FFF2-40B4-BE49-F238E27FC236}">
                    <a16:creationId xmlns:a16="http://schemas.microsoft.com/office/drawing/2014/main" id="{9A8070B4-0A58-4077-83C7-B68AC62A82ED}"/>
                  </a:ext>
                </a:extLst>
              </p:cNvPr>
              <p:cNvSpPr/>
              <p:nvPr/>
            </p:nvSpPr>
            <p:spPr>
              <a:xfrm>
                <a:off x="499421" y="147784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4" name="流程图: 接点 2533">
                <a:extLst>
                  <a:ext uri="{FF2B5EF4-FFF2-40B4-BE49-F238E27FC236}">
                    <a16:creationId xmlns:a16="http://schemas.microsoft.com/office/drawing/2014/main" id="{45D3A609-0B64-4D6B-9D14-342F75142F14}"/>
                  </a:ext>
                </a:extLst>
              </p:cNvPr>
              <p:cNvSpPr/>
              <p:nvPr/>
            </p:nvSpPr>
            <p:spPr>
              <a:xfrm>
                <a:off x="463421" y="151384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5" name="流程图: 接点 2534">
                <a:extLst>
                  <a:ext uri="{FF2B5EF4-FFF2-40B4-BE49-F238E27FC236}">
                    <a16:creationId xmlns:a16="http://schemas.microsoft.com/office/drawing/2014/main" id="{72A96C02-F705-4AD7-B62E-82B84CE14BBC}"/>
                  </a:ext>
                </a:extLst>
              </p:cNvPr>
              <p:cNvSpPr/>
              <p:nvPr/>
            </p:nvSpPr>
            <p:spPr>
              <a:xfrm>
                <a:off x="481421" y="144647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6" name="流程图: 接点 2535">
                <a:extLst>
                  <a:ext uri="{FF2B5EF4-FFF2-40B4-BE49-F238E27FC236}">
                    <a16:creationId xmlns:a16="http://schemas.microsoft.com/office/drawing/2014/main" id="{034A951B-B6F2-421B-A711-4BA7B92F65A3}"/>
                  </a:ext>
                </a:extLst>
              </p:cNvPr>
              <p:cNvSpPr/>
              <p:nvPr/>
            </p:nvSpPr>
            <p:spPr>
              <a:xfrm>
                <a:off x="473817" y="162802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7" name="流程图: 接点 2536">
                <a:extLst>
                  <a:ext uri="{FF2B5EF4-FFF2-40B4-BE49-F238E27FC236}">
                    <a16:creationId xmlns:a16="http://schemas.microsoft.com/office/drawing/2014/main" id="{130E8320-104D-41F2-B6E7-62EB30DA67C0}"/>
                  </a:ext>
                </a:extLst>
              </p:cNvPr>
              <p:cNvSpPr/>
              <p:nvPr/>
            </p:nvSpPr>
            <p:spPr>
              <a:xfrm>
                <a:off x="542647" y="157865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8" name="流程图: 接点 2537">
                <a:extLst>
                  <a:ext uri="{FF2B5EF4-FFF2-40B4-BE49-F238E27FC236}">
                    <a16:creationId xmlns:a16="http://schemas.microsoft.com/office/drawing/2014/main" id="{537136AF-5EEB-4FC0-94C9-60695E027851}"/>
                  </a:ext>
                </a:extLst>
              </p:cNvPr>
              <p:cNvSpPr/>
              <p:nvPr/>
            </p:nvSpPr>
            <p:spPr>
              <a:xfrm>
                <a:off x="455817" y="159665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9" name="流程图: 接点 2538">
                <a:extLst>
                  <a:ext uri="{FF2B5EF4-FFF2-40B4-BE49-F238E27FC236}">
                    <a16:creationId xmlns:a16="http://schemas.microsoft.com/office/drawing/2014/main" id="{E5CF1C8F-03D7-4975-8DB6-1EB9C4B66FAE}"/>
                  </a:ext>
                </a:extLst>
              </p:cNvPr>
              <p:cNvSpPr/>
              <p:nvPr/>
            </p:nvSpPr>
            <p:spPr>
              <a:xfrm>
                <a:off x="473817" y="158300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0" name="流程图: 接点 2539">
                <a:extLst>
                  <a:ext uri="{FF2B5EF4-FFF2-40B4-BE49-F238E27FC236}">
                    <a16:creationId xmlns:a16="http://schemas.microsoft.com/office/drawing/2014/main" id="{3B932C44-0D7D-43DA-9D65-93C1237FCFF8}"/>
                  </a:ext>
                </a:extLst>
              </p:cNvPr>
              <p:cNvSpPr/>
              <p:nvPr/>
            </p:nvSpPr>
            <p:spPr>
              <a:xfrm>
                <a:off x="455817" y="155163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1" name="流程图: 接点 2540">
                <a:extLst>
                  <a:ext uri="{FF2B5EF4-FFF2-40B4-BE49-F238E27FC236}">
                    <a16:creationId xmlns:a16="http://schemas.microsoft.com/office/drawing/2014/main" id="{247F4725-FDF1-43D9-B020-6A3584C0B577}"/>
                  </a:ext>
                </a:extLst>
              </p:cNvPr>
              <p:cNvSpPr/>
              <p:nvPr/>
            </p:nvSpPr>
            <p:spPr>
              <a:xfrm>
                <a:off x="482469" y="141795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2" name="流程图: 接点 2541">
                <a:extLst>
                  <a:ext uri="{FF2B5EF4-FFF2-40B4-BE49-F238E27FC236}">
                    <a16:creationId xmlns:a16="http://schemas.microsoft.com/office/drawing/2014/main" id="{CA7E9748-F361-48B7-8ED3-F21D9F500CC9}"/>
                  </a:ext>
                </a:extLst>
              </p:cNvPr>
              <p:cNvSpPr/>
              <p:nvPr/>
            </p:nvSpPr>
            <p:spPr>
              <a:xfrm>
                <a:off x="464469" y="138658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3" name="流程图: 接点 2542">
                <a:extLst>
                  <a:ext uri="{FF2B5EF4-FFF2-40B4-BE49-F238E27FC236}">
                    <a16:creationId xmlns:a16="http://schemas.microsoft.com/office/drawing/2014/main" id="{1A28DAFF-2384-4F41-8545-632EEB3D3981}"/>
                  </a:ext>
                </a:extLst>
              </p:cNvPr>
              <p:cNvSpPr/>
              <p:nvPr/>
            </p:nvSpPr>
            <p:spPr>
              <a:xfrm>
                <a:off x="620827" y="137090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4" name="流程图: 接点 2543">
                <a:extLst>
                  <a:ext uri="{FF2B5EF4-FFF2-40B4-BE49-F238E27FC236}">
                    <a16:creationId xmlns:a16="http://schemas.microsoft.com/office/drawing/2014/main" id="{D007CEAF-671C-43CF-B896-94E8CECABED5}"/>
                  </a:ext>
                </a:extLst>
              </p:cNvPr>
              <p:cNvSpPr/>
              <p:nvPr/>
            </p:nvSpPr>
            <p:spPr>
              <a:xfrm>
                <a:off x="584827" y="140690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5" name="流程图: 接点 2544">
                <a:extLst>
                  <a:ext uri="{FF2B5EF4-FFF2-40B4-BE49-F238E27FC236}">
                    <a16:creationId xmlns:a16="http://schemas.microsoft.com/office/drawing/2014/main" id="{15CD7E2B-B20D-4C5F-8E53-6FF60A21A232}"/>
                  </a:ext>
                </a:extLst>
              </p:cNvPr>
              <p:cNvSpPr/>
              <p:nvPr/>
            </p:nvSpPr>
            <p:spPr>
              <a:xfrm>
                <a:off x="551299" y="133490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6" name="流程图: 接点 2545">
                <a:extLst>
                  <a:ext uri="{FF2B5EF4-FFF2-40B4-BE49-F238E27FC236}">
                    <a16:creationId xmlns:a16="http://schemas.microsoft.com/office/drawing/2014/main" id="{42E507B7-E566-406C-A255-E1281B87B098}"/>
                  </a:ext>
                </a:extLst>
              </p:cNvPr>
              <p:cNvSpPr/>
              <p:nvPr/>
            </p:nvSpPr>
            <p:spPr>
              <a:xfrm>
                <a:off x="689657" y="132153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7" name="流程图: 接点 2546">
                <a:extLst>
                  <a:ext uri="{FF2B5EF4-FFF2-40B4-BE49-F238E27FC236}">
                    <a16:creationId xmlns:a16="http://schemas.microsoft.com/office/drawing/2014/main" id="{F82940F0-B6F9-4093-84A7-4EF4C118BDBE}"/>
                  </a:ext>
                </a:extLst>
              </p:cNvPr>
              <p:cNvSpPr/>
              <p:nvPr/>
            </p:nvSpPr>
            <p:spPr>
              <a:xfrm>
                <a:off x="602827" y="133953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8" name="流程图: 接点 2547">
                <a:extLst>
                  <a:ext uri="{FF2B5EF4-FFF2-40B4-BE49-F238E27FC236}">
                    <a16:creationId xmlns:a16="http://schemas.microsoft.com/office/drawing/2014/main" id="{35483D5F-EB31-4592-88B9-C3F5DD7E6848}"/>
                  </a:ext>
                </a:extLst>
              </p:cNvPr>
              <p:cNvSpPr/>
              <p:nvPr/>
            </p:nvSpPr>
            <p:spPr>
              <a:xfrm>
                <a:off x="566827" y="137553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9" name="流程图: 接点 2548">
                <a:extLst>
                  <a:ext uri="{FF2B5EF4-FFF2-40B4-BE49-F238E27FC236}">
                    <a16:creationId xmlns:a16="http://schemas.microsoft.com/office/drawing/2014/main" id="{E017326D-0E0C-4B51-9E87-122EF09ECB07}"/>
                  </a:ext>
                </a:extLst>
              </p:cNvPr>
              <p:cNvSpPr/>
              <p:nvPr/>
            </p:nvSpPr>
            <p:spPr>
              <a:xfrm>
                <a:off x="482469" y="137293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0" name="流程图: 接点 2549">
                <a:extLst>
                  <a:ext uri="{FF2B5EF4-FFF2-40B4-BE49-F238E27FC236}">
                    <a16:creationId xmlns:a16="http://schemas.microsoft.com/office/drawing/2014/main" id="{9DC84569-A9DF-47AE-A58A-ACCE9F33DFF9}"/>
                  </a:ext>
                </a:extLst>
              </p:cNvPr>
              <p:cNvSpPr/>
              <p:nvPr/>
            </p:nvSpPr>
            <p:spPr>
              <a:xfrm>
                <a:off x="464469" y="134156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1" name="流程图: 接点 2550">
                <a:extLst>
                  <a:ext uri="{FF2B5EF4-FFF2-40B4-BE49-F238E27FC236}">
                    <a16:creationId xmlns:a16="http://schemas.microsoft.com/office/drawing/2014/main" id="{4B58B88E-3A1B-45BF-AC1A-0831A4FE8D88}"/>
                  </a:ext>
                </a:extLst>
              </p:cNvPr>
              <p:cNvSpPr/>
              <p:nvPr/>
            </p:nvSpPr>
            <p:spPr>
              <a:xfrm>
                <a:off x="620827" y="132588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2" name="流程图: 接点 2551">
                <a:extLst>
                  <a:ext uri="{FF2B5EF4-FFF2-40B4-BE49-F238E27FC236}">
                    <a16:creationId xmlns:a16="http://schemas.microsoft.com/office/drawing/2014/main" id="{79F0510F-25E5-4241-8D05-485C96A0A62C}"/>
                  </a:ext>
                </a:extLst>
              </p:cNvPr>
              <p:cNvSpPr/>
              <p:nvPr/>
            </p:nvSpPr>
            <p:spPr>
              <a:xfrm>
                <a:off x="584827" y="136188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3" name="流程图: 接点 2552">
                <a:extLst>
                  <a:ext uri="{FF2B5EF4-FFF2-40B4-BE49-F238E27FC236}">
                    <a16:creationId xmlns:a16="http://schemas.microsoft.com/office/drawing/2014/main" id="{1F606244-B179-4274-9075-0066121416B2}"/>
                  </a:ext>
                </a:extLst>
              </p:cNvPr>
              <p:cNvSpPr/>
              <p:nvPr/>
            </p:nvSpPr>
            <p:spPr>
              <a:xfrm>
                <a:off x="566827" y="133051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4" name="流程图: 接点 2553">
                <a:extLst>
                  <a:ext uri="{FF2B5EF4-FFF2-40B4-BE49-F238E27FC236}">
                    <a16:creationId xmlns:a16="http://schemas.microsoft.com/office/drawing/2014/main" id="{DF828E36-E513-4E7F-9FBF-7D00EE8E30D4}"/>
                  </a:ext>
                </a:extLst>
              </p:cNvPr>
              <p:cNvSpPr/>
              <p:nvPr/>
            </p:nvSpPr>
            <p:spPr>
              <a:xfrm>
                <a:off x="490072" y="14323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5" name="流程图: 接点 2554">
                <a:extLst>
                  <a:ext uri="{FF2B5EF4-FFF2-40B4-BE49-F238E27FC236}">
                    <a16:creationId xmlns:a16="http://schemas.microsoft.com/office/drawing/2014/main" id="{E85957D4-B666-4D4D-A99C-2B7B8B43AF83}"/>
                  </a:ext>
                </a:extLst>
              </p:cNvPr>
              <p:cNvSpPr/>
              <p:nvPr/>
            </p:nvSpPr>
            <p:spPr>
              <a:xfrm>
                <a:off x="454072" y="14683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6" name="流程图: 接点 2555">
                <a:extLst>
                  <a:ext uri="{FF2B5EF4-FFF2-40B4-BE49-F238E27FC236}">
                    <a16:creationId xmlns:a16="http://schemas.microsoft.com/office/drawing/2014/main" id="{37E2C582-B348-481E-97F5-80D6EDFA40A0}"/>
                  </a:ext>
                </a:extLst>
              </p:cNvPr>
              <p:cNvSpPr/>
              <p:nvPr/>
            </p:nvSpPr>
            <p:spPr>
              <a:xfrm>
                <a:off x="558902" y="138297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7" name="流程图: 接点 2556">
                <a:extLst>
                  <a:ext uri="{FF2B5EF4-FFF2-40B4-BE49-F238E27FC236}">
                    <a16:creationId xmlns:a16="http://schemas.microsoft.com/office/drawing/2014/main" id="{F87CAB61-B2CD-4E30-907A-2820494ED24C}"/>
                  </a:ext>
                </a:extLst>
              </p:cNvPr>
              <p:cNvSpPr/>
              <p:nvPr/>
            </p:nvSpPr>
            <p:spPr>
              <a:xfrm>
                <a:off x="472072" y="140097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8" name="流程图: 接点 2557">
                <a:extLst>
                  <a:ext uri="{FF2B5EF4-FFF2-40B4-BE49-F238E27FC236}">
                    <a16:creationId xmlns:a16="http://schemas.microsoft.com/office/drawing/2014/main" id="{FFBEA07B-8A86-4B23-AE3E-2512AE3AE5BC}"/>
                  </a:ext>
                </a:extLst>
              </p:cNvPr>
              <p:cNvSpPr/>
              <p:nvPr/>
            </p:nvSpPr>
            <p:spPr>
              <a:xfrm>
                <a:off x="490072" y="13873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9" name="流程图: 接点 2558">
                <a:extLst>
                  <a:ext uri="{FF2B5EF4-FFF2-40B4-BE49-F238E27FC236}">
                    <a16:creationId xmlns:a16="http://schemas.microsoft.com/office/drawing/2014/main" id="{00DE2D40-9B7B-48C6-9774-C2ED267B7A83}"/>
                  </a:ext>
                </a:extLst>
              </p:cNvPr>
              <p:cNvSpPr/>
              <p:nvPr/>
            </p:nvSpPr>
            <p:spPr>
              <a:xfrm>
                <a:off x="454072" y="14233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0" name="流程图: 接点 2559">
                <a:extLst>
                  <a:ext uri="{FF2B5EF4-FFF2-40B4-BE49-F238E27FC236}">
                    <a16:creationId xmlns:a16="http://schemas.microsoft.com/office/drawing/2014/main" id="{050438BD-7992-4A15-8DCE-94E481E5DBA6}"/>
                  </a:ext>
                </a:extLst>
              </p:cNvPr>
              <p:cNvSpPr/>
              <p:nvPr/>
            </p:nvSpPr>
            <p:spPr>
              <a:xfrm>
                <a:off x="502591" y="16871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1" name="流程图: 接点 2560">
                <a:extLst>
                  <a:ext uri="{FF2B5EF4-FFF2-40B4-BE49-F238E27FC236}">
                    <a16:creationId xmlns:a16="http://schemas.microsoft.com/office/drawing/2014/main" id="{2BF5D712-069C-4F01-8375-BA3B87C13E12}"/>
                  </a:ext>
                </a:extLst>
              </p:cNvPr>
              <p:cNvSpPr/>
              <p:nvPr/>
            </p:nvSpPr>
            <p:spPr>
              <a:xfrm>
                <a:off x="476987" y="179233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2" name="流程图: 接点 2561">
                <a:extLst>
                  <a:ext uri="{FF2B5EF4-FFF2-40B4-BE49-F238E27FC236}">
                    <a16:creationId xmlns:a16="http://schemas.microsoft.com/office/drawing/2014/main" id="{637DF278-790D-42C1-A39F-3C293437D4F5}"/>
                  </a:ext>
                </a:extLst>
              </p:cNvPr>
              <p:cNvSpPr/>
              <p:nvPr/>
            </p:nvSpPr>
            <p:spPr>
              <a:xfrm>
                <a:off x="555167" y="158458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3" name="流程图: 接点 2562">
                <a:extLst>
                  <a:ext uri="{FF2B5EF4-FFF2-40B4-BE49-F238E27FC236}">
                    <a16:creationId xmlns:a16="http://schemas.microsoft.com/office/drawing/2014/main" id="{93C63033-8AA3-4F05-8239-8EABE7A973D2}"/>
                  </a:ext>
                </a:extLst>
              </p:cNvPr>
              <p:cNvSpPr/>
              <p:nvPr/>
            </p:nvSpPr>
            <p:spPr>
              <a:xfrm>
                <a:off x="519167" y="162058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4" name="流程图: 接点 2563">
                <a:extLst>
                  <a:ext uri="{FF2B5EF4-FFF2-40B4-BE49-F238E27FC236}">
                    <a16:creationId xmlns:a16="http://schemas.microsoft.com/office/drawing/2014/main" id="{C0EF4EB8-F284-435C-B083-8353A93342A8}"/>
                  </a:ext>
                </a:extLst>
              </p:cNvPr>
              <p:cNvSpPr/>
              <p:nvPr/>
            </p:nvSpPr>
            <p:spPr>
              <a:xfrm>
                <a:off x="485639" y="154858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5" name="流程图: 接点 2564">
                <a:extLst>
                  <a:ext uri="{FF2B5EF4-FFF2-40B4-BE49-F238E27FC236}">
                    <a16:creationId xmlns:a16="http://schemas.microsoft.com/office/drawing/2014/main" id="{93C96FD6-440C-4CDC-8E76-FFB33DAEDAAD}"/>
                  </a:ext>
                </a:extLst>
              </p:cNvPr>
              <p:cNvSpPr/>
              <p:nvPr/>
            </p:nvSpPr>
            <p:spPr>
              <a:xfrm>
                <a:off x="623997" y="153521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6" name="流程图: 接点 2565">
                <a:extLst>
                  <a:ext uri="{FF2B5EF4-FFF2-40B4-BE49-F238E27FC236}">
                    <a16:creationId xmlns:a16="http://schemas.microsoft.com/office/drawing/2014/main" id="{1465207A-11E6-4068-A938-A708D1A05F6A}"/>
                  </a:ext>
                </a:extLst>
              </p:cNvPr>
              <p:cNvSpPr/>
              <p:nvPr/>
            </p:nvSpPr>
            <p:spPr>
              <a:xfrm>
                <a:off x="537167" y="155321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7" name="流程图: 接点 2566">
                <a:extLst>
                  <a:ext uri="{FF2B5EF4-FFF2-40B4-BE49-F238E27FC236}">
                    <a16:creationId xmlns:a16="http://schemas.microsoft.com/office/drawing/2014/main" id="{16ED07A3-E174-4F3E-AB13-1A1685FF6254}"/>
                  </a:ext>
                </a:extLst>
              </p:cNvPr>
              <p:cNvSpPr/>
              <p:nvPr/>
            </p:nvSpPr>
            <p:spPr>
              <a:xfrm>
                <a:off x="501167" y="158921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8" name="流程图: 接点 2567">
                <a:extLst>
                  <a:ext uri="{FF2B5EF4-FFF2-40B4-BE49-F238E27FC236}">
                    <a16:creationId xmlns:a16="http://schemas.microsoft.com/office/drawing/2014/main" id="{A466FD50-45F8-4EAD-BB98-916DFA1CFC04}"/>
                  </a:ext>
                </a:extLst>
              </p:cNvPr>
              <p:cNvSpPr/>
              <p:nvPr/>
            </p:nvSpPr>
            <p:spPr>
              <a:xfrm>
                <a:off x="555167" y="153956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9" name="流程图: 接点 2568">
                <a:extLst>
                  <a:ext uri="{FF2B5EF4-FFF2-40B4-BE49-F238E27FC236}">
                    <a16:creationId xmlns:a16="http://schemas.microsoft.com/office/drawing/2014/main" id="{B5B482D4-E4AA-4103-B129-342328C1FADA}"/>
                  </a:ext>
                </a:extLst>
              </p:cNvPr>
              <p:cNvSpPr/>
              <p:nvPr/>
            </p:nvSpPr>
            <p:spPr>
              <a:xfrm>
                <a:off x="519167" y="157556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0" name="流程图: 接点 2569">
                <a:extLst>
                  <a:ext uri="{FF2B5EF4-FFF2-40B4-BE49-F238E27FC236}">
                    <a16:creationId xmlns:a16="http://schemas.microsoft.com/office/drawing/2014/main" id="{C33F6144-AD5B-4392-8554-4324319632FF}"/>
                  </a:ext>
                </a:extLst>
              </p:cNvPr>
              <p:cNvSpPr/>
              <p:nvPr/>
            </p:nvSpPr>
            <p:spPr>
              <a:xfrm>
                <a:off x="501167" y="154419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1" name="流程图: 接点 2570">
                <a:extLst>
                  <a:ext uri="{FF2B5EF4-FFF2-40B4-BE49-F238E27FC236}">
                    <a16:creationId xmlns:a16="http://schemas.microsoft.com/office/drawing/2014/main" id="{EA316F13-9C9F-47AB-A106-A0A38A505F5E}"/>
                  </a:ext>
                </a:extLst>
              </p:cNvPr>
              <p:cNvSpPr/>
              <p:nvPr/>
            </p:nvSpPr>
            <p:spPr>
              <a:xfrm>
                <a:off x="493242" y="159665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2" name="流程图: 接点 2571">
                <a:extLst>
                  <a:ext uri="{FF2B5EF4-FFF2-40B4-BE49-F238E27FC236}">
                    <a16:creationId xmlns:a16="http://schemas.microsoft.com/office/drawing/2014/main" id="{C78845C1-4879-4174-ABE9-D6F263331972}"/>
                  </a:ext>
                </a:extLst>
              </p:cNvPr>
              <p:cNvSpPr/>
              <p:nvPr/>
            </p:nvSpPr>
            <p:spPr>
              <a:xfrm>
                <a:off x="516694" y="181785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3" name="流程图: 接点 2572">
                <a:extLst>
                  <a:ext uri="{FF2B5EF4-FFF2-40B4-BE49-F238E27FC236}">
                    <a16:creationId xmlns:a16="http://schemas.microsoft.com/office/drawing/2014/main" id="{440BBF5C-3B2C-49D5-9153-971872CA427F}"/>
                  </a:ext>
                </a:extLst>
              </p:cNvPr>
              <p:cNvSpPr/>
              <p:nvPr/>
            </p:nvSpPr>
            <p:spPr>
              <a:xfrm>
                <a:off x="480694" y="185385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4" name="流程图: 接点 2573">
                <a:extLst>
                  <a:ext uri="{FF2B5EF4-FFF2-40B4-BE49-F238E27FC236}">
                    <a16:creationId xmlns:a16="http://schemas.microsoft.com/office/drawing/2014/main" id="{BEB07754-B0B7-42DD-BCEC-487E05E00012}"/>
                  </a:ext>
                </a:extLst>
              </p:cNvPr>
              <p:cNvSpPr/>
              <p:nvPr/>
            </p:nvSpPr>
            <p:spPr>
              <a:xfrm>
                <a:off x="585524" y="176848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5" name="流程图: 接点 2574">
                <a:extLst>
                  <a:ext uri="{FF2B5EF4-FFF2-40B4-BE49-F238E27FC236}">
                    <a16:creationId xmlns:a16="http://schemas.microsoft.com/office/drawing/2014/main" id="{FC706B49-4707-4E12-9632-AB16ECE5F322}"/>
                  </a:ext>
                </a:extLst>
              </p:cNvPr>
              <p:cNvSpPr/>
              <p:nvPr/>
            </p:nvSpPr>
            <p:spPr>
              <a:xfrm>
                <a:off x="498694" y="178648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6" name="流程图: 接点 2575">
                <a:extLst>
                  <a:ext uri="{FF2B5EF4-FFF2-40B4-BE49-F238E27FC236}">
                    <a16:creationId xmlns:a16="http://schemas.microsoft.com/office/drawing/2014/main" id="{19EED6F4-9DB1-4362-BB48-E7F121E8F17F}"/>
                  </a:ext>
                </a:extLst>
              </p:cNvPr>
              <p:cNvSpPr/>
              <p:nvPr/>
            </p:nvSpPr>
            <p:spPr>
              <a:xfrm>
                <a:off x="462694" y="182248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7" name="流程图: 接点 2576">
                <a:extLst>
                  <a:ext uri="{FF2B5EF4-FFF2-40B4-BE49-F238E27FC236}">
                    <a16:creationId xmlns:a16="http://schemas.microsoft.com/office/drawing/2014/main" id="{9F2FF5D0-808A-4015-BBFA-F2455E57B623}"/>
                  </a:ext>
                </a:extLst>
              </p:cNvPr>
              <p:cNvSpPr/>
              <p:nvPr/>
            </p:nvSpPr>
            <p:spPr>
              <a:xfrm>
                <a:off x="516694" y="177283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8" name="流程图: 接点 2577">
                <a:extLst>
                  <a:ext uri="{FF2B5EF4-FFF2-40B4-BE49-F238E27FC236}">
                    <a16:creationId xmlns:a16="http://schemas.microsoft.com/office/drawing/2014/main" id="{CCC4814A-C923-494A-8142-EC6B877C2325}"/>
                  </a:ext>
                </a:extLst>
              </p:cNvPr>
              <p:cNvSpPr/>
              <p:nvPr/>
            </p:nvSpPr>
            <p:spPr>
              <a:xfrm>
                <a:off x="480694" y="180883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9" name="流程图: 接点 2578">
                <a:extLst>
                  <a:ext uri="{FF2B5EF4-FFF2-40B4-BE49-F238E27FC236}">
                    <a16:creationId xmlns:a16="http://schemas.microsoft.com/office/drawing/2014/main" id="{46D3593F-2FFE-4227-9A74-7421AF54AF2C}"/>
                  </a:ext>
                </a:extLst>
              </p:cNvPr>
              <p:cNvSpPr/>
              <p:nvPr/>
            </p:nvSpPr>
            <p:spPr>
              <a:xfrm>
                <a:off x="498694" y="17414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0" name="流程图: 接点 2579">
                <a:extLst>
                  <a:ext uri="{FF2B5EF4-FFF2-40B4-BE49-F238E27FC236}">
                    <a16:creationId xmlns:a16="http://schemas.microsoft.com/office/drawing/2014/main" id="{B228C3AF-CB5A-430D-B0C4-A1C8139652CD}"/>
                  </a:ext>
                </a:extLst>
              </p:cNvPr>
              <p:cNvSpPr/>
              <p:nvPr/>
            </p:nvSpPr>
            <p:spPr>
              <a:xfrm>
                <a:off x="462694" y="17774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1" name="流程图: 接点 2580">
                <a:extLst>
                  <a:ext uri="{FF2B5EF4-FFF2-40B4-BE49-F238E27FC236}">
                    <a16:creationId xmlns:a16="http://schemas.microsoft.com/office/drawing/2014/main" id="{286D3789-EAD1-4B1D-BA45-8AFCD8FEA8CE}"/>
                  </a:ext>
                </a:extLst>
              </p:cNvPr>
              <p:cNvSpPr/>
              <p:nvPr/>
            </p:nvSpPr>
            <p:spPr>
              <a:xfrm>
                <a:off x="491090" y="192301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2" name="流程图: 接点 2581">
                <a:extLst>
                  <a:ext uri="{FF2B5EF4-FFF2-40B4-BE49-F238E27FC236}">
                    <a16:creationId xmlns:a16="http://schemas.microsoft.com/office/drawing/2014/main" id="{C8DF8E2A-B37C-4A98-801A-9402E99FB171}"/>
                  </a:ext>
                </a:extLst>
              </p:cNvPr>
              <p:cNvSpPr/>
              <p:nvPr/>
            </p:nvSpPr>
            <p:spPr>
              <a:xfrm>
                <a:off x="455090" y="195901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3" name="流程图: 接点 2582">
                <a:extLst>
                  <a:ext uri="{FF2B5EF4-FFF2-40B4-BE49-F238E27FC236}">
                    <a16:creationId xmlns:a16="http://schemas.microsoft.com/office/drawing/2014/main" id="{BCAA91AC-E6E3-43A3-85B3-F514335940B8}"/>
                  </a:ext>
                </a:extLst>
              </p:cNvPr>
              <p:cNvSpPr/>
              <p:nvPr/>
            </p:nvSpPr>
            <p:spPr>
              <a:xfrm>
                <a:off x="559920" y="187364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4" name="流程图: 接点 2583">
                <a:extLst>
                  <a:ext uri="{FF2B5EF4-FFF2-40B4-BE49-F238E27FC236}">
                    <a16:creationId xmlns:a16="http://schemas.microsoft.com/office/drawing/2014/main" id="{7454CAC2-8163-4D7D-97A8-2E07A4635580}"/>
                  </a:ext>
                </a:extLst>
              </p:cNvPr>
              <p:cNvSpPr/>
              <p:nvPr/>
            </p:nvSpPr>
            <p:spPr>
              <a:xfrm>
                <a:off x="473090" y="189164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5" name="流程图: 接点 2584">
                <a:extLst>
                  <a:ext uri="{FF2B5EF4-FFF2-40B4-BE49-F238E27FC236}">
                    <a16:creationId xmlns:a16="http://schemas.microsoft.com/office/drawing/2014/main" id="{15B521DF-4EDF-4AE7-B750-C25E119E66DA}"/>
                  </a:ext>
                </a:extLst>
              </p:cNvPr>
              <p:cNvSpPr/>
              <p:nvPr/>
            </p:nvSpPr>
            <p:spPr>
              <a:xfrm>
                <a:off x="491090" y="187799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6" name="流程图: 接点 2585">
                <a:extLst>
                  <a:ext uri="{FF2B5EF4-FFF2-40B4-BE49-F238E27FC236}">
                    <a16:creationId xmlns:a16="http://schemas.microsoft.com/office/drawing/2014/main" id="{9BD9AF7F-88C5-4845-8317-FB7CA37DFC94}"/>
                  </a:ext>
                </a:extLst>
              </p:cNvPr>
              <p:cNvSpPr/>
              <p:nvPr/>
            </p:nvSpPr>
            <p:spPr>
              <a:xfrm>
                <a:off x="455090" y="191399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7" name="流程图: 接点 2586">
                <a:extLst>
                  <a:ext uri="{FF2B5EF4-FFF2-40B4-BE49-F238E27FC236}">
                    <a16:creationId xmlns:a16="http://schemas.microsoft.com/office/drawing/2014/main" id="{FB348547-C1C3-4CB2-A459-681237FAC7EE}"/>
                  </a:ext>
                </a:extLst>
              </p:cNvPr>
              <p:cNvSpPr/>
              <p:nvPr/>
            </p:nvSpPr>
            <p:spPr>
              <a:xfrm>
                <a:off x="473090" y="184662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8" name="流程图: 接点 2587">
                <a:extLst>
                  <a:ext uri="{FF2B5EF4-FFF2-40B4-BE49-F238E27FC236}">
                    <a16:creationId xmlns:a16="http://schemas.microsoft.com/office/drawing/2014/main" id="{07C71736-9916-498E-8278-BE3134524840}"/>
                  </a:ext>
                </a:extLst>
              </p:cNvPr>
              <p:cNvSpPr/>
              <p:nvPr/>
            </p:nvSpPr>
            <p:spPr>
              <a:xfrm>
                <a:off x="456516" y="16571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9" name="流程图: 接点 2588">
                <a:extLst>
                  <a:ext uri="{FF2B5EF4-FFF2-40B4-BE49-F238E27FC236}">
                    <a16:creationId xmlns:a16="http://schemas.microsoft.com/office/drawing/2014/main" id="{08F1331F-AA93-4E06-A200-074491BD8D8F}"/>
                  </a:ext>
                </a:extLst>
              </p:cNvPr>
              <p:cNvSpPr/>
              <p:nvPr/>
            </p:nvSpPr>
            <p:spPr>
              <a:xfrm>
                <a:off x="456516" y="161214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0" name="流程图: 接点 2589">
                <a:extLst>
                  <a:ext uri="{FF2B5EF4-FFF2-40B4-BE49-F238E27FC236}">
                    <a16:creationId xmlns:a16="http://schemas.microsoft.com/office/drawing/2014/main" id="{C973EA5A-F9F9-4513-A992-2ADB34F0ED22}"/>
                  </a:ext>
                </a:extLst>
              </p:cNvPr>
              <p:cNvSpPr/>
              <p:nvPr/>
            </p:nvSpPr>
            <p:spPr>
              <a:xfrm>
                <a:off x="499742" y="17129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1" name="流程图: 接点 2590">
                <a:extLst>
                  <a:ext uri="{FF2B5EF4-FFF2-40B4-BE49-F238E27FC236}">
                    <a16:creationId xmlns:a16="http://schemas.microsoft.com/office/drawing/2014/main" id="{CB01CC7F-EA5B-4167-9161-BE002BD03BBE}"/>
                  </a:ext>
                </a:extLst>
              </p:cNvPr>
              <p:cNvSpPr/>
              <p:nvPr/>
            </p:nvSpPr>
            <p:spPr>
              <a:xfrm>
                <a:off x="481742" y="168158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2" name="流程图: 接点 2591">
                <a:extLst>
                  <a:ext uri="{FF2B5EF4-FFF2-40B4-BE49-F238E27FC236}">
                    <a16:creationId xmlns:a16="http://schemas.microsoft.com/office/drawing/2014/main" id="{DD9EC6FB-3FE1-4C4F-840A-1366770D8EA9}"/>
                  </a:ext>
                </a:extLst>
              </p:cNvPr>
              <p:cNvSpPr/>
              <p:nvPr/>
            </p:nvSpPr>
            <p:spPr>
              <a:xfrm>
                <a:off x="638100" y="16658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3" name="流程图: 接点 2592">
                <a:extLst>
                  <a:ext uri="{FF2B5EF4-FFF2-40B4-BE49-F238E27FC236}">
                    <a16:creationId xmlns:a16="http://schemas.microsoft.com/office/drawing/2014/main" id="{E523AF2D-985F-4B7E-9171-649CF175AAF5}"/>
                  </a:ext>
                </a:extLst>
              </p:cNvPr>
              <p:cNvSpPr/>
              <p:nvPr/>
            </p:nvSpPr>
            <p:spPr>
              <a:xfrm>
                <a:off x="602100" y="17018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4" name="流程图: 接点 2593">
                <a:extLst>
                  <a:ext uri="{FF2B5EF4-FFF2-40B4-BE49-F238E27FC236}">
                    <a16:creationId xmlns:a16="http://schemas.microsoft.com/office/drawing/2014/main" id="{F82D6802-CB8D-4B46-8A96-C73D7617B3A4}"/>
                  </a:ext>
                </a:extLst>
              </p:cNvPr>
              <p:cNvSpPr/>
              <p:nvPr/>
            </p:nvSpPr>
            <p:spPr>
              <a:xfrm>
                <a:off x="568572" y="16298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5" name="流程图: 接点 2594">
                <a:extLst>
                  <a:ext uri="{FF2B5EF4-FFF2-40B4-BE49-F238E27FC236}">
                    <a16:creationId xmlns:a16="http://schemas.microsoft.com/office/drawing/2014/main" id="{F286AF6E-36B8-4C0A-B946-82F2CEBEF175}"/>
                  </a:ext>
                </a:extLst>
              </p:cNvPr>
              <p:cNvSpPr/>
              <p:nvPr/>
            </p:nvSpPr>
            <p:spPr>
              <a:xfrm>
                <a:off x="706930" y="16165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6" name="流程图: 接点 2595">
                <a:extLst>
                  <a:ext uri="{FF2B5EF4-FFF2-40B4-BE49-F238E27FC236}">
                    <a16:creationId xmlns:a16="http://schemas.microsoft.com/office/drawing/2014/main" id="{7B881231-3874-4323-8C8A-FAE899FE0A66}"/>
                  </a:ext>
                </a:extLst>
              </p:cNvPr>
              <p:cNvSpPr/>
              <p:nvPr/>
            </p:nvSpPr>
            <p:spPr>
              <a:xfrm>
                <a:off x="620100" y="16345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7" name="流程图: 接点 2596">
                <a:extLst>
                  <a:ext uri="{FF2B5EF4-FFF2-40B4-BE49-F238E27FC236}">
                    <a16:creationId xmlns:a16="http://schemas.microsoft.com/office/drawing/2014/main" id="{F7901CBB-274D-413C-ADF2-1C877FAE9C06}"/>
                  </a:ext>
                </a:extLst>
              </p:cNvPr>
              <p:cNvSpPr/>
              <p:nvPr/>
            </p:nvSpPr>
            <p:spPr>
              <a:xfrm>
                <a:off x="584100" y="16705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8" name="流程图: 接点 2597">
                <a:extLst>
                  <a:ext uri="{FF2B5EF4-FFF2-40B4-BE49-F238E27FC236}">
                    <a16:creationId xmlns:a16="http://schemas.microsoft.com/office/drawing/2014/main" id="{A45BBB2A-52D3-4F1E-84A9-A6F3EFDCB263}"/>
                  </a:ext>
                </a:extLst>
              </p:cNvPr>
              <p:cNvSpPr/>
              <p:nvPr/>
            </p:nvSpPr>
            <p:spPr>
              <a:xfrm>
                <a:off x="499742" y="166793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9" name="流程图: 接点 2598">
                <a:extLst>
                  <a:ext uri="{FF2B5EF4-FFF2-40B4-BE49-F238E27FC236}">
                    <a16:creationId xmlns:a16="http://schemas.microsoft.com/office/drawing/2014/main" id="{0F49B2E1-4869-4C43-9C14-D0BDCD9ABC29}"/>
                  </a:ext>
                </a:extLst>
              </p:cNvPr>
              <p:cNvSpPr/>
              <p:nvPr/>
            </p:nvSpPr>
            <p:spPr>
              <a:xfrm>
                <a:off x="481742" y="163656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0" name="流程图: 接点 2599">
                <a:extLst>
                  <a:ext uri="{FF2B5EF4-FFF2-40B4-BE49-F238E27FC236}">
                    <a16:creationId xmlns:a16="http://schemas.microsoft.com/office/drawing/2014/main" id="{7E978783-B290-4E19-A512-354E2521F816}"/>
                  </a:ext>
                </a:extLst>
              </p:cNvPr>
              <p:cNvSpPr/>
              <p:nvPr/>
            </p:nvSpPr>
            <p:spPr>
              <a:xfrm>
                <a:off x="638100" y="162087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1" name="流程图: 接点 2600">
                <a:extLst>
                  <a:ext uri="{FF2B5EF4-FFF2-40B4-BE49-F238E27FC236}">
                    <a16:creationId xmlns:a16="http://schemas.microsoft.com/office/drawing/2014/main" id="{1D3C9BDB-5F0B-4702-98CE-757C491E4168}"/>
                  </a:ext>
                </a:extLst>
              </p:cNvPr>
              <p:cNvSpPr/>
              <p:nvPr/>
            </p:nvSpPr>
            <p:spPr>
              <a:xfrm>
                <a:off x="602100" y="165687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2" name="流程图: 接点 2601">
                <a:extLst>
                  <a:ext uri="{FF2B5EF4-FFF2-40B4-BE49-F238E27FC236}">
                    <a16:creationId xmlns:a16="http://schemas.microsoft.com/office/drawing/2014/main" id="{2D797476-2374-4937-8588-27B0EAEF76A3}"/>
                  </a:ext>
                </a:extLst>
              </p:cNvPr>
              <p:cNvSpPr/>
              <p:nvPr/>
            </p:nvSpPr>
            <p:spPr>
              <a:xfrm>
                <a:off x="584100" y="162550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3" name="流程图: 接点 2602">
                <a:extLst>
                  <a:ext uri="{FF2B5EF4-FFF2-40B4-BE49-F238E27FC236}">
                    <a16:creationId xmlns:a16="http://schemas.microsoft.com/office/drawing/2014/main" id="{90C16B78-F123-4E78-9117-E28B61BE1DD5}"/>
                  </a:ext>
                </a:extLst>
              </p:cNvPr>
              <p:cNvSpPr/>
              <p:nvPr/>
            </p:nvSpPr>
            <p:spPr>
              <a:xfrm>
                <a:off x="507345" y="172733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4" name="流程图: 接点 2603">
                <a:extLst>
                  <a:ext uri="{FF2B5EF4-FFF2-40B4-BE49-F238E27FC236}">
                    <a16:creationId xmlns:a16="http://schemas.microsoft.com/office/drawing/2014/main" id="{70C3D2DB-A756-42F1-A70B-3F923AE8F039}"/>
                  </a:ext>
                </a:extLst>
              </p:cNvPr>
              <p:cNvSpPr/>
              <p:nvPr/>
            </p:nvSpPr>
            <p:spPr>
              <a:xfrm>
                <a:off x="471345" y="176333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5" name="流程图: 接点 2604">
                <a:extLst>
                  <a:ext uri="{FF2B5EF4-FFF2-40B4-BE49-F238E27FC236}">
                    <a16:creationId xmlns:a16="http://schemas.microsoft.com/office/drawing/2014/main" id="{DA22AE9E-062B-4BF9-8822-9426CD9812A1}"/>
                  </a:ext>
                </a:extLst>
              </p:cNvPr>
              <p:cNvSpPr/>
              <p:nvPr/>
            </p:nvSpPr>
            <p:spPr>
              <a:xfrm>
                <a:off x="576175" y="167796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6" name="流程图: 接点 2605">
                <a:extLst>
                  <a:ext uri="{FF2B5EF4-FFF2-40B4-BE49-F238E27FC236}">
                    <a16:creationId xmlns:a16="http://schemas.microsoft.com/office/drawing/2014/main" id="{E13C6B63-EBF2-4FCA-879E-DC3CF6E2CDA2}"/>
                  </a:ext>
                </a:extLst>
              </p:cNvPr>
              <p:cNvSpPr/>
              <p:nvPr/>
            </p:nvSpPr>
            <p:spPr>
              <a:xfrm>
                <a:off x="489345" y="169596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7" name="流程图: 接点 2606">
                <a:extLst>
                  <a:ext uri="{FF2B5EF4-FFF2-40B4-BE49-F238E27FC236}">
                    <a16:creationId xmlns:a16="http://schemas.microsoft.com/office/drawing/2014/main" id="{8F086BDB-B2B7-4EFB-8DAB-80489CD1DEEC}"/>
                  </a:ext>
                </a:extLst>
              </p:cNvPr>
              <p:cNvSpPr/>
              <p:nvPr/>
            </p:nvSpPr>
            <p:spPr>
              <a:xfrm>
                <a:off x="507345" y="168231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8" name="流程图: 接点 2607">
                <a:extLst>
                  <a:ext uri="{FF2B5EF4-FFF2-40B4-BE49-F238E27FC236}">
                    <a16:creationId xmlns:a16="http://schemas.microsoft.com/office/drawing/2014/main" id="{155D7789-17ED-416B-A66A-DEAC742681C9}"/>
                  </a:ext>
                </a:extLst>
              </p:cNvPr>
              <p:cNvSpPr/>
              <p:nvPr/>
            </p:nvSpPr>
            <p:spPr>
              <a:xfrm>
                <a:off x="471345" y="171831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9" name="流程图: 接点 2608">
                <a:extLst>
                  <a:ext uri="{FF2B5EF4-FFF2-40B4-BE49-F238E27FC236}">
                    <a16:creationId xmlns:a16="http://schemas.microsoft.com/office/drawing/2014/main" id="{CC62D330-F911-4CE4-BCF0-A8792E84824C}"/>
                  </a:ext>
                </a:extLst>
              </p:cNvPr>
              <p:cNvSpPr/>
              <p:nvPr/>
            </p:nvSpPr>
            <p:spPr>
              <a:xfrm>
                <a:off x="572440" y="18795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0" name="流程图: 接点 2609">
                <a:extLst>
                  <a:ext uri="{FF2B5EF4-FFF2-40B4-BE49-F238E27FC236}">
                    <a16:creationId xmlns:a16="http://schemas.microsoft.com/office/drawing/2014/main" id="{D86CCD33-A0D5-43CC-AB4B-2794CB4D1E6A}"/>
                  </a:ext>
                </a:extLst>
              </p:cNvPr>
              <p:cNvSpPr/>
              <p:nvPr/>
            </p:nvSpPr>
            <p:spPr>
              <a:xfrm>
                <a:off x="536440" y="19155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1" name="流程图: 接点 2610">
                <a:extLst>
                  <a:ext uri="{FF2B5EF4-FFF2-40B4-BE49-F238E27FC236}">
                    <a16:creationId xmlns:a16="http://schemas.microsoft.com/office/drawing/2014/main" id="{16FD4B0F-E3E4-4DFA-BAF2-588443CB2D70}"/>
                  </a:ext>
                </a:extLst>
              </p:cNvPr>
              <p:cNvSpPr/>
              <p:nvPr/>
            </p:nvSpPr>
            <p:spPr>
              <a:xfrm>
                <a:off x="502912" y="18435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2" name="流程图: 接点 2611">
                <a:extLst>
                  <a:ext uri="{FF2B5EF4-FFF2-40B4-BE49-F238E27FC236}">
                    <a16:creationId xmlns:a16="http://schemas.microsoft.com/office/drawing/2014/main" id="{CF3A9D36-229F-422C-B934-29464B6F7F73}"/>
                  </a:ext>
                </a:extLst>
              </p:cNvPr>
              <p:cNvSpPr/>
              <p:nvPr/>
            </p:nvSpPr>
            <p:spPr>
              <a:xfrm>
                <a:off x="641270" y="18302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3" name="流程图: 接点 2612">
                <a:extLst>
                  <a:ext uri="{FF2B5EF4-FFF2-40B4-BE49-F238E27FC236}">
                    <a16:creationId xmlns:a16="http://schemas.microsoft.com/office/drawing/2014/main" id="{3F01867D-C71E-46DA-AE2E-7B124050E3F6}"/>
                  </a:ext>
                </a:extLst>
              </p:cNvPr>
              <p:cNvSpPr/>
              <p:nvPr/>
            </p:nvSpPr>
            <p:spPr>
              <a:xfrm>
                <a:off x="554440" y="18482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4" name="流程图: 接点 2613">
                <a:extLst>
                  <a:ext uri="{FF2B5EF4-FFF2-40B4-BE49-F238E27FC236}">
                    <a16:creationId xmlns:a16="http://schemas.microsoft.com/office/drawing/2014/main" id="{BADC99E6-A9DA-499D-9242-8B27CF8D93E1}"/>
                  </a:ext>
                </a:extLst>
              </p:cNvPr>
              <p:cNvSpPr/>
              <p:nvPr/>
            </p:nvSpPr>
            <p:spPr>
              <a:xfrm>
                <a:off x="518440" y="18842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5" name="流程图: 接点 2614">
                <a:extLst>
                  <a:ext uri="{FF2B5EF4-FFF2-40B4-BE49-F238E27FC236}">
                    <a16:creationId xmlns:a16="http://schemas.microsoft.com/office/drawing/2014/main" id="{C8EE7582-7AEC-4016-9E33-B9774261CCF7}"/>
                  </a:ext>
                </a:extLst>
              </p:cNvPr>
              <p:cNvSpPr/>
              <p:nvPr/>
            </p:nvSpPr>
            <p:spPr>
              <a:xfrm>
                <a:off x="572440" y="18345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6" name="流程图: 接点 2615">
                <a:extLst>
                  <a:ext uri="{FF2B5EF4-FFF2-40B4-BE49-F238E27FC236}">
                    <a16:creationId xmlns:a16="http://schemas.microsoft.com/office/drawing/2014/main" id="{633FD378-DBD1-4D00-8038-538424C4D4F6}"/>
                  </a:ext>
                </a:extLst>
              </p:cNvPr>
              <p:cNvSpPr/>
              <p:nvPr/>
            </p:nvSpPr>
            <p:spPr>
              <a:xfrm>
                <a:off x="536440" y="18705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7" name="流程图: 接点 2616">
                <a:extLst>
                  <a:ext uri="{FF2B5EF4-FFF2-40B4-BE49-F238E27FC236}">
                    <a16:creationId xmlns:a16="http://schemas.microsoft.com/office/drawing/2014/main" id="{1591029A-BE3F-44EF-BA60-E0E39AE47C59}"/>
                  </a:ext>
                </a:extLst>
              </p:cNvPr>
              <p:cNvSpPr/>
              <p:nvPr/>
            </p:nvSpPr>
            <p:spPr>
              <a:xfrm>
                <a:off x="518440" y="18391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8" name="流程图: 接点 2617">
                <a:extLst>
                  <a:ext uri="{FF2B5EF4-FFF2-40B4-BE49-F238E27FC236}">
                    <a16:creationId xmlns:a16="http://schemas.microsoft.com/office/drawing/2014/main" id="{420714E2-5F79-4EF9-A966-B61BC14BEB98}"/>
                  </a:ext>
                </a:extLst>
              </p:cNvPr>
              <p:cNvSpPr/>
              <p:nvPr/>
            </p:nvSpPr>
            <p:spPr>
              <a:xfrm>
                <a:off x="510515" y="189164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9" name="流程图: 接点 2618">
                <a:extLst>
                  <a:ext uri="{FF2B5EF4-FFF2-40B4-BE49-F238E27FC236}">
                    <a16:creationId xmlns:a16="http://schemas.microsoft.com/office/drawing/2014/main" id="{376CD5B2-E9D8-4A13-8542-3CD507BD577C}"/>
                  </a:ext>
                </a:extLst>
              </p:cNvPr>
              <p:cNvSpPr/>
              <p:nvPr/>
            </p:nvSpPr>
            <p:spPr>
              <a:xfrm>
                <a:off x="684765" y="146134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0" name="流程图: 接点 2619">
                <a:extLst>
                  <a:ext uri="{FF2B5EF4-FFF2-40B4-BE49-F238E27FC236}">
                    <a16:creationId xmlns:a16="http://schemas.microsoft.com/office/drawing/2014/main" id="{A5F9407A-CD19-468D-BDEB-DB9B0534E873}"/>
                  </a:ext>
                </a:extLst>
              </p:cNvPr>
              <p:cNvSpPr/>
              <p:nvPr/>
            </p:nvSpPr>
            <p:spPr>
              <a:xfrm>
                <a:off x="648765" y="149734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1" name="流程图: 接点 2620">
                <a:extLst>
                  <a:ext uri="{FF2B5EF4-FFF2-40B4-BE49-F238E27FC236}">
                    <a16:creationId xmlns:a16="http://schemas.microsoft.com/office/drawing/2014/main" id="{37E9E748-F4F0-4D17-A971-DABAE58CD4AA}"/>
                  </a:ext>
                </a:extLst>
              </p:cNvPr>
              <p:cNvSpPr/>
              <p:nvPr/>
            </p:nvSpPr>
            <p:spPr>
              <a:xfrm>
                <a:off x="753595" y="14119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2" name="流程图: 接点 2621">
                <a:extLst>
                  <a:ext uri="{FF2B5EF4-FFF2-40B4-BE49-F238E27FC236}">
                    <a16:creationId xmlns:a16="http://schemas.microsoft.com/office/drawing/2014/main" id="{5784AB5C-41D5-4EB7-AB30-0B6632450EFA}"/>
                  </a:ext>
                </a:extLst>
              </p:cNvPr>
              <p:cNvSpPr/>
              <p:nvPr/>
            </p:nvSpPr>
            <p:spPr>
              <a:xfrm>
                <a:off x="666765" y="14299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3" name="流程图: 接点 2622">
                <a:extLst>
                  <a:ext uri="{FF2B5EF4-FFF2-40B4-BE49-F238E27FC236}">
                    <a16:creationId xmlns:a16="http://schemas.microsoft.com/office/drawing/2014/main" id="{478661BA-18B9-4230-9C93-268F21B92FAF}"/>
                  </a:ext>
                </a:extLst>
              </p:cNvPr>
              <p:cNvSpPr/>
              <p:nvPr/>
            </p:nvSpPr>
            <p:spPr>
              <a:xfrm>
                <a:off x="630765" y="14659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4" name="流程图: 接点 2623">
                <a:extLst>
                  <a:ext uri="{FF2B5EF4-FFF2-40B4-BE49-F238E27FC236}">
                    <a16:creationId xmlns:a16="http://schemas.microsoft.com/office/drawing/2014/main" id="{A7F08B75-3E18-485C-87C0-553E6686BF4B}"/>
                  </a:ext>
                </a:extLst>
              </p:cNvPr>
              <p:cNvSpPr/>
              <p:nvPr/>
            </p:nvSpPr>
            <p:spPr>
              <a:xfrm>
                <a:off x="684765" y="141632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5" name="流程图: 接点 2624">
                <a:extLst>
                  <a:ext uri="{FF2B5EF4-FFF2-40B4-BE49-F238E27FC236}">
                    <a16:creationId xmlns:a16="http://schemas.microsoft.com/office/drawing/2014/main" id="{43653D87-CBAC-4362-8F9B-7FA528917AA9}"/>
                  </a:ext>
                </a:extLst>
              </p:cNvPr>
              <p:cNvSpPr/>
              <p:nvPr/>
            </p:nvSpPr>
            <p:spPr>
              <a:xfrm>
                <a:off x="648765" y="145232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6" name="流程图: 接点 2625">
                <a:extLst>
                  <a:ext uri="{FF2B5EF4-FFF2-40B4-BE49-F238E27FC236}">
                    <a16:creationId xmlns:a16="http://schemas.microsoft.com/office/drawing/2014/main" id="{CEC3A256-FEDF-497F-9FC2-C9C56F5CFBC1}"/>
                  </a:ext>
                </a:extLst>
              </p:cNvPr>
              <p:cNvSpPr/>
              <p:nvPr/>
            </p:nvSpPr>
            <p:spPr>
              <a:xfrm>
                <a:off x="630765" y="142095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7" name="流程图: 接点 2626">
                <a:extLst>
                  <a:ext uri="{FF2B5EF4-FFF2-40B4-BE49-F238E27FC236}">
                    <a16:creationId xmlns:a16="http://schemas.microsoft.com/office/drawing/2014/main" id="{6A55F7B4-655D-44FF-BC91-9A096DFEE40C}"/>
                  </a:ext>
                </a:extLst>
              </p:cNvPr>
              <p:cNvSpPr/>
              <p:nvPr/>
            </p:nvSpPr>
            <p:spPr>
              <a:xfrm>
                <a:off x="556483" y="139926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8" name="流程图: 接点 2627">
                <a:extLst>
                  <a:ext uri="{FF2B5EF4-FFF2-40B4-BE49-F238E27FC236}">
                    <a16:creationId xmlns:a16="http://schemas.microsoft.com/office/drawing/2014/main" id="{8619D412-AA46-499C-B1BA-579423445993}"/>
                  </a:ext>
                </a:extLst>
              </p:cNvPr>
              <p:cNvSpPr/>
              <p:nvPr/>
            </p:nvSpPr>
            <p:spPr>
              <a:xfrm>
                <a:off x="520483" y="143526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9" name="流程图: 接点 2628">
                <a:extLst>
                  <a:ext uri="{FF2B5EF4-FFF2-40B4-BE49-F238E27FC236}">
                    <a16:creationId xmlns:a16="http://schemas.microsoft.com/office/drawing/2014/main" id="{DB3194AA-26A1-49C4-BA08-A83B41DBA2CA}"/>
                  </a:ext>
                </a:extLst>
              </p:cNvPr>
              <p:cNvSpPr/>
              <p:nvPr/>
            </p:nvSpPr>
            <p:spPr>
              <a:xfrm>
                <a:off x="502483" y="140389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0" name="流程图: 接点 2629">
                <a:extLst>
                  <a:ext uri="{FF2B5EF4-FFF2-40B4-BE49-F238E27FC236}">
                    <a16:creationId xmlns:a16="http://schemas.microsoft.com/office/drawing/2014/main" id="{EFFC2D26-E41C-41DA-8EC1-0610188120FF}"/>
                  </a:ext>
                </a:extLst>
              </p:cNvPr>
              <p:cNvSpPr/>
              <p:nvPr/>
            </p:nvSpPr>
            <p:spPr>
              <a:xfrm>
                <a:off x="530879" y="150442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1" name="流程图: 接点 2630">
                <a:extLst>
                  <a:ext uri="{FF2B5EF4-FFF2-40B4-BE49-F238E27FC236}">
                    <a16:creationId xmlns:a16="http://schemas.microsoft.com/office/drawing/2014/main" id="{C57C8A40-7F95-4AA3-BDB0-60B3C19D83A0}"/>
                  </a:ext>
                </a:extLst>
              </p:cNvPr>
              <p:cNvSpPr/>
              <p:nvPr/>
            </p:nvSpPr>
            <p:spPr>
              <a:xfrm>
                <a:off x="494879" y="154042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2" name="流程图: 接点 2631">
                <a:extLst>
                  <a:ext uri="{FF2B5EF4-FFF2-40B4-BE49-F238E27FC236}">
                    <a16:creationId xmlns:a16="http://schemas.microsoft.com/office/drawing/2014/main" id="{E0AE978D-F9AF-44F1-86AD-D201613DA215}"/>
                  </a:ext>
                </a:extLst>
              </p:cNvPr>
              <p:cNvSpPr/>
              <p:nvPr/>
            </p:nvSpPr>
            <p:spPr>
              <a:xfrm>
                <a:off x="599709" y="14550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3" name="流程图: 接点 2632">
                <a:extLst>
                  <a:ext uri="{FF2B5EF4-FFF2-40B4-BE49-F238E27FC236}">
                    <a16:creationId xmlns:a16="http://schemas.microsoft.com/office/drawing/2014/main" id="{8C0B05F9-F76B-4805-9AB6-C7265432A00D}"/>
                  </a:ext>
                </a:extLst>
              </p:cNvPr>
              <p:cNvSpPr/>
              <p:nvPr/>
            </p:nvSpPr>
            <p:spPr>
              <a:xfrm>
                <a:off x="512879" y="14730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4" name="流程图: 接点 2633">
                <a:extLst>
                  <a:ext uri="{FF2B5EF4-FFF2-40B4-BE49-F238E27FC236}">
                    <a16:creationId xmlns:a16="http://schemas.microsoft.com/office/drawing/2014/main" id="{F7A57F0E-C9EE-40D8-BDD3-74A1832D848E}"/>
                  </a:ext>
                </a:extLst>
              </p:cNvPr>
              <p:cNvSpPr/>
              <p:nvPr/>
            </p:nvSpPr>
            <p:spPr>
              <a:xfrm>
                <a:off x="476879" y="15090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5" name="流程图: 接点 2634">
                <a:extLst>
                  <a:ext uri="{FF2B5EF4-FFF2-40B4-BE49-F238E27FC236}">
                    <a16:creationId xmlns:a16="http://schemas.microsoft.com/office/drawing/2014/main" id="{4CD3F351-EF86-464B-A45A-8AA7CDEFB19E}"/>
                  </a:ext>
                </a:extLst>
              </p:cNvPr>
              <p:cNvSpPr/>
              <p:nvPr/>
            </p:nvSpPr>
            <p:spPr>
              <a:xfrm>
                <a:off x="530879" y="14594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6" name="流程图: 接点 2635">
                <a:extLst>
                  <a:ext uri="{FF2B5EF4-FFF2-40B4-BE49-F238E27FC236}">
                    <a16:creationId xmlns:a16="http://schemas.microsoft.com/office/drawing/2014/main" id="{13F45E38-E22E-408D-8DAA-21C66CBAB60D}"/>
                  </a:ext>
                </a:extLst>
              </p:cNvPr>
              <p:cNvSpPr/>
              <p:nvPr/>
            </p:nvSpPr>
            <p:spPr>
              <a:xfrm>
                <a:off x="494879" y="14954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7" name="流程图: 接点 2636">
                <a:extLst>
                  <a:ext uri="{FF2B5EF4-FFF2-40B4-BE49-F238E27FC236}">
                    <a16:creationId xmlns:a16="http://schemas.microsoft.com/office/drawing/2014/main" id="{00A46B07-BCF6-4A06-A2A0-008B40755135}"/>
                  </a:ext>
                </a:extLst>
              </p:cNvPr>
              <p:cNvSpPr/>
              <p:nvPr/>
            </p:nvSpPr>
            <p:spPr>
              <a:xfrm>
                <a:off x="512879" y="14280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8" name="流程图: 接点 2637">
                <a:extLst>
                  <a:ext uri="{FF2B5EF4-FFF2-40B4-BE49-F238E27FC236}">
                    <a16:creationId xmlns:a16="http://schemas.microsoft.com/office/drawing/2014/main" id="{0EBBA656-4A65-4EF6-AC55-0785459EA7FF}"/>
                  </a:ext>
                </a:extLst>
              </p:cNvPr>
              <p:cNvSpPr/>
              <p:nvPr/>
            </p:nvSpPr>
            <p:spPr>
              <a:xfrm>
                <a:off x="476879" y="14640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9" name="流程图: 接点 2638">
                <a:extLst>
                  <a:ext uri="{FF2B5EF4-FFF2-40B4-BE49-F238E27FC236}">
                    <a16:creationId xmlns:a16="http://schemas.microsoft.com/office/drawing/2014/main" id="{696DA687-A5AD-47D4-837A-05952A2F6195}"/>
                  </a:ext>
                </a:extLst>
              </p:cNvPr>
              <p:cNvSpPr/>
              <p:nvPr/>
            </p:nvSpPr>
            <p:spPr>
              <a:xfrm>
                <a:off x="793302" y="14374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0" name="流程图: 接点 2639">
                <a:extLst>
                  <a:ext uri="{FF2B5EF4-FFF2-40B4-BE49-F238E27FC236}">
                    <a16:creationId xmlns:a16="http://schemas.microsoft.com/office/drawing/2014/main" id="{F29896AC-E33F-4E0C-BF4B-B55CF4965DF9}"/>
                  </a:ext>
                </a:extLst>
              </p:cNvPr>
              <p:cNvSpPr/>
              <p:nvPr/>
            </p:nvSpPr>
            <p:spPr>
              <a:xfrm>
                <a:off x="757302" y="14734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1" name="流程图: 接点 2640">
                <a:extLst>
                  <a:ext uri="{FF2B5EF4-FFF2-40B4-BE49-F238E27FC236}">
                    <a16:creationId xmlns:a16="http://schemas.microsoft.com/office/drawing/2014/main" id="{504C2502-D92A-4A9F-A155-E15785A19A38}"/>
                  </a:ext>
                </a:extLst>
              </p:cNvPr>
              <p:cNvSpPr/>
              <p:nvPr/>
            </p:nvSpPr>
            <p:spPr>
              <a:xfrm>
                <a:off x="723774" y="14014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2" name="流程图: 接点 2641">
                <a:extLst>
                  <a:ext uri="{FF2B5EF4-FFF2-40B4-BE49-F238E27FC236}">
                    <a16:creationId xmlns:a16="http://schemas.microsoft.com/office/drawing/2014/main" id="{4AAD2DB4-5A72-43B5-AD06-B4C91AAC77EC}"/>
                  </a:ext>
                </a:extLst>
              </p:cNvPr>
              <p:cNvSpPr/>
              <p:nvPr/>
            </p:nvSpPr>
            <p:spPr>
              <a:xfrm>
                <a:off x="775302" y="14061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3" name="流程图: 接点 2642">
                <a:extLst>
                  <a:ext uri="{FF2B5EF4-FFF2-40B4-BE49-F238E27FC236}">
                    <a16:creationId xmlns:a16="http://schemas.microsoft.com/office/drawing/2014/main" id="{47654B2D-C501-41F6-9C6E-6E56D8CC539B}"/>
                  </a:ext>
                </a:extLst>
              </p:cNvPr>
              <p:cNvSpPr/>
              <p:nvPr/>
            </p:nvSpPr>
            <p:spPr>
              <a:xfrm>
                <a:off x="739302" y="14421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4" name="流程图: 接点 2643">
                <a:extLst>
                  <a:ext uri="{FF2B5EF4-FFF2-40B4-BE49-F238E27FC236}">
                    <a16:creationId xmlns:a16="http://schemas.microsoft.com/office/drawing/2014/main" id="{6F85CF60-6394-4CF0-941F-B25CA42E8863}"/>
                  </a:ext>
                </a:extLst>
              </p:cNvPr>
              <p:cNvSpPr/>
              <p:nvPr/>
            </p:nvSpPr>
            <p:spPr>
              <a:xfrm>
                <a:off x="757302" y="142847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5" name="流程图: 接点 2644">
                <a:extLst>
                  <a:ext uri="{FF2B5EF4-FFF2-40B4-BE49-F238E27FC236}">
                    <a16:creationId xmlns:a16="http://schemas.microsoft.com/office/drawing/2014/main" id="{6E41FFD6-FD82-4C43-A4F2-6A745B030564}"/>
                  </a:ext>
                </a:extLst>
              </p:cNvPr>
              <p:cNvSpPr/>
              <p:nvPr/>
            </p:nvSpPr>
            <p:spPr>
              <a:xfrm>
                <a:off x="767698" y="154265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6" name="流程图: 接点 2645">
                <a:extLst>
                  <a:ext uri="{FF2B5EF4-FFF2-40B4-BE49-F238E27FC236}">
                    <a16:creationId xmlns:a16="http://schemas.microsoft.com/office/drawing/2014/main" id="{5215CAB4-9132-40D8-9072-34ADB1BAFC1B}"/>
                  </a:ext>
                </a:extLst>
              </p:cNvPr>
              <p:cNvSpPr/>
              <p:nvPr/>
            </p:nvSpPr>
            <p:spPr>
              <a:xfrm>
                <a:off x="731698" y="157865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7" name="流程图: 接点 2646">
                <a:extLst>
                  <a:ext uri="{FF2B5EF4-FFF2-40B4-BE49-F238E27FC236}">
                    <a16:creationId xmlns:a16="http://schemas.microsoft.com/office/drawing/2014/main" id="{624D2BF0-5DAC-4E6F-B6A5-9F63E17BC59C}"/>
                  </a:ext>
                </a:extLst>
              </p:cNvPr>
              <p:cNvSpPr/>
              <p:nvPr/>
            </p:nvSpPr>
            <p:spPr>
              <a:xfrm>
                <a:off x="836528" y="14932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8" name="流程图: 接点 2647">
                <a:extLst>
                  <a:ext uri="{FF2B5EF4-FFF2-40B4-BE49-F238E27FC236}">
                    <a16:creationId xmlns:a16="http://schemas.microsoft.com/office/drawing/2014/main" id="{1489F915-6C55-4572-942A-B438904EE594}"/>
                  </a:ext>
                </a:extLst>
              </p:cNvPr>
              <p:cNvSpPr/>
              <p:nvPr/>
            </p:nvSpPr>
            <p:spPr>
              <a:xfrm>
                <a:off x="749698" y="15112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9" name="流程图: 接点 2648">
                <a:extLst>
                  <a:ext uri="{FF2B5EF4-FFF2-40B4-BE49-F238E27FC236}">
                    <a16:creationId xmlns:a16="http://schemas.microsoft.com/office/drawing/2014/main" id="{70258350-845F-4863-8350-3D45F2C5865C}"/>
                  </a:ext>
                </a:extLst>
              </p:cNvPr>
              <p:cNvSpPr/>
              <p:nvPr/>
            </p:nvSpPr>
            <p:spPr>
              <a:xfrm>
                <a:off x="713698" y="15472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0" name="流程图: 接点 2649">
                <a:extLst>
                  <a:ext uri="{FF2B5EF4-FFF2-40B4-BE49-F238E27FC236}">
                    <a16:creationId xmlns:a16="http://schemas.microsoft.com/office/drawing/2014/main" id="{74EB355C-F9AB-454B-A4A6-A5C71CB64C25}"/>
                  </a:ext>
                </a:extLst>
              </p:cNvPr>
              <p:cNvSpPr/>
              <p:nvPr/>
            </p:nvSpPr>
            <p:spPr>
              <a:xfrm>
                <a:off x="767698" y="149763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1" name="流程图: 接点 2650">
                <a:extLst>
                  <a:ext uri="{FF2B5EF4-FFF2-40B4-BE49-F238E27FC236}">
                    <a16:creationId xmlns:a16="http://schemas.microsoft.com/office/drawing/2014/main" id="{A2436B40-2C24-4B99-BFD9-798C15B9EF5F}"/>
                  </a:ext>
                </a:extLst>
              </p:cNvPr>
              <p:cNvSpPr/>
              <p:nvPr/>
            </p:nvSpPr>
            <p:spPr>
              <a:xfrm>
                <a:off x="731698" y="153363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2" name="流程图: 接点 2651">
                <a:extLst>
                  <a:ext uri="{FF2B5EF4-FFF2-40B4-BE49-F238E27FC236}">
                    <a16:creationId xmlns:a16="http://schemas.microsoft.com/office/drawing/2014/main" id="{56C501AA-862B-4324-9148-19B16BFF7EA8}"/>
                  </a:ext>
                </a:extLst>
              </p:cNvPr>
              <p:cNvSpPr/>
              <p:nvPr/>
            </p:nvSpPr>
            <p:spPr>
              <a:xfrm>
                <a:off x="749698" y="146626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3" name="流程图: 接点 2652">
                <a:extLst>
                  <a:ext uri="{FF2B5EF4-FFF2-40B4-BE49-F238E27FC236}">
                    <a16:creationId xmlns:a16="http://schemas.microsoft.com/office/drawing/2014/main" id="{57EDCA07-E7E7-4ABA-B142-C5A07EE8528D}"/>
                  </a:ext>
                </a:extLst>
              </p:cNvPr>
              <p:cNvSpPr/>
              <p:nvPr/>
            </p:nvSpPr>
            <p:spPr>
              <a:xfrm>
                <a:off x="713698" y="150226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4" name="流程图: 接点 2653">
                <a:extLst>
                  <a:ext uri="{FF2B5EF4-FFF2-40B4-BE49-F238E27FC236}">
                    <a16:creationId xmlns:a16="http://schemas.microsoft.com/office/drawing/2014/main" id="{3FC01E60-F447-441B-A515-7180B2C65CA6}"/>
                  </a:ext>
                </a:extLst>
              </p:cNvPr>
              <p:cNvSpPr/>
              <p:nvPr/>
            </p:nvSpPr>
            <p:spPr>
              <a:xfrm>
                <a:off x="727642" y="165117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5" name="流程图: 接点 2654">
                <a:extLst>
                  <a:ext uri="{FF2B5EF4-FFF2-40B4-BE49-F238E27FC236}">
                    <a16:creationId xmlns:a16="http://schemas.microsoft.com/office/drawing/2014/main" id="{C95705B2-6B54-4903-8FE3-EBA566E1B3D2}"/>
                  </a:ext>
                </a:extLst>
              </p:cNvPr>
              <p:cNvSpPr/>
              <p:nvPr/>
            </p:nvSpPr>
            <p:spPr>
              <a:xfrm>
                <a:off x="796472" y="16018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6" name="流程图: 接点 2655">
                <a:extLst>
                  <a:ext uri="{FF2B5EF4-FFF2-40B4-BE49-F238E27FC236}">
                    <a16:creationId xmlns:a16="http://schemas.microsoft.com/office/drawing/2014/main" id="{EF5B1A11-050D-4467-A0EB-4F0FFC1BC2CC}"/>
                  </a:ext>
                </a:extLst>
              </p:cNvPr>
              <p:cNvSpPr/>
              <p:nvPr/>
            </p:nvSpPr>
            <p:spPr>
              <a:xfrm>
                <a:off x="709642" y="16198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7" name="流程图: 接点 2656">
                <a:extLst>
                  <a:ext uri="{FF2B5EF4-FFF2-40B4-BE49-F238E27FC236}">
                    <a16:creationId xmlns:a16="http://schemas.microsoft.com/office/drawing/2014/main" id="{F223B8A1-29CA-442B-81A3-156DBD647FD7}"/>
                  </a:ext>
                </a:extLst>
              </p:cNvPr>
              <p:cNvSpPr/>
              <p:nvPr/>
            </p:nvSpPr>
            <p:spPr>
              <a:xfrm>
                <a:off x="727642" y="160615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8" name="流程图: 接点 2657">
                <a:extLst>
                  <a:ext uri="{FF2B5EF4-FFF2-40B4-BE49-F238E27FC236}">
                    <a16:creationId xmlns:a16="http://schemas.microsoft.com/office/drawing/2014/main" id="{BF583E90-71F0-4F70-B741-24E0EF546276}"/>
                  </a:ext>
                </a:extLst>
              </p:cNvPr>
              <p:cNvSpPr/>
              <p:nvPr/>
            </p:nvSpPr>
            <p:spPr>
              <a:xfrm>
                <a:off x="709642" y="15747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9" name="流程图: 接点 2658">
                <a:extLst>
                  <a:ext uri="{FF2B5EF4-FFF2-40B4-BE49-F238E27FC236}">
                    <a16:creationId xmlns:a16="http://schemas.microsoft.com/office/drawing/2014/main" id="{47A9E04C-ECF7-437B-95E3-D581AB75F238}"/>
                  </a:ext>
                </a:extLst>
              </p:cNvPr>
              <p:cNvSpPr/>
              <p:nvPr/>
            </p:nvSpPr>
            <p:spPr>
              <a:xfrm>
                <a:off x="702038" y="175633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0" name="流程图: 接点 2659">
                <a:extLst>
                  <a:ext uri="{FF2B5EF4-FFF2-40B4-BE49-F238E27FC236}">
                    <a16:creationId xmlns:a16="http://schemas.microsoft.com/office/drawing/2014/main" id="{F2477BCD-5446-4FB8-84BD-D515D92834DD}"/>
                  </a:ext>
                </a:extLst>
              </p:cNvPr>
              <p:cNvSpPr/>
              <p:nvPr/>
            </p:nvSpPr>
            <p:spPr>
              <a:xfrm>
                <a:off x="770868" y="170696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1" name="流程图: 接点 2660">
                <a:extLst>
                  <a:ext uri="{FF2B5EF4-FFF2-40B4-BE49-F238E27FC236}">
                    <a16:creationId xmlns:a16="http://schemas.microsoft.com/office/drawing/2014/main" id="{7BB2200A-504C-465C-B245-3AA5A70B6DAA}"/>
                  </a:ext>
                </a:extLst>
              </p:cNvPr>
              <p:cNvSpPr/>
              <p:nvPr/>
            </p:nvSpPr>
            <p:spPr>
              <a:xfrm>
                <a:off x="702038" y="171131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2" name="流程图: 接点 2661">
                <a:extLst>
                  <a:ext uri="{FF2B5EF4-FFF2-40B4-BE49-F238E27FC236}">
                    <a16:creationId xmlns:a16="http://schemas.microsoft.com/office/drawing/2014/main" id="{DE7525F7-0205-4BE6-BA87-46104D62062B}"/>
                  </a:ext>
                </a:extLst>
              </p:cNvPr>
              <p:cNvSpPr/>
              <p:nvPr/>
            </p:nvSpPr>
            <p:spPr>
              <a:xfrm>
                <a:off x="710690" y="15462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3" name="流程图: 接点 2662">
                <a:extLst>
                  <a:ext uri="{FF2B5EF4-FFF2-40B4-BE49-F238E27FC236}">
                    <a16:creationId xmlns:a16="http://schemas.microsoft.com/office/drawing/2014/main" id="{7739E45F-1813-498F-9528-30057A1FF574}"/>
                  </a:ext>
                </a:extLst>
              </p:cNvPr>
              <p:cNvSpPr/>
              <p:nvPr/>
            </p:nvSpPr>
            <p:spPr>
              <a:xfrm>
                <a:off x="849048" y="149921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4" name="流程图: 接点 2663">
                <a:extLst>
                  <a:ext uri="{FF2B5EF4-FFF2-40B4-BE49-F238E27FC236}">
                    <a16:creationId xmlns:a16="http://schemas.microsoft.com/office/drawing/2014/main" id="{4ACAA377-911B-4BF3-B9FB-54001673E5D8}"/>
                  </a:ext>
                </a:extLst>
              </p:cNvPr>
              <p:cNvSpPr/>
              <p:nvPr/>
            </p:nvSpPr>
            <p:spPr>
              <a:xfrm>
                <a:off x="813048" y="153521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5" name="流程图: 接点 2664">
                <a:extLst>
                  <a:ext uri="{FF2B5EF4-FFF2-40B4-BE49-F238E27FC236}">
                    <a16:creationId xmlns:a16="http://schemas.microsoft.com/office/drawing/2014/main" id="{B21E7371-D73D-456C-9905-26289DBBB750}"/>
                  </a:ext>
                </a:extLst>
              </p:cNvPr>
              <p:cNvSpPr/>
              <p:nvPr/>
            </p:nvSpPr>
            <p:spPr>
              <a:xfrm>
                <a:off x="779520" y="146321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6" name="流程图: 接点 2665">
                <a:extLst>
                  <a:ext uri="{FF2B5EF4-FFF2-40B4-BE49-F238E27FC236}">
                    <a16:creationId xmlns:a16="http://schemas.microsoft.com/office/drawing/2014/main" id="{172EA723-4415-4F33-902C-5810154E1D91}"/>
                  </a:ext>
                </a:extLst>
              </p:cNvPr>
              <p:cNvSpPr/>
              <p:nvPr/>
            </p:nvSpPr>
            <p:spPr>
              <a:xfrm>
                <a:off x="917878" y="144984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7" name="流程图: 接点 2666">
                <a:extLst>
                  <a:ext uri="{FF2B5EF4-FFF2-40B4-BE49-F238E27FC236}">
                    <a16:creationId xmlns:a16="http://schemas.microsoft.com/office/drawing/2014/main" id="{425DCB0A-0FEE-480C-A0B3-F4A71654565E}"/>
                  </a:ext>
                </a:extLst>
              </p:cNvPr>
              <p:cNvSpPr/>
              <p:nvPr/>
            </p:nvSpPr>
            <p:spPr>
              <a:xfrm>
                <a:off x="831048" y="146784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8" name="流程图: 接点 2667">
                <a:extLst>
                  <a:ext uri="{FF2B5EF4-FFF2-40B4-BE49-F238E27FC236}">
                    <a16:creationId xmlns:a16="http://schemas.microsoft.com/office/drawing/2014/main" id="{D8B00216-3827-4FEB-91CC-3BD277A8B61B}"/>
                  </a:ext>
                </a:extLst>
              </p:cNvPr>
              <p:cNvSpPr/>
              <p:nvPr/>
            </p:nvSpPr>
            <p:spPr>
              <a:xfrm>
                <a:off x="795048" y="150384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9" name="流程图: 接点 2668">
                <a:extLst>
                  <a:ext uri="{FF2B5EF4-FFF2-40B4-BE49-F238E27FC236}">
                    <a16:creationId xmlns:a16="http://schemas.microsoft.com/office/drawing/2014/main" id="{63A9C93A-E592-4425-97A2-CB5B5847EE16}"/>
                  </a:ext>
                </a:extLst>
              </p:cNvPr>
              <p:cNvSpPr/>
              <p:nvPr/>
            </p:nvSpPr>
            <p:spPr>
              <a:xfrm>
                <a:off x="710690" y="150125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0" name="流程图: 接点 2669">
                <a:extLst>
                  <a:ext uri="{FF2B5EF4-FFF2-40B4-BE49-F238E27FC236}">
                    <a16:creationId xmlns:a16="http://schemas.microsoft.com/office/drawing/2014/main" id="{0220BFB5-AF67-4B7B-A512-D8F8C1863857}"/>
                  </a:ext>
                </a:extLst>
              </p:cNvPr>
              <p:cNvSpPr/>
              <p:nvPr/>
            </p:nvSpPr>
            <p:spPr>
              <a:xfrm>
                <a:off x="849048" y="145419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1" name="流程图: 接点 2670">
                <a:extLst>
                  <a:ext uri="{FF2B5EF4-FFF2-40B4-BE49-F238E27FC236}">
                    <a16:creationId xmlns:a16="http://schemas.microsoft.com/office/drawing/2014/main" id="{615CD017-02CD-4561-8E4A-F40690B55919}"/>
                  </a:ext>
                </a:extLst>
              </p:cNvPr>
              <p:cNvSpPr/>
              <p:nvPr/>
            </p:nvSpPr>
            <p:spPr>
              <a:xfrm>
                <a:off x="813048" y="149019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2" name="流程图: 接点 2671">
                <a:extLst>
                  <a:ext uri="{FF2B5EF4-FFF2-40B4-BE49-F238E27FC236}">
                    <a16:creationId xmlns:a16="http://schemas.microsoft.com/office/drawing/2014/main" id="{D2F039BA-6701-4911-B8BB-AC972EAC708E}"/>
                  </a:ext>
                </a:extLst>
              </p:cNvPr>
              <p:cNvSpPr/>
              <p:nvPr/>
            </p:nvSpPr>
            <p:spPr>
              <a:xfrm>
                <a:off x="795048" y="145882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3" name="流程图: 接点 2672">
                <a:extLst>
                  <a:ext uri="{FF2B5EF4-FFF2-40B4-BE49-F238E27FC236}">
                    <a16:creationId xmlns:a16="http://schemas.microsoft.com/office/drawing/2014/main" id="{598D4A18-BC1C-4BD7-9B28-7E0E473464F9}"/>
                  </a:ext>
                </a:extLst>
              </p:cNvPr>
              <p:cNvSpPr/>
              <p:nvPr/>
            </p:nvSpPr>
            <p:spPr>
              <a:xfrm>
                <a:off x="718293" y="156065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4" name="流程图: 接点 2673">
                <a:extLst>
                  <a:ext uri="{FF2B5EF4-FFF2-40B4-BE49-F238E27FC236}">
                    <a16:creationId xmlns:a16="http://schemas.microsoft.com/office/drawing/2014/main" id="{8384E701-15A5-4F79-87B4-055D752DA12C}"/>
                  </a:ext>
                </a:extLst>
              </p:cNvPr>
              <p:cNvSpPr/>
              <p:nvPr/>
            </p:nvSpPr>
            <p:spPr>
              <a:xfrm>
                <a:off x="787123" y="15112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5" name="流程图: 接点 2674">
                <a:extLst>
                  <a:ext uri="{FF2B5EF4-FFF2-40B4-BE49-F238E27FC236}">
                    <a16:creationId xmlns:a16="http://schemas.microsoft.com/office/drawing/2014/main" id="{8E6900CF-5A21-44CB-9CB4-86441D910061}"/>
                  </a:ext>
                </a:extLst>
              </p:cNvPr>
              <p:cNvSpPr/>
              <p:nvPr/>
            </p:nvSpPr>
            <p:spPr>
              <a:xfrm>
                <a:off x="700293" y="15292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6" name="流程图: 接点 2675">
                <a:extLst>
                  <a:ext uri="{FF2B5EF4-FFF2-40B4-BE49-F238E27FC236}">
                    <a16:creationId xmlns:a16="http://schemas.microsoft.com/office/drawing/2014/main" id="{004B43AF-65CF-4F47-BD8A-57B95145BDB1}"/>
                  </a:ext>
                </a:extLst>
              </p:cNvPr>
              <p:cNvSpPr/>
              <p:nvPr/>
            </p:nvSpPr>
            <p:spPr>
              <a:xfrm>
                <a:off x="718293" y="151563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7" name="流程图: 接点 2676">
                <a:extLst>
                  <a:ext uri="{FF2B5EF4-FFF2-40B4-BE49-F238E27FC236}">
                    <a16:creationId xmlns:a16="http://schemas.microsoft.com/office/drawing/2014/main" id="{F5CC0B78-D097-4AF2-B17E-3F2B0F88C3FD}"/>
                  </a:ext>
                </a:extLst>
              </p:cNvPr>
              <p:cNvSpPr/>
              <p:nvPr/>
            </p:nvSpPr>
            <p:spPr>
              <a:xfrm>
                <a:off x="719002" y="161202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8" name="流程图: 接点 2677">
                <a:extLst>
                  <a:ext uri="{FF2B5EF4-FFF2-40B4-BE49-F238E27FC236}">
                    <a16:creationId xmlns:a16="http://schemas.microsoft.com/office/drawing/2014/main" id="{9802497B-A4DF-4A30-8DC8-E270AC20535D}"/>
                  </a:ext>
                </a:extLst>
              </p:cNvPr>
              <p:cNvSpPr/>
              <p:nvPr/>
            </p:nvSpPr>
            <p:spPr>
              <a:xfrm>
                <a:off x="683002" y="164802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9" name="流程图: 接点 2678">
                <a:extLst>
                  <a:ext uri="{FF2B5EF4-FFF2-40B4-BE49-F238E27FC236}">
                    <a16:creationId xmlns:a16="http://schemas.microsoft.com/office/drawing/2014/main" id="{6A620A98-3E0C-4201-A1A4-A418860D658B}"/>
                  </a:ext>
                </a:extLst>
              </p:cNvPr>
              <p:cNvSpPr/>
              <p:nvPr/>
            </p:nvSpPr>
            <p:spPr>
              <a:xfrm>
                <a:off x="649474" y="157602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80" name="流程图: 接点 2679">
                <a:extLst>
                  <a:ext uri="{FF2B5EF4-FFF2-40B4-BE49-F238E27FC236}">
                    <a16:creationId xmlns:a16="http://schemas.microsoft.com/office/drawing/2014/main" id="{B7563952-8553-4620-9D66-D391E555C6B0}"/>
                  </a:ext>
                </a:extLst>
              </p:cNvPr>
              <p:cNvSpPr/>
              <p:nvPr/>
            </p:nvSpPr>
            <p:spPr>
              <a:xfrm>
                <a:off x="787832" y="15626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81" name="流程图: 接点 2680">
                <a:extLst>
                  <a:ext uri="{FF2B5EF4-FFF2-40B4-BE49-F238E27FC236}">
                    <a16:creationId xmlns:a16="http://schemas.microsoft.com/office/drawing/2014/main" id="{6BBD1F32-1365-4EF3-A6BC-80C6B13C4A9A}"/>
                  </a:ext>
                </a:extLst>
              </p:cNvPr>
              <p:cNvSpPr/>
              <p:nvPr/>
            </p:nvSpPr>
            <p:spPr>
              <a:xfrm>
                <a:off x="701002" y="15806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82" name="流程图: 接点 2681">
                <a:extLst>
                  <a:ext uri="{FF2B5EF4-FFF2-40B4-BE49-F238E27FC236}">
                    <a16:creationId xmlns:a16="http://schemas.microsoft.com/office/drawing/2014/main" id="{4E127B9A-F3EF-407E-8B07-F8C1AB5B74F4}"/>
                  </a:ext>
                </a:extLst>
              </p:cNvPr>
              <p:cNvSpPr/>
              <p:nvPr/>
            </p:nvSpPr>
            <p:spPr>
              <a:xfrm>
                <a:off x="665002" y="16166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83" name="流程图: 接点 2682">
                <a:extLst>
                  <a:ext uri="{FF2B5EF4-FFF2-40B4-BE49-F238E27FC236}">
                    <a16:creationId xmlns:a16="http://schemas.microsoft.com/office/drawing/2014/main" id="{626BD6A7-1FEB-475A-AE34-CF34FB70CB05}"/>
                  </a:ext>
                </a:extLst>
              </p:cNvPr>
              <p:cNvSpPr/>
              <p:nvPr/>
            </p:nvSpPr>
            <p:spPr>
              <a:xfrm>
                <a:off x="719002" y="156700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84" name="流程图: 接点 2683">
                <a:extLst>
                  <a:ext uri="{FF2B5EF4-FFF2-40B4-BE49-F238E27FC236}">
                    <a16:creationId xmlns:a16="http://schemas.microsoft.com/office/drawing/2014/main" id="{EB73A56D-9AE5-4916-A704-25B07095027D}"/>
                  </a:ext>
                </a:extLst>
              </p:cNvPr>
              <p:cNvSpPr/>
              <p:nvPr/>
            </p:nvSpPr>
            <p:spPr>
              <a:xfrm>
                <a:off x="683002" y="160300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85" name="流程图: 接点 2684">
                <a:extLst>
                  <a:ext uri="{FF2B5EF4-FFF2-40B4-BE49-F238E27FC236}">
                    <a16:creationId xmlns:a16="http://schemas.microsoft.com/office/drawing/2014/main" id="{AAFBC809-8060-473E-9C6E-29F89D7DB50B}"/>
                  </a:ext>
                </a:extLst>
              </p:cNvPr>
              <p:cNvSpPr/>
              <p:nvPr/>
            </p:nvSpPr>
            <p:spPr>
              <a:xfrm>
                <a:off x="665002" y="157164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86" name="流程图: 接点 2685">
                <a:extLst>
                  <a:ext uri="{FF2B5EF4-FFF2-40B4-BE49-F238E27FC236}">
                    <a16:creationId xmlns:a16="http://schemas.microsoft.com/office/drawing/2014/main" id="{C9A23053-5530-42C1-9601-F00976742C0D}"/>
                  </a:ext>
                </a:extLst>
              </p:cNvPr>
              <p:cNvSpPr/>
              <p:nvPr/>
            </p:nvSpPr>
            <p:spPr>
              <a:xfrm>
                <a:off x="693398" y="171718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87" name="流程图: 接点 2686">
                <a:extLst>
                  <a:ext uri="{FF2B5EF4-FFF2-40B4-BE49-F238E27FC236}">
                    <a16:creationId xmlns:a16="http://schemas.microsoft.com/office/drawing/2014/main" id="{5774015A-68FF-4FE6-A735-D46453C0CC45}"/>
                  </a:ext>
                </a:extLst>
              </p:cNvPr>
              <p:cNvSpPr/>
              <p:nvPr/>
            </p:nvSpPr>
            <p:spPr>
              <a:xfrm>
                <a:off x="657398" y="175318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88" name="流程图: 接点 2687">
                <a:extLst>
                  <a:ext uri="{FF2B5EF4-FFF2-40B4-BE49-F238E27FC236}">
                    <a16:creationId xmlns:a16="http://schemas.microsoft.com/office/drawing/2014/main" id="{4BD1843A-236C-410F-B493-01A3BCEEA107}"/>
                  </a:ext>
                </a:extLst>
              </p:cNvPr>
              <p:cNvSpPr/>
              <p:nvPr/>
            </p:nvSpPr>
            <p:spPr>
              <a:xfrm>
                <a:off x="762228" y="16678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89" name="流程图: 接点 2688">
                <a:extLst>
                  <a:ext uri="{FF2B5EF4-FFF2-40B4-BE49-F238E27FC236}">
                    <a16:creationId xmlns:a16="http://schemas.microsoft.com/office/drawing/2014/main" id="{F94FBDF3-11AF-4E1A-B228-928186AF6819}"/>
                  </a:ext>
                </a:extLst>
              </p:cNvPr>
              <p:cNvSpPr/>
              <p:nvPr/>
            </p:nvSpPr>
            <p:spPr>
              <a:xfrm>
                <a:off x="675398" y="16858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0" name="流程图: 接点 2689">
                <a:extLst>
                  <a:ext uri="{FF2B5EF4-FFF2-40B4-BE49-F238E27FC236}">
                    <a16:creationId xmlns:a16="http://schemas.microsoft.com/office/drawing/2014/main" id="{46600818-7FC0-4D3D-8004-AB547AFA78EF}"/>
                  </a:ext>
                </a:extLst>
              </p:cNvPr>
              <p:cNvSpPr/>
              <p:nvPr/>
            </p:nvSpPr>
            <p:spPr>
              <a:xfrm>
                <a:off x="639398" y="17218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1" name="流程图: 接点 2690">
                <a:extLst>
                  <a:ext uri="{FF2B5EF4-FFF2-40B4-BE49-F238E27FC236}">
                    <a16:creationId xmlns:a16="http://schemas.microsoft.com/office/drawing/2014/main" id="{410A0240-ED44-40DF-8EF5-1DC2948B0733}"/>
                  </a:ext>
                </a:extLst>
              </p:cNvPr>
              <p:cNvSpPr/>
              <p:nvPr/>
            </p:nvSpPr>
            <p:spPr>
              <a:xfrm>
                <a:off x="693398" y="167216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2" name="流程图: 接点 2691">
                <a:extLst>
                  <a:ext uri="{FF2B5EF4-FFF2-40B4-BE49-F238E27FC236}">
                    <a16:creationId xmlns:a16="http://schemas.microsoft.com/office/drawing/2014/main" id="{3052E379-41F6-4B1A-A654-704AFD3E5920}"/>
                  </a:ext>
                </a:extLst>
              </p:cNvPr>
              <p:cNvSpPr/>
              <p:nvPr/>
            </p:nvSpPr>
            <p:spPr>
              <a:xfrm>
                <a:off x="657398" y="170816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3" name="流程图: 接点 2692">
                <a:extLst>
                  <a:ext uri="{FF2B5EF4-FFF2-40B4-BE49-F238E27FC236}">
                    <a16:creationId xmlns:a16="http://schemas.microsoft.com/office/drawing/2014/main" id="{E58665B4-4A49-442F-920E-2D5387C1426B}"/>
                  </a:ext>
                </a:extLst>
              </p:cNvPr>
              <p:cNvSpPr/>
              <p:nvPr/>
            </p:nvSpPr>
            <p:spPr>
              <a:xfrm>
                <a:off x="675398" y="164079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4" name="流程图: 接点 2693">
                <a:extLst>
                  <a:ext uri="{FF2B5EF4-FFF2-40B4-BE49-F238E27FC236}">
                    <a16:creationId xmlns:a16="http://schemas.microsoft.com/office/drawing/2014/main" id="{E48026D4-2FB7-43CC-9664-8F20AB5AA7B7}"/>
                  </a:ext>
                </a:extLst>
              </p:cNvPr>
              <p:cNvSpPr/>
              <p:nvPr/>
            </p:nvSpPr>
            <p:spPr>
              <a:xfrm>
                <a:off x="639398" y="167679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5" name="流程图: 接点 2694">
                <a:extLst>
                  <a:ext uri="{FF2B5EF4-FFF2-40B4-BE49-F238E27FC236}">
                    <a16:creationId xmlns:a16="http://schemas.microsoft.com/office/drawing/2014/main" id="{1BECDC44-7BD5-45E3-8B5C-460CF4AF5389}"/>
                  </a:ext>
                </a:extLst>
              </p:cNvPr>
              <p:cNvSpPr/>
              <p:nvPr/>
            </p:nvSpPr>
            <p:spPr>
              <a:xfrm>
                <a:off x="387588" y="157385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6" name="流程图: 接点 2695">
                <a:extLst>
                  <a:ext uri="{FF2B5EF4-FFF2-40B4-BE49-F238E27FC236}">
                    <a16:creationId xmlns:a16="http://schemas.microsoft.com/office/drawing/2014/main" id="{5A902129-2FD8-44CB-B1CF-76DCDDF70DB4}"/>
                  </a:ext>
                </a:extLst>
              </p:cNvPr>
              <p:cNvSpPr/>
              <p:nvPr/>
            </p:nvSpPr>
            <p:spPr>
              <a:xfrm>
                <a:off x="466814" y="159364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7" name="流程图: 接点 2696">
                <a:extLst>
                  <a:ext uri="{FF2B5EF4-FFF2-40B4-BE49-F238E27FC236}">
                    <a16:creationId xmlns:a16="http://schemas.microsoft.com/office/drawing/2014/main" id="{1D646313-0860-4686-8B2F-2C2D14ACAEFC}"/>
                  </a:ext>
                </a:extLst>
              </p:cNvPr>
              <p:cNvSpPr/>
              <p:nvPr/>
            </p:nvSpPr>
            <p:spPr>
              <a:xfrm>
                <a:off x="448814" y="156227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8" name="流程图: 接点 2697">
                <a:extLst>
                  <a:ext uri="{FF2B5EF4-FFF2-40B4-BE49-F238E27FC236}">
                    <a16:creationId xmlns:a16="http://schemas.microsoft.com/office/drawing/2014/main" id="{F6AA4C5A-7AE9-4736-85C3-D67B02727A77}"/>
                  </a:ext>
                </a:extLst>
              </p:cNvPr>
              <p:cNvSpPr/>
              <p:nvPr/>
            </p:nvSpPr>
            <p:spPr>
              <a:xfrm>
                <a:off x="569172" y="15825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9" name="流程图: 接点 2698">
                <a:extLst>
                  <a:ext uri="{FF2B5EF4-FFF2-40B4-BE49-F238E27FC236}">
                    <a16:creationId xmlns:a16="http://schemas.microsoft.com/office/drawing/2014/main" id="{E97DB934-6438-412F-AAC3-38CA2E743687}"/>
                  </a:ext>
                </a:extLst>
              </p:cNvPr>
              <p:cNvSpPr/>
              <p:nvPr/>
            </p:nvSpPr>
            <p:spPr>
              <a:xfrm>
                <a:off x="565116" y="165511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0" name="流程图: 接点 2699">
                <a:extLst>
                  <a:ext uri="{FF2B5EF4-FFF2-40B4-BE49-F238E27FC236}">
                    <a16:creationId xmlns:a16="http://schemas.microsoft.com/office/drawing/2014/main" id="{200C18F5-8C3B-4804-9E3E-3D6E6623D938}"/>
                  </a:ext>
                </a:extLst>
              </p:cNvPr>
              <p:cNvSpPr/>
              <p:nvPr/>
            </p:nvSpPr>
            <p:spPr>
              <a:xfrm>
                <a:off x="529116" y="169111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1" name="流程图: 接点 2700">
                <a:extLst>
                  <a:ext uri="{FF2B5EF4-FFF2-40B4-BE49-F238E27FC236}">
                    <a16:creationId xmlns:a16="http://schemas.microsoft.com/office/drawing/2014/main" id="{9267F102-D156-4EAD-8E6A-2C1F9423C152}"/>
                  </a:ext>
                </a:extLst>
              </p:cNvPr>
              <p:cNvSpPr/>
              <p:nvPr/>
            </p:nvSpPr>
            <p:spPr>
              <a:xfrm>
                <a:off x="495588" y="161911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2" name="流程图: 接点 2701">
                <a:extLst>
                  <a:ext uri="{FF2B5EF4-FFF2-40B4-BE49-F238E27FC236}">
                    <a16:creationId xmlns:a16="http://schemas.microsoft.com/office/drawing/2014/main" id="{579DDD68-3A0E-4FAB-8450-9BDC2AFA41A8}"/>
                  </a:ext>
                </a:extLst>
              </p:cNvPr>
              <p:cNvSpPr/>
              <p:nvPr/>
            </p:nvSpPr>
            <p:spPr>
              <a:xfrm>
                <a:off x="633946" y="160574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3" name="流程图: 接点 2702">
                <a:extLst>
                  <a:ext uri="{FF2B5EF4-FFF2-40B4-BE49-F238E27FC236}">
                    <a16:creationId xmlns:a16="http://schemas.microsoft.com/office/drawing/2014/main" id="{74FB312D-AFA5-4FC7-B580-FB117E6A7F54}"/>
                  </a:ext>
                </a:extLst>
              </p:cNvPr>
              <p:cNvSpPr/>
              <p:nvPr/>
            </p:nvSpPr>
            <p:spPr>
              <a:xfrm>
                <a:off x="547116" y="162374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4" name="流程图: 接点 2703">
                <a:extLst>
                  <a:ext uri="{FF2B5EF4-FFF2-40B4-BE49-F238E27FC236}">
                    <a16:creationId xmlns:a16="http://schemas.microsoft.com/office/drawing/2014/main" id="{8D67C912-4801-42C9-9299-83DA56B9C471}"/>
                  </a:ext>
                </a:extLst>
              </p:cNvPr>
              <p:cNvSpPr/>
              <p:nvPr/>
            </p:nvSpPr>
            <p:spPr>
              <a:xfrm>
                <a:off x="511116" y="165974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5" name="流程图: 接点 2704">
                <a:extLst>
                  <a:ext uri="{FF2B5EF4-FFF2-40B4-BE49-F238E27FC236}">
                    <a16:creationId xmlns:a16="http://schemas.microsoft.com/office/drawing/2014/main" id="{7075A0E2-29EF-4852-9F70-9D7E83D82805}"/>
                  </a:ext>
                </a:extLst>
              </p:cNvPr>
              <p:cNvSpPr/>
              <p:nvPr/>
            </p:nvSpPr>
            <p:spPr>
              <a:xfrm>
                <a:off x="486937" y="159648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6" name="流程图: 接点 2705">
                <a:extLst>
                  <a:ext uri="{FF2B5EF4-FFF2-40B4-BE49-F238E27FC236}">
                    <a16:creationId xmlns:a16="http://schemas.microsoft.com/office/drawing/2014/main" id="{95C1EB47-3743-4398-B96E-83239EA9AD7C}"/>
                  </a:ext>
                </a:extLst>
              </p:cNvPr>
              <p:cNvSpPr/>
              <p:nvPr/>
            </p:nvSpPr>
            <p:spPr>
              <a:xfrm>
                <a:off x="565116" y="16100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7" name="流程图: 接点 2706">
                <a:extLst>
                  <a:ext uri="{FF2B5EF4-FFF2-40B4-BE49-F238E27FC236}">
                    <a16:creationId xmlns:a16="http://schemas.microsoft.com/office/drawing/2014/main" id="{2EDD143F-5595-4B97-9920-A87A464A1AE7}"/>
                  </a:ext>
                </a:extLst>
              </p:cNvPr>
              <p:cNvSpPr/>
              <p:nvPr/>
            </p:nvSpPr>
            <p:spPr>
              <a:xfrm>
                <a:off x="529116" y="16460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8" name="流程图: 接点 2707">
                <a:extLst>
                  <a:ext uri="{FF2B5EF4-FFF2-40B4-BE49-F238E27FC236}">
                    <a16:creationId xmlns:a16="http://schemas.microsoft.com/office/drawing/2014/main" id="{7DEA53D6-1A62-4E0E-B623-6DC535A70519}"/>
                  </a:ext>
                </a:extLst>
              </p:cNvPr>
              <p:cNvSpPr/>
              <p:nvPr/>
            </p:nvSpPr>
            <p:spPr>
              <a:xfrm>
                <a:off x="495588" y="15740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9" name="流程图: 接点 2708">
                <a:extLst>
                  <a:ext uri="{FF2B5EF4-FFF2-40B4-BE49-F238E27FC236}">
                    <a16:creationId xmlns:a16="http://schemas.microsoft.com/office/drawing/2014/main" id="{2E053BA5-5A53-43C9-9744-423178B27311}"/>
                  </a:ext>
                </a:extLst>
              </p:cNvPr>
              <p:cNvSpPr/>
              <p:nvPr/>
            </p:nvSpPr>
            <p:spPr>
              <a:xfrm>
                <a:off x="547116" y="15787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10" name="流程图: 接点 2709">
                <a:extLst>
                  <a:ext uri="{FF2B5EF4-FFF2-40B4-BE49-F238E27FC236}">
                    <a16:creationId xmlns:a16="http://schemas.microsoft.com/office/drawing/2014/main" id="{C05913C6-248B-4211-980C-E4907D291F91}"/>
                  </a:ext>
                </a:extLst>
              </p:cNvPr>
              <p:cNvSpPr/>
              <p:nvPr/>
            </p:nvSpPr>
            <p:spPr>
              <a:xfrm>
                <a:off x="511116" y="16147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11" name="流程图: 接点 2710">
                <a:extLst>
                  <a:ext uri="{FF2B5EF4-FFF2-40B4-BE49-F238E27FC236}">
                    <a16:creationId xmlns:a16="http://schemas.microsoft.com/office/drawing/2014/main" id="{F865B238-3A95-407C-BA27-2205D9A8056B}"/>
                  </a:ext>
                </a:extLst>
              </p:cNvPr>
              <p:cNvSpPr/>
              <p:nvPr/>
            </p:nvSpPr>
            <p:spPr>
              <a:xfrm>
                <a:off x="539512" y="176027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12" name="流程图: 接点 2711">
                <a:extLst>
                  <a:ext uri="{FF2B5EF4-FFF2-40B4-BE49-F238E27FC236}">
                    <a16:creationId xmlns:a16="http://schemas.microsoft.com/office/drawing/2014/main" id="{48845F7E-F36B-4A4A-BBCA-460ED93F911A}"/>
                  </a:ext>
                </a:extLst>
              </p:cNvPr>
              <p:cNvSpPr/>
              <p:nvPr/>
            </p:nvSpPr>
            <p:spPr>
              <a:xfrm>
                <a:off x="503512" y="179627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13" name="流程图: 接点 2712">
                <a:extLst>
                  <a:ext uri="{FF2B5EF4-FFF2-40B4-BE49-F238E27FC236}">
                    <a16:creationId xmlns:a16="http://schemas.microsoft.com/office/drawing/2014/main" id="{AC5E0F1A-153A-4ADF-83E2-6C70D24B816A}"/>
                  </a:ext>
                </a:extLst>
              </p:cNvPr>
              <p:cNvSpPr/>
              <p:nvPr/>
            </p:nvSpPr>
            <p:spPr>
              <a:xfrm>
                <a:off x="608342" y="171090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14" name="流程图: 接点 2713">
                <a:extLst>
                  <a:ext uri="{FF2B5EF4-FFF2-40B4-BE49-F238E27FC236}">
                    <a16:creationId xmlns:a16="http://schemas.microsoft.com/office/drawing/2014/main" id="{67033537-B2DE-4620-B64F-BC22E8ADFC6A}"/>
                  </a:ext>
                </a:extLst>
              </p:cNvPr>
              <p:cNvSpPr/>
              <p:nvPr/>
            </p:nvSpPr>
            <p:spPr>
              <a:xfrm>
                <a:off x="521512" y="172890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15" name="流程图: 接点 2714">
                <a:extLst>
                  <a:ext uri="{FF2B5EF4-FFF2-40B4-BE49-F238E27FC236}">
                    <a16:creationId xmlns:a16="http://schemas.microsoft.com/office/drawing/2014/main" id="{7A2B6B3E-0F83-4393-923A-F19320615E11}"/>
                  </a:ext>
                </a:extLst>
              </p:cNvPr>
              <p:cNvSpPr/>
              <p:nvPr/>
            </p:nvSpPr>
            <p:spPr>
              <a:xfrm>
                <a:off x="485512" y="176490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16" name="流程图: 接点 2715">
                <a:extLst>
                  <a:ext uri="{FF2B5EF4-FFF2-40B4-BE49-F238E27FC236}">
                    <a16:creationId xmlns:a16="http://schemas.microsoft.com/office/drawing/2014/main" id="{03DDFC05-A431-49F5-8BD9-D9818A721980}"/>
                  </a:ext>
                </a:extLst>
              </p:cNvPr>
              <p:cNvSpPr/>
              <p:nvPr/>
            </p:nvSpPr>
            <p:spPr>
              <a:xfrm>
                <a:off x="539512" y="171525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17" name="流程图: 接点 2716">
                <a:extLst>
                  <a:ext uri="{FF2B5EF4-FFF2-40B4-BE49-F238E27FC236}">
                    <a16:creationId xmlns:a16="http://schemas.microsoft.com/office/drawing/2014/main" id="{565AA124-6B88-4D42-BB3C-BA6EBED13D45}"/>
                  </a:ext>
                </a:extLst>
              </p:cNvPr>
              <p:cNvSpPr/>
              <p:nvPr/>
            </p:nvSpPr>
            <p:spPr>
              <a:xfrm>
                <a:off x="503512" y="175125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18" name="流程图: 接点 2717">
                <a:extLst>
                  <a:ext uri="{FF2B5EF4-FFF2-40B4-BE49-F238E27FC236}">
                    <a16:creationId xmlns:a16="http://schemas.microsoft.com/office/drawing/2014/main" id="{3A204029-646F-4B9C-9F20-2394A2F6E07F}"/>
                  </a:ext>
                </a:extLst>
              </p:cNvPr>
              <p:cNvSpPr/>
              <p:nvPr/>
            </p:nvSpPr>
            <p:spPr>
              <a:xfrm>
                <a:off x="521512" y="16838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19" name="流程图: 接点 2718">
                <a:extLst>
                  <a:ext uri="{FF2B5EF4-FFF2-40B4-BE49-F238E27FC236}">
                    <a16:creationId xmlns:a16="http://schemas.microsoft.com/office/drawing/2014/main" id="{811039FD-3901-4D71-B688-E70B0542D864}"/>
                  </a:ext>
                </a:extLst>
              </p:cNvPr>
              <p:cNvSpPr/>
              <p:nvPr/>
            </p:nvSpPr>
            <p:spPr>
              <a:xfrm>
                <a:off x="485512" y="17198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0" name="流程图: 接点 2719">
                <a:extLst>
                  <a:ext uri="{FF2B5EF4-FFF2-40B4-BE49-F238E27FC236}">
                    <a16:creationId xmlns:a16="http://schemas.microsoft.com/office/drawing/2014/main" id="{16366253-DCC5-4F22-AA7B-3E6CB182F9D7}"/>
                  </a:ext>
                </a:extLst>
              </p:cNvPr>
              <p:cNvSpPr/>
              <p:nvPr/>
            </p:nvSpPr>
            <p:spPr>
              <a:xfrm>
                <a:off x="555767" y="15645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1" name="流程图: 接点 2720">
                <a:extLst>
                  <a:ext uri="{FF2B5EF4-FFF2-40B4-BE49-F238E27FC236}">
                    <a16:creationId xmlns:a16="http://schemas.microsoft.com/office/drawing/2014/main" id="{B5A4B380-D536-4369-A3CD-26C784652745}"/>
                  </a:ext>
                </a:extLst>
              </p:cNvPr>
              <p:cNvSpPr/>
              <p:nvPr/>
            </p:nvSpPr>
            <p:spPr>
              <a:xfrm>
                <a:off x="519767" y="16005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2" name="流程图: 接点 2721">
                <a:extLst>
                  <a:ext uri="{FF2B5EF4-FFF2-40B4-BE49-F238E27FC236}">
                    <a16:creationId xmlns:a16="http://schemas.microsoft.com/office/drawing/2014/main" id="{B532FE62-9E65-4F4F-9A19-13873138A523}"/>
                  </a:ext>
                </a:extLst>
              </p:cNvPr>
              <p:cNvSpPr/>
              <p:nvPr/>
            </p:nvSpPr>
            <p:spPr>
              <a:xfrm>
                <a:off x="501767" y="15692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3" name="流程图: 接点 2722">
                <a:extLst>
                  <a:ext uri="{FF2B5EF4-FFF2-40B4-BE49-F238E27FC236}">
                    <a16:creationId xmlns:a16="http://schemas.microsoft.com/office/drawing/2014/main" id="{8F19AA15-1EC7-4C19-8792-FDF73ACC5DED}"/>
                  </a:ext>
                </a:extLst>
              </p:cNvPr>
              <p:cNvSpPr/>
              <p:nvPr/>
            </p:nvSpPr>
            <p:spPr>
              <a:xfrm>
                <a:off x="801935" y="16933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4" name="流程图: 接点 2723">
                <a:extLst>
                  <a:ext uri="{FF2B5EF4-FFF2-40B4-BE49-F238E27FC236}">
                    <a16:creationId xmlns:a16="http://schemas.microsoft.com/office/drawing/2014/main" id="{AA8109E4-CF18-418B-8587-88E470A0265A}"/>
                  </a:ext>
                </a:extLst>
              </p:cNvPr>
              <p:cNvSpPr/>
              <p:nvPr/>
            </p:nvSpPr>
            <p:spPr>
              <a:xfrm>
                <a:off x="765935" y="17293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5" name="流程图: 接点 2724">
                <a:extLst>
                  <a:ext uri="{FF2B5EF4-FFF2-40B4-BE49-F238E27FC236}">
                    <a16:creationId xmlns:a16="http://schemas.microsoft.com/office/drawing/2014/main" id="{706892F3-62A1-495B-BEB9-D088B3C82D51}"/>
                  </a:ext>
                </a:extLst>
              </p:cNvPr>
              <p:cNvSpPr/>
              <p:nvPr/>
            </p:nvSpPr>
            <p:spPr>
              <a:xfrm>
                <a:off x="732407" y="16573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6" name="流程图: 接点 2725">
                <a:extLst>
                  <a:ext uri="{FF2B5EF4-FFF2-40B4-BE49-F238E27FC236}">
                    <a16:creationId xmlns:a16="http://schemas.microsoft.com/office/drawing/2014/main" id="{9FD27F88-B4D0-4EE8-BA67-87A0A5F724DE}"/>
                  </a:ext>
                </a:extLst>
              </p:cNvPr>
              <p:cNvSpPr/>
              <p:nvPr/>
            </p:nvSpPr>
            <p:spPr>
              <a:xfrm>
                <a:off x="870765" y="164397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7" name="流程图: 接点 2726">
                <a:extLst>
                  <a:ext uri="{FF2B5EF4-FFF2-40B4-BE49-F238E27FC236}">
                    <a16:creationId xmlns:a16="http://schemas.microsoft.com/office/drawing/2014/main" id="{8DC67183-23E4-454E-9145-39DBFF6E17D0}"/>
                  </a:ext>
                </a:extLst>
              </p:cNvPr>
              <p:cNvSpPr/>
              <p:nvPr/>
            </p:nvSpPr>
            <p:spPr>
              <a:xfrm>
                <a:off x="783935" y="166197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8" name="流程图: 接点 2727">
                <a:extLst>
                  <a:ext uri="{FF2B5EF4-FFF2-40B4-BE49-F238E27FC236}">
                    <a16:creationId xmlns:a16="http://schemas.microsoft.com/office/drawing/2014/main" id="{6C3C0B26-6A7D-4FBA-97BE-2804351F626C}"/>
                  </a:ext>
                </a:extLst>
              </p:cNvPr>
              <p:cNvSpPr/>
              <p:nvPr/>
            </p:nvSpPr>
            <p:spPr>
              <a:xfrm>
                <a:off x="747935" y="169797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9" name="流程图: 接点 2728">
                <a:extLst>
                  <a:ext uri="{FF2B5EF4-FFF2-40B4-BE49-F238E27FC236}">
                    <a16:creationId xmlns:a16="http://schemas.microsoft.com/office/drawing/2014/main" id="{BC9AD4C7-55DB-451F-B0CB-B9D946A25579}"/>
                  </a:ext>
                </a:extLst>
              </p:cNvPr>
              <p:cNvSpPr/>
              <p:nvPr/>
            </p:nvSpPr>
            <p:spPr>
              <a:xfrm>
                <a:off x="714407" y="162597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0" name="流程图: 接点 2729">
                <a:extLst>
                  <a:ext uri="{FF2B5EF4-FFF2-40B4-BE49-F238E27FC236}">
                    <a16:creationId xmlns:a16="http://schemas.microsoft.com/office/drawing/2014/main" id="{D052F8C7-4AA7-469F-8DAC-8EDB76582E67}"/>
                  </a:ext>
                </a:extLst>
              </p:cNvPr>
              <p:cNvSpPr/>
              <p:nvPr/>
            </p:nvSpPr>
            <p:spPr>
              <a:xfrm>
                <a:off x="723756" y="16347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1" name="流程图: 接点 2730">
                <a:extLst>
                  <a:ext uri="{FF2B5EF4-FFF2-40B4-BE49-F238E27FC236}">
                    <a16:creationId xmlns:a16="http://schemas.microsoft.com/office/drawing/2014/main" id="{87962F68-6368-483D-A2E0-B0CDDA230588}"/>
                  </a:ext>
                </a:extLst>
              </p:cNvPr>
              <p:cNvSpPr/>
              <p:nvPr/>
            </p:nvSpPr>
            <p:spPr>
              <a:xfrm>
                <a:off x="801935" y="16483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2" name="流程图: 接点 2731">
                <a:extLst>
                  <a:ext uri="{FF2B5EF4-FFF2-40B4-BE49-F238E27FC236}">
                    <a16:creationId xmlns:a16="http://schemas.microsoft.com/office/drawing/2014/main" id="{8B318005-CD5C-4B00-97E6-E14DBBA3AAAA}"/>
                  </a:ext>
                </a:extLst>
              </p:cNvPr>
              <p:cNvSpPr/>
              <p:nvPr/>
            </p:nvSpPr>
            <p:spPr>
              <a:xfrm>
                <a:off x="765935" y="16843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3" name="流程图: 接点 2732">
                <a:extLst>
                  <a:ext uri="{FF2B5EF4-FFF2-40B4-BE49-F238E27FC236}">
                    <a16:creationId xmlns:a16="http://schemas.microsoft.com/office/drawing/2014/main" id="{ED4FEDCE-9710-4B15-9078-EDFD1646A26D}"/>
                  </a:ext>
                </a:extLst>
              </p:cNvPr>
              <p:cNvSpPr/>
              <p:nvPr/>
            </p:nvSpPr>
            <p:spPr>
              <a:xfrm>
                <a:off x="732407" y="16123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4" name="流程图: 接点 2733">
                <a:extLst>
                  <a:ext uri="{FF2B5EF4-FFF2-40B4-BE49-F238E27FC236}">
                    <a16:creationId xmlns:a16="http://schemas.microsoft.com/office/drawing/2014/main" id="{85832F9B-9153-4F42-8602-68728AB0D6F1}"/>
                  </a:ext>
                </a:extLst>
              </p:cNvPr>
              <p:cNvSpPr/>
              <p:nvPr/>
            </p:nvSpPr>
            <p:spPr>
              <a:xfrm>
                <a:off x="783935" y="161695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5" name="流程图: 接点 2734">
                <a:extLst>
                  <a:ext uri="{FF2B5EF4-FFF2-40B4-BE49-F238E27FC236}">
                    <a16:creationId xmlns:a16="http://schemas.microsoft.com/office/drawing/2014/main" id="{80435BC7-B166-4ED1-BD2B-4A0A8DBC9CDE}"/>
                  </a:ext>
                </a:extLst>
              </p:cNvPr>
              <p:cNvSpPr/>
              <p:nvPr/>
            </p:nvSpPr>
            <p:spPr>
              <a:xfrm>
                <a:off x="747935" y="165295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6" name="流程图: 接点 2735">
                <a:extLst>
                  <a:ext uri="{FF2B5EF4-FFF2-40B4-BE49-F238E27FC236}">
                    <a16:creationId xmlns:a16="http://schemas.microsoft.com/office/drawing/2014/main" id="{E36E7506-400E-4C94-93FF-116C19ADBF1E}"/>
                  </a:ext>
                </a:extLst>
              </p:cNvPr>
              <p:cNvSpPr/>
              <p:nvPr/>
            </p:nvSpPr>
            <p:spPr>
              <a:xfrm>
                <a:off x="776331" y="179849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7" name="流程图: 接点 2736">
                <a:extLst>
                  <a:ext uri="{FF2B5EF4-FFF2-40B4-BE49-F238E27FC236}">
                    <a16:creationId xmlns:a16="http://schemas.microsoft.com/office/drawing/2014/main" id="{9CC60919-3165-4212-ACAB-E222301E8716}"/>
                  </a:ext>
                </a:extLst>
              </p:cNvPr>
              <p:cNvSpPr/>
              <p:nvPr/>
            </p:nvSpPr>
            <p:spPr>
              <a:xfrm>
                <a:off x="740331" y="183449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8" name="流程图: 接点 2737">
                <a:extLst>
                  <a:ext uri="{FF2B5EF4-FFF2-40B4-BE49-F238E27FC236}">
                    <a16:creationId xmlns:a16="http://schemas.microsoft.com/office/drawing/2014/main" id="{F2B8B341-DE69-471A-8E3C-31E1C635604B}"/>
                  </a:ext>
                </a:extLst>
              </p:cNvPr>
              <p:cNvSpPr/>
              <p:nvPr/>
            </p:nvSpPr>
            <p:spPr>
              <a:xfrm>
                <a:off x="845161" y="174912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9" name="流程图: 接点 2738">
                <a:extLst>
                  <a:ext uri="{FF2B5EF4-FFF2-40B4-BE49-F238E27FC236}">
                    <a16:creationId xmlns:a16="http://schemas.microsoft.com/office/drawing/2014/main" id="{189A1E16-AD8D-43A9-9223-D1C0970E4CE1}"/>
                  </a:ext>
                </a:extLst>
              </p:cNvPr>
              <p:cNvSpPr/>
              <p:nvPr/>
            </p:nvSpPr>
            <p:spPr>
              <a:xfrm>
                <a:off x="758331" y="176712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40" name="流程图: 接点 2739">
                <a:extLst>
                  <a:ext uri="{FF2B5EF4-FFF2-40B4-BE49-F238E27FC236}">
                    <a16:creationId xmlns:a16="http://schemas.microsoft.com/office/drawing/2014/main" id="{A400A49B-C86B-4E4C-BCB8-4103E922166D}"/>
                  </a:ext>
                </a:extLst>
              </p:cNvPr>
              <p:cNvSpPr/>
              <p:nvPr/>
            </p:nvSpPr>
            <p:spPr>
              <a:xfrm>
                <a:off x="722331" y="180312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41" name="流程图: 接点 2740">
                <a:extLst>
                  <a:ext uri="{FF2B5EF4-FFF2-40B4-BE49-F238E27FC236}">
                    <a16:creationId xmlns:a16="http://schemas.microsoft.com/office/drawing/2014/main" id="{A77485E2-4164-40CA-82F2-D6457CCB69EE}"/>
                  </a:ext>
                </a:extLst>
              </p:cNvPr>
              <p:cNvSpPr/>
              <p:nvPr/>
            </p:nvSpPr>
            <p:spPr>
              <a:xfrm>
                <a:off x="776331" y="175347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42" name="流程图: 接点 2741">
                <a:extLst>
                  <a:ext uri="{FF2B5EF4-FFF2-40B4-BE49-F238E27FC236}">
                    <a16:creationId xmlns:a16="http://schemas.microsoft.com/office/drawing/2014/main" id="{E52A42A1-D3E8-4270-BFAB-C111921BD5C0}"/>
                  </a:ext>
                </a:extLst>
              </p:cNvPr>
              <p:cNvSpPr/>
              <p:nvPr/>
            </p:nvSpPr>
            <p:spPr>
              <a:xfrm>
                <a:off x="740331" y="178947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43" name="流程图: 接点 2742">
                <a:extLst>
                  <a:ext uri="{FF2B5EF4-FFF2-40B4-BE49-F238E27FC236}">
                    <a16:creationId xmlns:a16="http://schemas.microsoft.com/office/drawing/2014/main" id="{378536EB-0E30-4B7E-A01F-EF5C2B647CB8}"/>
                  </a:ext>
                </a:extLst>
              </p:cNvPr>
              <p:cNvSpPr/>
              <p:nvPr/>
            </p:nvSpPr>
            <p:spPr>
              <a:xfrm>
                <a:off x="758331" y="172211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44" name="流程图: 接点 2743">
                <a:extLst>
                  <a:ext uri="{FF2B5EF4-FFF2-40B4-BE49-F238E27FC236}">
                    <a16:creationId xmlns:a16="http://schemas.microsoft.com/office/drawing/2014/main" id="{5C084C8A-C984-4F7B-93C6-4C0F1E5894B9}"/>
                  </a:ext>
                </a:extLst>
              </p:cNvPr>
              <p:cNvSpPr/>
              <p:nvPr/>
            </p:nvSpPr>
            <p:spPr>
              <a:xfrm>
                <a:off x="722331" y="175811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45" name="流程图: 接点 2744">
                <a:extLst>
                  <a:ext uri="{FF2B5EF4-FFF2-40B4-BE49-F238E27FC236}">
                    <a16:creationId xmlns:a16="http://schemas.microsoft.com/office/drawing/2014/main" id="{7E3BBE38-51A3-4BE1-8F5F-53D11A6B3138}"/>
                  </a:ext>
                </a:extLst>
              </p:cNvPr>
              <p:cNvSpPr/>
              <p:nvPr/>
            </p:nvSpPr>
            <p:spPr>
              <a:xfrm>
                <a:off x="784983" y="158843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46" name="流程图: 接点 2745">
                <a:extLst>
                  <a:ext uri="{FF2B5EF4-FFF2-40B4-BE49-F238E27FC236}">
                    <a16:creationId xmlns:a16="http://schemas.microsoft.com/office/drawing/2014/main" id="{2C59887E-1F9C-4214-B25B-D6BCD73BC222}"/>
                  </a:ext>
                </a:extLst>
              </p:cNvPr>
              <p:cNvSpPr/>
              <p:nvPr/>
            </p:nvSpPr>
            <p:spPr>
              <a:xfrm>
                <a:off x="887341" y="157737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47" name="流程图: 接点 2746">
                <a:extLst>
                  <a:ext uri="{FF2B5EF4-FFF2-40B4-BE49-F238E27FC236}">
                    <a16:creationId xmlns:a16="http://schemas.microsoft.com/office/drawing/2014/main" id="{EC0F44C5-82F5-415C-9648-FD5F778E117A}"/>
                  </a:ext>
                </a:extLst>
              </p:cNvPr>
              <p:cNvSpPr/>
              <p:nvPr/>
            </p:nvSpPr>
            <p:spPr>
              <a:xfrm>
                <a:off x="792586" y="16028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48" name="流程图: 接点 2747">
                <a:extLst>
                  <a:ext uri="{FF2B5EF4-FFF2-40B4-BE49-F238E27FC236}">
                    <a16:creationId xmlns:a16="http://schemas.microsoft.com/office/drawing/2014/main" id="{A8864187-1C44-4BD0-BF13-932E8BD696C0}"/>
                  </a:ext>
                </a:extLst>
              </p:cNvPr>
              <p:cNvSpPr/>
              <p:nvPr/>
            </p:nvSpPr>
            <p:spPr>
              <a:xfrm>
                <a:off x="756586" y="16388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49" name="流程图: 接点 2748">
                <a:extLst>
                  <a:ext uri="{FF2B5EF4-FFF2-40B4-BE49-F238E27FC236}">
                    <a16:creationId xmlns:a16="http://schemas.microsoft.com/office/drawing/2014/main" id="{9D9D6054-2C3E-42A1-9C2A-792C3FFE70DB}"/>
                  </a:ext>
                </a:extLst>
              </p:cNvPr>
              <p:cNvSpPr/>
              <p:nvPr/>
            </p:nvSpPr>
            <p:spPr>
              <a:xfrm>
                <a:off x="723058" y="15668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0" name="流程图: 接点 2749">
                <a:extLst>
                  <a:ext uri="{FF2B5EF4-FFF2-40B4-BE49-F238E27FC236}">
                    <a16:creationId xmlns:a16="http://schemas.microsoft.com/office/drawing/2014/main" id="{34CEA88F-94D4-45A9-9C1B-552A18F44714}"/>
                  </a:ext>
                </a:extLst>
              </p:cNvPr>
              <p:cNvSpPr/>
              <p:nvPr/>
            </p:nvSpPr>
            <p:spPr>
              <a:xfrm>
                <a:off x="774586" y="157144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1" name="流程图: 接点 2750">
                <a:extLst>
                  <a:ext uri="{FF2B5EF4-FFF2-40B4-BE49-F238E27FC236}">
                    <a16:creationId xmlns:a16="http://schemas.microsoft.com/office/drawing/2014/main" id="{C3C290EB-C247-450C-9CCE-C1343FC5F007}"/>
                  </a:ext>
                </a:extLst>
              </p:cNvPr>
              <p:cNvSpPr/>
              <p:nvPr/>
            </p:nvSpPr>
            <p:spPr>
              <a:xfrm>
                <a:off x="738586" y="160744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2" name="流程图: 接点 2751">
                <a:extLst>
                  <a:ext uri="{FF2B5EF4-FFF2-40B4-BE49-F238E27FC236}">
                    <a16:creationId xmlns:a16="http://schemas.microsoft.com/office/drawing/2014/main" id="{55CD2408-C729-4539-AA54-71EBDB7028F6}"/>
                  </a:ext>
                </a:extLst>
              </p:cNvPr>
              <p:cNvSpPr/>
              <p:nvPr/>
            </p:nvSpPr>
            <p:spPr>
              <a:xfrm>
                <a:off x="792586" y="155779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3" name="流程图: 接点 2752">
                <a:extLst>
                  <a:ext uri="{FF2B5EF4-FFF2-40B4-BE49-F238E27FC236}">
                    <a16:creationId xmlns:a16="http://schemas.microsoft.com/office/drawing/2014/main" id="{4583BB07-3392-4029-B04A-853F09203814}"/>
                  </a:ext>
                </a:extLst>
              </p:cNvPr>
              <p:cNvSpPr/>
              <p:nvPr/>
            </p:nvSpPr>
            <p:spPr>
              <a:xfrm>
                <a:off x="756586" y="159379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4" name="流程图: 接点 2753">
                <a:extLst>
                  <a:ext uri="{FF2B5EF4-FFF2-40B4-BE49-F238E27FC236}">
                    <a16:creationId xmlns:a16="http://schemas.microsoft.com/office/drawing/2014/main" id="{53E2831A-963D-496F-AD24-58B86621AB3B}"/>
                  </a:ext>
                </a:extLst>
              </p:cNvPr>
              <p:cNvSpPr/>
              <p:nvPr/>
            </p:nvSpPr>
            <p:spPr>
              <a:xfrm>
                <a:off x="738586" y="156242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5" name="流程图: 接点 2754">
                <a:extLst>
                  <a:ext uri="{FF2B5EF4-FFF2-40B4-BE49-F238E27FC236}">
                    <a16:creationId xmlns:a16="http://schemas.microsoft.com/office/drawing/2014/main" id="{D5B290B2-C981-43C4-97DA-8CC6C1EB01C5}"/>
                  </a:ext>
                </a:extLst>
              </p:cNvPr>
              <p:cNvSpPr/>
              <p:nvPr/>
            </p:nvSpPr>
            <p:spPr>
              <a:xfrm>
                <a:off x="736275" y="190702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6" name="流程图: 接点 2755">
                <a:extLst>
                  <a:ext uri="{FF2B5EF4-FFF2-40B4-BE49-F238E27FC236}">
                    <a16:creationId xmlns:a16="http://schemas.microsoft.com/office/drawing/2014/main" id="{3A07492C-4D8F-41FB-A51E-21F5EFEB38BD}"/>
                  </a:ext>
                </a:extLst>
              </p:cNvPr>
              <p:cNvSpPr/>
              <p:nvPr/>
            </p:nvSpPr>
            <p:spPr>
              <a:xfrm>
                <a:off x="805105" y="185765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7" name="流程图: 接点 2756">
                <a:extLst>
                  <a:ext uri="{FF2B5EF4-FFF2-40B4-BE49-F238E27FC236}">
                    <a16:creationId xmlns:a16="http://schemas.microsoft.com/office/drawing/2014/main" id="{5292510E-0575-4476-889C-EF9E0E00D0EE}"/>
                  </a:ext>
                </a:extLst>
              </p:cNvPr>
              <p:cNvSpPr/>
              <p:nvPr/>
            </p:nvSpPr>
            <p:spPr>
              <a:xfrm>
                <a:off x="718275" y="187565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8" name="流程图: 接点 2757">
                <a:extLst>
                  <a:ext uri="{FF2B5EF4-FFF2-40B4-BE49-F238E27FC236}">
                    <a16:creationId xmlns:a16="http://schemas.microsoft.com/office/drawing/2014/main" id="{379C163D-0C0B-4448-AD78-1702E3D6C241}"/>
                  </a:ext>
                </a:extLst>
              </p:cNvPr>
              <p:cNvSpPr/>
              <p:nvPr/>
            </p:nvSpPr>
            <p:spPr>
              <a:xfrm>
                <a:off x="736275" y="186200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9" name="流程图: 接点 2758">
                <a:extLst>
                  <a:ext uri="{FF2B5EF4-FFF2-40B4-BE49-F238E27FC236}">
                    <a16:creationId xmlns:a16="http://schemas.microsoft.com/office/drawing/2014/main" id="{1080F69C-62CB-41AF-A370-8A4150AAE134}"/>
                  </a:ext>
                </a:extLst>
              </p:cNvPr>
              <p:cNvSpPr/>
              <p:nvPr/>
            </p:nvSpPr>
            <p:spPr>
              <a:xfrm>
                <a:off x="718275" y="183063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0" name="流程图: 接点 2759">
                <a:extLst>
                  <a:ext uri="{FF2B5EF4-FFF2-40B4-BE49-F238E27FC236}">
                    <a16:creationId xmlns:a16="http://schemas.microsoft.com/office/drawing/2014/main" id="{DC42EAAE-73CA-4DD2-BFEE-A1ED770FFE7A}"/>
                  </a:ext>
                </a:extLst>
              </p:cNvPr>
              <p:cNvSpPr/>
              <p:nvPr/>
            </p:nvSpPr>
            <p:spPr>
              <a:xfrm>
                <a:off x="710671" y="201218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1" name="流程图: 接点 2760">
                <a:extLst>
                  <a:ext uri="{FF2B5EF4-FFF2-40B4-BE49-F238E27FC236}">
                    <a16:creationId xmlns:a16="http://schemas.microsoft.com/office/drawing/2014/main" id="{A6B488E6-58DE-44C7-AAC9-9137548D9641}"/>
                  </a:ext>
                </a:extLst>
              </p:cNvPr>
              <p:cNvSpPr/>
              <p:nvPr/>
            </p:nvSpPr>
            <p:spPr>
              <a:xfrm>
                <a:off x="779501" y="196281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2" name="流程图: 接点 2761">
                <a:extLst>
                  <a:ext uri="{FF2B5EF4-FFF2-40B4-BE49-F238E27FC236}">
                    <a16:creationId xmlns:a16="http://schemas.microsoft.com/office/drawing/2014/main" id="{FBDF1FAE-31CC-491A-99AB-8AB259EA0E4E}"/>
                  </a:ext>
                </a:extLst>
              </p:cNvPr>
              <p:cNvSpPr/>
              <p:nvPr/>
            </p:nvSpPr>
            <p:spPr>
              <a:xfrm>
                <a:off x="710671" y="196716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3" name="流程图: 接点 2762">
                <a:extLst>
                  <a:ext uri="{FF2B5EF4-FFF2-40B4-BE49-F238E27FC236}">
                    <a16:creationId xmlns:a16="http://schemas.microsoft.com/office/drawing/2014/main" id="{76315C10-2E0B-416E-A5F8-F643DDA5A377}"/>
                  </a:ext>
                </a:extLst>
              </p:cNvPr>
              <p:cNvSpPr/>
              <p:nvPr/>
            </p:nvSpPr>
            <p:spPr>
              <a:xfrm>
                <a:off x="719323" y="180211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4" name="流程图: 接点 2763">
                <a:extLst>
                  <a:ext uri="{FF2B5EF4-FFF2-40B4-BE49-F238E27FC236}">
                    <a16:creationId xmlns:a16="http://schemas.microsoft.com/office/drawing/2014/main" id="{C1C27CDC-55CF-4A38-BA24-90555A9F0B5C}"/>
                  </a:ext>
                </a:extLst>
              </p:cNvPr>
              <p:cNvSpPr/>
              <p:nvPr/>
            </p:nvSpPr>
            <p:spPr>
              <a:xfrm>
                <a:off x="857681" y="17550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5" name="流程图: 接点 2764">
                <a:extLst>
                  <a:ext uri="{FF2B5EF4-FFF2-40B4-BE49-F238E27FC236}">
                    <a16:creationId xmlns:a16="http://schemas.microsoft.com/office/drawing/2014/main" id="{EB71D986-1044-47C2-8D46-5F753DEFBF03}"/>
                  </a:ext>
                </a:extLst>
              </p:cNvPr>
              <p:cNvSpPr/>
              <p:nvPr/>
            </p:nvSpPr>
            <p:spPr>
              <a:xfrm>
                <a:off x="821681" y="17910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6" name="流程图: 接点 2765">
                <a:extLst>
                  <a:ext uri="{FF2B5EF4-FFF2-40B4-BE49-F238E27FC236}">
                    <a16:creationId xmlns:a16="http://schemas.microsoft.com/office/drawing/2014/main" id="{D9BE65AB-684F-4F4D-B6D7-1557422FEEF4}"/>
                  </a:ext>
                </a:extLst>
              </p:cNvPr>
              <p:cNvSpPr/>
              <p:nvPr/>
            </p:nvSpPr>
            <p:spPr>
              <a:xfrm>
                <a:off x="788153" y="17190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7" name="流程图: 接点 2766">
                <a:extLst>
                  <a:ext uri="{FF2B5EF4-FFF2-40B4-BE49-F238E27FC236}">
                    <a16:creationId xmlns:a16="http://schemas.microsoft.com/office/drawing/2014/main" id="{8A61B949-884E-4F27-81E4-7577D27AF055}"/>
                  </a:ext>
                </a:extLst>
              </p:cNvPr>
              <p:cNvSpPr/>
              <p:nvPr/>
            </p:nvSpPr>
            <p:spPr>
              <a:xfrm>
                <a:off x="926511" y="170569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8" name="流程图: 接点 2767">
                <a:extLst>
                  <a:ext uri="{FF2B5EF4-FFF2-40B4-BE49-F238E27FC236}">
                    <a16:creationId xmlns:a16="http://schemas.microsoft.com/office/drawing/2014/main" id="{D4C88221-34D0-453E-9D02-6FDB23D85D3E}"/>
                  </a:ext>
                </a:extLst>
              </p:cNvPr>
              <p:cNvSpPr/>
              <p:nvPr/>
            </p:nvSpPr>
            <p:spPr>
              <a:xfrm>
                <a:off x="839681" y="172369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9" name="流程图: 接点 2768">
                <a:extLst>
                  <a:ext uri="{FF2B5EF4-FFF2-40B4-BE49-F238E27FC236}">
                    <a16:creationId xmlns:a16="http://schemas.microsoft.com/office/drawing/2014/main" id="{BB3BD579-7C7A-4046-B764-10922E60D11B}"/>
                  </a:ext>
                </a:extLst>
              </p:cNvPr>
              <p:cNvSpPr/>
              <p:nvPr/>
            </p:nvSpPr>
            <p:spPr>
              <a:xfrm>
                <a:off x="803681" y="175969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0" name="流程图: 接点 2769">
                <a:extLst>
                  <a:ext uri="{FF2B5EF4-FFF2-40B4-BE49-F238E27FC236}">
                    <a16:creationId xmlns:a16="http://schemas.microsoft.com/office/drawing/2014/main" id="{90A36ADB-3028-4064-AA5C-32FCAF6F7CF8}"/>
                  </a:ext>
                </a:extLst>
              </p:cNvPr>
              <p:cNvSpPr/>
              <p:nvPr/>
            </p:nvSpPr>
            <p:spPr>
              <a:xfrm>
                <a:off x="719323" y="175709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1" name="流程图: 接点 2770">
                <a:extLst>
                  <a:ext uri="{FF2B5EF4-FFF2-40B4-BE49-F238E27FC236}">
                    <a16:creationId xmlns:a16="http://schemas.microsoft.com/office/drawing/2014/main" id="{706E6D8F-3C43-49E4-B734-D924C9577900}"/>
                  </a:ext>
                </a:extLst>
              </p:cNvPr>
              <p:cNvSpPr/>
              <p:nvPr/>
            </p:nvSpPr>
            <p:spPr>
              <a:xfrm>
                <a:off x="857681" y="171004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2" name="流程图: 接点 2771">
                <a:extLst>
                  <a:ext uri="{FF2B5EF4-FFF2-40B4-BE49-F238E27FC236}">
                    <a16:creationId xmlns:a16="http://schemas.microsoft.com/office/drawing/2014/main" id="{436CB080-FA14-4CD1-A33D-426CB327752D}"/>
                  </a:ext>
                </a:extLst>
              </p:cNvPr>
              <p:cNvSpPr/>
              <p:nvPr/>
            </p:nvSpPr>
            <p:spPr>
              <a:xfrm>
                <a:off x="821681" y="174604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3" name="流程图: 接点 2772">
                <a:extLst>
                  <a:ext uri="{FF2B5EF4-FFF2-40B4-BE49-F238E27FC236}">
                    <a16:creationId xmlns:a16="http://schemas.microsoft.com/office/drawing/2014/main" id="{303BC7CA-2CA3-4CCF-BECF-9B88F53056E6}"/>
                  </a:ext>
                </a:extLst>
              </p:cNvPr>
              <p:cNvSpPr/>
              <p:nvPr/>
            </p:nvSpPr>
            <p:spPr>
              <a:xfrm>
                <a:off x="803681" y="171467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4" name="流程图: 接点 2773">
                <a:extLst>
                  <a:ext uri="{FF2B5EF4-FFF2-40B4-BE49-F238E27FC236}">
                    <a16:creationId xmlns:a16="http://schemas.microsoft.com/office/drawing/2014/main" id="{19526955-26E0-4F7A-9B36-85DF07D6B1B0}"/>
                  </a:ext>
                </a:extLst>
              </p:cNvPr>
              <p:cNvSpPr/>
              <p:nvPr/>
            </p:nvSpPr>
            <p:spPr>
              <a:xfrm>
                <a:off x="726926" y="181649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5" name="流程图: 接点 2774">
                <a:extLst>
                  <a:ext uri="{FF2B5EF4-FFF2-40B4-BE49-F238E27FC236}">
                    <a16:creationId xmlns:a16="http://schemas.microsoft.com/office/drawing/2014/main" id="{BE2095D1-41ED-442C-A8A4-27B9EF239A90}"/>
                  </a:ext>
                </a:extLst>
              </p:cNvPr>
              <p:cNvSpPr/>
              <p:nvPr/>
            </p:nvSpPr>
            <p:spPr>
              <a:xfrm>
                <a:off x="795756" y="176712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6" name="流程图: 接点 2775">
                <a:extLst>
                  <a:ext uri="{FF2B5EF4-FFF2-40B4-BE49-F238E27FC236}">
                    <a16:creationId xmlns:a16="http://schemas.microsoft.com/office/drawing/2014/main" id="{237935AA-70CF-4929-9DCE-50A3199369D5}"/>
                  </a:ext>
                </a:extLst>
              </p:cNvPr>
              <p:cNvSpPr/>
              <p:nvPr/>
            </p:nvSpPr>
            <p:spPr>
              <a:xfrm>
                <a:off x="708926" y="178512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7" name="流程图: 接点 2776">
                <a:extLst>
                  <a:ext uri="{FF2B5EF4-FFF2-40B4-BE49-F238E27FC236}">
                    <a16:creationId xmlns:a16="http://schemas.microsoft.com/office/drawing/2014/main" id="{38433DF6-DD1D-46BF-8046-B38165AF9572}"/>
                  </a:ext>
                </a:extLst>
              </p:cNvPr>
              <p:cNvSpPr/>
              <p:nvPr/>
            </p:nvSpPr>
            <p:spPr>
              <a:xfrm>
                <a:off x="726926" y="177147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8" name="流程图: 接点 2777">
                <a:extLst>
                  <a:ext uri="{FF2B5EF4-FFF2-40B4-BE49-F238E27FC236}">
                    <a16:creationId xmlns:a16="http://schemas.microsoft.com/office/drawing/2014/main" id="{96981309-B1F8-45D8-9A47-BBD1705DAF8A}"/>
                  </a:ext>
                </a:extLst>
              </p:cNvPr>
              <p:cNvSpPr/>
              <p:nvPr/>
            </p:nvSpPr>
            <p:spPr>
              <a:xfrm>
                <a:off x="987279" y="16318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9" name="流程图: 接点 2778">
                <a:extLst>
                  <a:ext uri="{FF2B5EF4-FFF2-40B4-BE49-F238E27FC236}">
                    <a16:creationId xmlns:a16="http://schemas.microsoft.com/office/drawing/2014/main" id="{CD757FF9-6968-416F-BE5C-36751210A537}"/>
                  </a:ext>
                </a:extLst>
              </p:cNvPr>
              <p:cNvSpPr/>
              <p:nvPr/>
            </p:nvSpPr>
            <p:spPr>
              <a:xfrm>
                <a:off x="1056109" y="15824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0" name="流程图: 接点 2779">
                <a:extLst>
                  <a:ext uri="{FF2B5EF4-FFF2-40B4-BE49-F238E27FC236}">
                    <a16:creationId xmlns:a16="http://schemas.microsoft.com/office/drawing/2014/main" id="{A3B52D5B-2C84-4309-B722-5A2DCE8645A1}"/>
                  </a:ext>
                </a:extLst>
              </p:cNvPr>
              <p:cNvSpPr/>
              <p:nvPr/>
            </p:nvSpPr>
            <p:spPr>
              <a:xfrm>
                <a:off x="987279" y="158679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1" name="流程图: 接点 2780">
                <a:extLst>
                  <a:ext uri="{FF2B5EF4-FFF2-40B4-BE49-F238E27FC236}">
                    <a16:creationId xmlns:a16="http://schemas.microsoft.com/office/drawing/2014/main" id="{2B559EE5-4BA6-4350-AF79-721294A6157F}"/>
                  </a:ext>
                </a:extLst>
              </p:cNvPr>
              <p:cNvSpPr/>
              <p:nvPr/>
            </p:nvSpPr>
            <p:spPr>
              <a:xfrm>
                <a:off x="857308" y="157853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2" name="流程图: 接点 2781">
                <a:extLst>
                  <a:ext uri="{FF2B5EF4-FFF2-40B4-BE49-F238E27FC236}">
                    <a16:creationId xmlns:a16="http://schemas.microsoft.com/office/drawing/2014/main" id="{78AE35DE-5F02-421F-BC85-DD33D5C0080F}"/>
                  </a:ext>
                </a:extLst>
              </p:cNvPr>
              <p:cNvSpPr/>
              <p:nvPr/>
            </p:nvSpPr>
            <p:spPr>
              <a:xfrm>
                <a:off x="831704" y="16836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3" name="流程图: 接点 2782">
                <a:extLst>
                  <a:ext uri="{FF2B5EF4-FFF2-40B4-BE49-F238E27FC236}">
                    <a16:creationId xmlns:a16="http://schemas.microsoft.com/office/drawing/2014/main" id="{09AAB5E8-B37C-4C41-9E3D-B67C170B1519}"/>
                  </a:ext>
                </a:extLst>
              </p:cNvPr>
              <p:cNvSpPr/>
              <p:nvPr/>
            </p:nvSpPr>
            <p:spPr>
              <a:xfrm>
                <a:off x="871411" y="17092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4" name="流程图: 接点 2783">
                <a:extLst>
                  <a:ext uri="{FF2B5EF4-FFF2-40B4-BE49-F238E27FC236}">
                    <a16:creationId xmlns:a16="http://schemas.microsoft.com/office/drawing/2014/main" id="{AF85D7EE-CE91-4FB2-AF85-B1C37CF01080}"/>
                  </a:ext>
                </a:extLst>
              </p:cNvPr>
              <p:cNvSpPr/>
              <p:nvPr/>
            </p:nvSpPr>
            <p:spPr>
              <a:xfrm>
                <a:off x="835411" y="17452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5" name="流程图: 接点 2784">
                <a:extLst>
                  <a:ext uri="{FF2B5EF4-FFF2-40B4-BE49-F238E27FC236}">
                    <a16:creationId xmlns:a16="http://schemas.microsoft.com/office/drawing/2014/main" id="{5C9FE8C2-C395-4EA5-AEBE-E211E937BED3}"/>
                  </a:ext>
                </a:extLst>
              </p:cNvPr>
              <p:cNvSpPr/>
              <p:nvPr/>
            </p:nvSpPr>
            <p:spPr>
              <a:xfrm>
                <a:off x="940241" y="165984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6" name="流程图: 接点 2785">
                <a:extLst>
                  <a:ext uri="{FF2B5EF4-FFF2-40B4-BE49-F238E27FC236}">
                    <a16:creationId xmlns:a16="http://schemas.microsoft.com/office/drawing/2014/main" id="{1A25BC53-1F68-451C-87DE-D644246A8719}"/>
                  </a:ext>
                </a:extLst>
              </p:cNvPr>
              <p:cNvSpPr/>
              <p:nvPr/>
            </p:nvSpPr>
            <p:spPr>
              <a:xfrm>
                <a:off x="853411" y="167784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7" name="流程图: 接点 2786">
                <a:extLst>
                  <a:ext uri="{FF2B5EF4-FFF2-40B4-BE49-F238E27FC236}">
                    <a16:creationId xmlns:a16="http://schemas.microsoft.com/office/drawing/2014/main" id="{89F10E99-8833-4174-9C66-A311AB44AEB3}"/>
                  </a:ext>
                </a:extLst>
              </p:cNvPr>
              <p:cNvSpPr/>
              <p:nvPr/>
            </p:nvSpPr>
            <p:spPr>
              <a:xfrm>
                <a:off x="817411" y="171384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8" name="流程图: 接点 2787">
                <a:extLst>
                  <a:ext uri="{FF2B5EF4-FFF2-40B4-BE49-F238E27FC236}">
                    <a16:creationId xmlns:a16="http://schemas.microsoft.com/office/drawing/2014/main" id="{0445203D-FBA2-492B-8C56-25DE160766A0}"/>
                  </a:ext>
                </a:extLst>
              </p:cNvPr>
              <p:cNvSpPr/>
              <p:nvPr/>
            </p:nvSpPr>
            <p:spPr>
              <a:xfrm>
                <a:off x="871411" y="166419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9" name="流程图: 接点 2788">
                <a:extLst>
                  <a:ext uri="{FF2B5EF4-FFF2-40B4-BE49-F238E27FC236}">
                    <a16:creationId xmlns:a16="http://schemas.microsoft.com/office/drawing/2014/main" id="{18F95582-F6AC-48FE-9BAA-FBED8AEF3DCB}"/>
                  </a:ext>
                </a:extLst>
              </p:cNvPr>
              <p:cNvSpPr/>
              <p:nvPr/>
            </p:nvSpPr>
            <p:spPr>
              <a:xfrm>
                <a:off x="835411" y="170019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0" name="流程图: 接点 2789">
                <a:extLst>
                  <a:ext uri="{FF2B5EF4-FFF2-40B4-BE49-F238E27FC236}">
                    <a16:creationId xmlns:a16="http://schemas.microsoft.com/office/drawing/2014/main" id="{B1FC43ED-C71E-4C80-9C38-3A2B68EAFBBB}"/>
                  </a:ext>
                </a:extLst>
              </p:cNvPr>
              <p:cNvSpPr/>
              <p:nvPr/>
            </p:nvSpPr>
            <p:spPr>
              <a:xfrm>
                <a:off x="853411" y="163282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1" name="流程图: 接点 2790">
                <a:extLst>
                  <a:ext uri="{FF2B5EF4-FFF2-40B4-BE49-F238E27FC236}">
                    <a16:creationId xmlns:a16="http://schemas.microsoft.com/office/drawing/2014/main" id="{F8C13B44-5A82-4300-BC8E-71002A63DB24}"/>
                  </a:ext>
                </a:extLst>
              </p:cNvPr>
              <p:cNvSpPr/>
              <p:nvPr/>
            </p:nvSpPr>
            <p:spPr>
              <a:xfrm>
                <a:off x="817411" y="166882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2" name="流程图: 接点 2791">
                <a:extLst>
                  <a:ext uri="{FF2B5EF4-FFF2-40B4-BE49-F238E27FC236}">
                    <a16:creationId xmlns:a16="http://schemas.microsoft.com/office/drawing/2014/main" id="{0E21AB8E-1E18-40DB-9856-0AD8BD013554}"/>
                  </a:ext>
                </a:extLst>
              </p:cNvPr>
              <p:cNvSpPr/>
              <p:nvPr/>
            </p:nvSpPr>
            <p:spPr>
              <a:xfrm>
                <a:off x="845807" y="181437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3" name="流程图: 接点 2792">
                <a:extLst>
                  <a:ext uri="{FF2B5EF4-FFF2-40B4-BE49-F238E27FC236}">
                    <a16:creationId xmlns:a16="http://schemas.microsoft.com/office/drawing/2014/main" id="{39CA39EC-FCC2-4857-9CCD-6044EED9E529}"/>
                  </a:ext>
                </a:extLst>
              </p:cNvPr>
              <p:cNvSpPr/>
              <p:nvPr/>
            </p:nvSpPr>
            <p:spPr>
              <a:xfrm>
                <a:off x="809807" y="185037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4" name="流程图: 接点 2793">
                <a:extLst>
                  <a:ext uri="{FF2B5EF4-FFF2-40B4-BE49-F238E27FC236}">
                    <a16:creationId xmlns:a16="http://schemas.microsoft.com/office/drawing/2014/main" id="{559A4C21-5867-46DF-AADE-C722FFEBED44}"/>
                  </a:ext>
                </a:extLst>
              </p:cNvPr>
              <p:cNvSpPr/>
              <p:nvPr/>
            </p:nvSpPr>
            <p:spPr>
              <a:xfrm>
                <a:off x="914637" y="176500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5" name="流程图: 接点 2794">
                <a:extLst>
                  <a:ext uri="{FF2B5EF4-FFF2-40B4-BE49-F238E27FC236}">
                    <a16:creationId xmlns:a16="http://schemas.microsoft.com/office/drawing/2014/main" id="{A7705813-C86E-4FDC-9E3D-E7EF9D538ECC}"/>
                  </a:ext>
                </a:extLst>
              </p:cNvPr>
              <p:cNvSpPr/>
              <p:nvPr/>
            </p:nvSpPr>
            <p:spPr>
              <a:xfrm>
                <a:off x="827807" y="178300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6" name="流程图: 接点 2795">
                <a:extLst>
                  <a:ext uri="{FF2B5EF4-FFF2-40B4-BE49-F238E27FC236}">
                    <a16:creationId xmlns:a16="http://schemas.microsoft.com/office/drawing/2014/main" id="{8D1A2C5E-BFCE-447A-8DF5-C67307296B18}"/>
                  </a:ext>
                </a:extLst>
              </p:cNvPr>
              <p:cNvSpPr/>
              <p:nvPr/>
            </p:nvSpPr>
            <p:spPr>
              <a:xfrm>
                <a:off x="845807" y="176935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7" name="流程图: 接点 2796">
                <a:extLst>
                  <a:ext uri="{FF2B5EF4-FFF2-40B4-BE49-F238E27FC236}">
                    <a16:creationId xmlns:a16="http://schemas.microsoft.com/office/drawing/2014/main" id="{052DF92E-3C43-434E-B7FE-5CC07D9EB65B}"/>
                  </a:ext>
                </a:extLst>
              </p:cNvPr>
              <p:cNvSpPr/>
              <p:nvPr/>
            </p:nvSpPr>
            <p:spPr>
              <a:xfrm>
                <a:off x="809807" y="180535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8" name="流程图: 接点 2797">
                <a:extLst>
                  <a:ext uri="{FF2B5EF4-FFF2-40B4-BE49-F238E27FC236}">
                    <a16:creationId xmlns:a16="http://schemas.microsoft.com/office/drawing/2014/main" id="{A7CBC040-3CE0-4E2A-9995-3A225259A5AF}"/>
                  </a:ext>
                </a:extLst>
              </p:cNvPr>
              <p:cNvSpPr/>
              <p:nvPr/>
            </p:nvSpPr>
            <p:spPr>
              <a:xfrm>
                <a:off x="827807" y="173798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9" name="流程图: 接点 2798">
                <a:extLst>
                  <a:ext uri="{FF2B5EF4-FFF2-40B4-BE49-F238E27FC236}">
                    <a16:creationId xmlns:a16="http://schemas.microsoft.com/office/drawing/2014/main" id="{4A11C4B3-9DB2-46BB-BE14-8E4813215D0C}"/>
                  </a:ext>
                </a:extLst>
              </p:cNvPr>
              <p:cNvSpPr/>
              <p:nvPr/>
            </p:nvSpPr>
            <p:spPr>
              <a:xfrm>
                <a:off x="854459" y="160430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0" name="流程图: 接点 2799">
                <a:extLst>
                  <a:ext uri="{FF2B5EF4-FFF2-40B4-BE49-F238E27FC236}">
                    <a16:creationId xmlns:a16="http://schemas.microsoft.com/office/drawing/2014/main" id="{F5DDFEF7-322D-4E0A-BAA1-9787EC657005}"/>
                  </a:ext>
                </a:extLst>
              </p:cNvPr>
              <p:cNvSpPr/>
              <p:nvPr/>
            </p:nvSpPr>
            <p:spPr>
              <a:xfrm>
                <a:off x="836459" y="157293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1" name="流程图: 接点 2800">
                <a:extLst>
                  <a:ext uri="{FF2B5EF4-FFF2-40B4-BE49-F238E27FC236}">
                    <a16:creationId xmlns:a16="http://schemas.microsoft.com/office/drawing/2014/main" id="{7BB19414-AED9-4602-9553-3439AC415A68}"/>
                  </a:ext>
                </a:extLst>
              </p:cNvPr>
              <p:cNvSpPr/>
              <p:nvPr/>
            </p:nvSpPr>
            <p:spPr>
              <a:xfrm>
                <a:off x="956817" y="159325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2" name="流程图: 接点 2801">
                <a:extLst>
                  <a:ext uri="{FF2B5EF4-FFF2-40B4-BE49-F238E27FC236}">
                    <a16:creationId xmlns:a16="http://schemas.microsoft.com/office/drawing/2014/main" id="{658EF9FF-B503-4430-8617-EE4E56654584}"/>
                  </a:ext>
                </a:extLst>
              </p:cNvPr>
              <p:cNvSpPr/>
              <p:nvPr/>
            </p:nvSpPr>
            <p:spPr>
              <a:xfrm>
                <a:off x="938817" y="156188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3" name="流程图: 接点 2802">
                <a:extLst>
                  <a:ext uri="{FF2B5EF4-FFF2-40B4-BE49-F238E27FC236}">
                    <a16:creationId xmlns:a16="http://schemas.microsoft.com/office/drawing/2014/main" id="{5F6AD8BD-D086-4290-8243-AD329F30BF2A}"/>
                  </a:ext>
                </a:extLst>
              </p:cNvPr>
              <p:cNvSpPr/>
              <p:nvPr/>
            </p:nvSpPr>
            <p:spPr>
              <a:xfrm>
                <a:off x="854459" y="155928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4" name="流程图: 接点 2803">
                <a:extLst>
                  <a:ext uri="{FF2B5EF4-FFF2-40B4-BE49-F238E27FC236}">
                    <a16:creationId xmlns:a16="http://schemas.microsoft.com/office/drawing/2014/main" id="{FCB9F35B-5A6F-4130-A813-FB9F5FEAE7C9}"/>
                  </a:ext>
                </a:extLst>
              </p:cNvPr>
              <p:cNvSpPr/>
              <p:nvPr/>
            </p:nvSpPr>
            <p:spPr>
              <a:xfrm>
                <a:off x="862062" y="161869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5" name="流程图: 接点 2804">
                <a:extLst>
                  <a:ext uri="{FF2B5EF4-FFF2-40B4-BE49-F238E27FC236}">
                    <a16:creationId xmlns:a16="http://schemas.microsoft.com/office/drawing/2014/main" id="{9EEF730C-4F27-4CB0-9910-B3EF8F78775C}"/>
                  </a:ext>
                </a:extLst>
              </p:cNvPr>
              <p:cNvSpPr/>
              <p:nvPr/>
            </p:nvSpPr>
            <p:spPr>
              <a:xfrm>
                <a:off x="826062" y="165469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6" name="流程图: 接点 2805">
                <a:extLst>
                  <a:ext uri="{FF2B5EF4-FFF2-40B4-BE49-F238E27FC236}">
                    <a16:creationId xmlns:a16="http://schemas.microsoft.com/office/drawing/2014/main" id="{4EAAC825-336D-417F-8BE5-388B0634BDA0}"/>
                  </a:ext>
                </a:extLst>
              </p:cNvPr>
              <p:cNvSpPr/>
              <p:nvPr/>
            </p:nvSpPr>
            <p:spPr>
              <a:xfrm>
                <a:off x="930892" y="156932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7" name="流程图: 接点 2806">
                <a:extLst>
                  <a:ext uri="{FF2B5EF4-FFF2-40B4-BE49-F238E27FC236}">
                    <a16:creationId xmlns:a16="http://schemas.microsoft.com/office/drawing/2014/main" id="{79E3F976-17D8-4055-AC43-D626316EF415}"/>
                  </a:ext>
                </a:extLst>
              </p:cNvPr>
              <p:cNvSpPr/>
              <p:nvPr/>
            </p:nvSpPr>
            <p:spPr>
              <a:xfrm>
                <a:off x="844062" y="158732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8" name="流程图: 接点 2807">
                <a:extLst>
                  <a:ext uri="{FF2B5EF4-FFF2-40B4-BE49-F238E27FC236}">
                    <a16:creationId xmlns:a16="http://schemas.microsoft.com/office/drawing/2014/main" id="{6BA9683C-AC70-401B-A131-1770118B0776}"/>
                  </a:ext>
                </a:extLst>
              </p:cNvPr>
              <p:cNvSpPr/>
              <p:nvPr/>
            </p:nvSpPr>
            <p:spPr>
              <a:xfrm>
                <a:off x="862062" y="157367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9" name="流程图: 接点 2808">
                <a:extLst>
                  <a:ext uri="{FF2B5EF4-FFF2-40B4-BE49-F238E27FC236}">
                    <a16:creationId xmlns:a16="http://schemas.microsoft.com/office/drawing/2014/main" id="{5D6BB0FE-CB1F-40D5-A524-882B059FAD8E}"/>
                  </a:ext>
                </a:extLst>
              </p:cNvPr>
              <p:cNvSpPr/>
              <p:nvPr/>
            </p:nvSpPr>
            <p:spPr>
              <a:xfrm>
                <a:off x="826062" y="160967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0" name="流程图: 接点 2809">
                <a:extLst>
                  <a:ext uri="{FF2B5EF4-FFF2-40B4-BE49-F238E27FC236}">
                    <a16:creationId xmlns:a16="http://schemas.microsoft.com/office/drawing/2014/main" id="{14E07533-54B1-4785-A91D-7B96691FDA5C}"/>
                  </a:ext>
                </a:extLst>
              </p:cNvPr>
              <p:cNvSpPr/>
              <p:nvPr/>
            </p:nvSpPr>
            <p:spPr>
              <a:xfrm>
                <a:off x="874581" y="187352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1" name="流程图: 接点 2810">
                <a:extLst>
                  <a:ext uri="{FF2B5EF4-FFF2-40B4-BE49-F238E27FC236}">
                    <a16:creationId xmlns:a16="http://schemas.microsoft.com/office/drawing/2014/main" id="{1634492D-A33B-4B63-AFA1-EE313C4A1262}"/>
                  </a:ext>
                </a:extLst>
              </p:cNvPr>
              <p:cNvSpPr/>
              <p:nvPr/>
            </p:nvSpPr>
            <p:spPr>
              <a:xfrm>
                <a:off x="927157" y="177093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2" name="流程图: 接点 2811">
                <a:extLst>
                  <a:ext uri="{FF2B5EF4-FFF2-40B4-BE49-F238E27FC236}">
                    <a16:creationId xmlns:a16="http://schemas.microsoft.com/office/drawing/2014/main" id="{CC191072-6ADC-45F8-B733-E4B1B0BB99C8}"/>
                  </a:ext>
                </a:extLst>
              </p:cNvPr>
              <p:cNvSpPr/>
              <p:nvPr/>
            </p:nvSpPr>
            <p:spPr>
              <a:xfrm>
                <a:off x="891157" y="180693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3" name="流程图: 接点 2812">
                <a:extLst>
                  <a:ext uri="{FF2B5EF4-FFF2-40B4-BE49-F238E27FC236}">
                    <a16:creationId xmlns:a16="http://schemas.microsoft.com/office/drawing/2014/main" id="{30591ABC-18B0-4CC2-B236-778B0FD080FA}"/>
                  </a:ext>
                </a:extLst>
              </p:cNvPr>
              <p:cNvSpPr/>
              <p:nvPr/>
            </p:nvSpPr>
            <p:spPr>
              <a:xfrm>
                <a:off x="857629" y="173493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4" name="流程图: 接点 2813">
                <a:extLst>
                  <a:ext uri="{FF2B5EF4-FFF2-40B4-BE49-F238E27FC236}">
                    <a16:creationId xmlns:a16="http://schemas.microsoft.com/office/drawing/2014/main" id="{DB754EB2-821E-4186-86DE-53B259CDCB0B}"/>
                  </a:ext>
                </a:extLst>
              </p:cNvPr>
              <p:cNvSpPr/>
              <p:nvPr/>
            </p:nvSpPr>
            <p:spPr>
              <a:xfrm>
                <a:off x="995987" y="172156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5" name="流程图: 接点 2814">
                <a:extLst>
                  <a:ext uri="{FF2B5EF4-FFF2-40B4-BE49-F238E27FC236}">
                    <a16:creationId xmlns:a16="http://schemas.microsoft.com/office/drawing/2014/main" id="{30053A29-6E12-4E26-9625-BDD66CC70D16}"/>
                  </a:ext>
                </a:extLst>
              </p:cNvPr>
              <p:cNvSpPr/>
              <p:nvPr/>
            </p:nvSpPr>
            <p:spPr>
              <a:xfrm>
                <a:off x="909157" y="173956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6" name="流程图: 接点 2815">
                <a:extLst>
                  <a:ext uri="{FF2B5EF4-FFF2-40B4-BE49-F238E27FC236}">
                    <a16:creationId xmlns:a16="http://schemas.microsoft.com/office/drawing/2014/main" id="{97DA6D3C-3265-4734-A0AD-0181DB6A9DE4}"/>
                  </a:ext>
                </a:extLst>
              </p:cNvPr>
              <p:cNvSpPr/>
              <p:nvPr/>
            </p:nvSpPr>
            <p:spPr>
              <a:xfrm>
                <a:off x="873157" y="177556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7" name="流程图: 接点 2816">
                <a:extLst>
                  <a:ext uri="{FF2B5EF4-FFF2-40B4-BE49-F238E27FC236}">
                    <a16:creationId xmlns:a16="http://schemas.microsoft.com/office/drawing/2014/main" id="{0B7F286B-1BBB-48F1-96D5-1FB1F27F6129}"/>
                  </a:ext>
                </a:extLst>
              </p:cNvPr>
              <p:cNvSpPr/>
              <p:nvPr/>
            </p:nvSpPr>
            <p:spPr>
              <a:xfrm>
                <a:off x="927157" y="172591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8" name="流程图: 接点 2817">
                <a:extLst>
                  <a:ext uri="{FF2B5EF4-FFF2-40B4-BE49-F238E27FC236}">
                    <a16:creationId xmlns:a16="http://schemas.microsoft.com/office/drawing/2014/main" id="{7CDBF270-3FA7-4BC2-8175-9CF919CF6C56}"/>
                  </a:ext>
                </a:extLst>
              </p:cNvPr>
              <p:cNvSpPr/>
              <p:nvPr/>
            </p:nvSpPr>
            <p:spPr>
              <a:xfrm>
                <a:off x="891157" y="176191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9" name="流程图: 接点 2818">
                <a:extLst>
                  <a:ext uri="{FF2B5EF4-FFF2-40B4-BE49-F238E27FC236}">
                    <a16:creationId xmlns:a16="http://schemas.microsoft.com/office/drawing/2014/main" id="{059D3DD8-AAA3-4317-8FC5-CB7F96E235CD}"/>
                  </a:ext>
                </a:extLst>
              </p:cNvPr>
              <p:cNvSpPr/>
              <p:nvPr/>
            </p:nvSpPr>
            <p:spPr>
              <a:xfrm>
                <a:off x="873157" y="173054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0" name="流程图: 接点 2819">
                <a:extLst>
                  <a:ext uri="{FF2B5EF4-FFF2-40B4-BE49-F238E27FC236}">
                    <a16:creationId xmlns:a16="http://schemas.microsoft.com/office/drawing/2014/main" id="{393DF0AD-A23A-45FA-82BA-3522400EE0A9}"/>
                  </a:ext>
                </a:extLst>
              </p:cNvPr>
              <p:cNvSpPr/>
              <p:nvPr/>
            </p:nvSpPr>
            <p:spPr>
              <a:xfrm>
                <a:off x="865232" y="178300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1" name="流程图: 接点 2820">
                <a:extLst>
                  <a:ext uri="{FF2B5EF4-FFF2-40B4-BE49-F238E27FC236}">
                    <a16:creationId xmlns:a16="http://schemas.microsoft.com/office/drawing/2014/main" id="{5074626A-834F-4954-944B-ACE78EE89EA4}"/>
                  </a:ext>
                </a:extLst>
              </p:cNvPr>
              <p:cNvSpPr/>
              <p:nvPr/>
            </p:nvSpPr>
            <p:spPr>
              <a:xfrm>
                <a:off x="1056755" y="164769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2" name="流程图: 接点 2821">
                <a:extLst>
                  <a:ext uri="{FF2B5EF4-FFF2-40B4-BE49-F238E27FC236}">
                    <a16:creationId xmlns:a16="http://schemas.microsoft.com/office/drawing/2014/main" id="{4FBC4230-0D1D-47D6-9D42-A1543369E3DA}"/>
                  </a:ext>
                </a:extLst>
              </p:cNvPr>
              <p:cNvSpPr/>
              <p:nvPr/>
            </p:nvSpPr>
            <p:spPr>
              <a:xfrm>
                <a:off x="1125585" y="15983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3" name="流程图: 接点 2822">
                <a:extLst>
                  <a:ext uri="{FF2B5EF4-FFF2-40B4-BE49-F238E27FC236}">
                    <a16:creationId xmlns:a16="http://schemas.microsoft.com/office/drawing/2014/main" id="{66575FBD-BBBB-43B9-8704-CBDD5A2E7A0A}"/>
                  </a:ext>
                </a:extLst>
              </p:cNvPr>
              <p:cNvSpPr/>
              <p:nvPr/>
            </p:nvSpPr>
            <p:spPr>
              <a:xfrm>
                <a:off x="1056755" y="160267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4" name="流程图: 接点 2823">
                <a:extLst>
                  <a:ext uri="{FF2B5EF4-FFF2-40B4-BE49-F238E27FC236}">
                    <a16:creationId xmlns:a16="http://schemas.microsoft.com/office/drawing/2014/main" id="{CDF72DD4-5CBC-401D-89F7-B4842CE0A9F5}"/>
                  </a:ext>
                </a:extLst>
              </p:cNvPr>
              <p:cNvSpPr/>
              <p:nvPr/>
            </p:nvSpPr>
            <p:spPr>
              <a:xfrm>
                <a:off x="298889" y="164000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5" name="流程图: 接点 2824">
                <a:extLst>
                  <a:ext uri="{FF2B5EF4-FFF2-40B4-BE49-F238E27FC236}">
                    <a16:creationId xmlns:a16="http://schemas.microsoft.com/office/drawing/2014/main" id="{EF291D64-032F-4E90-9F8C-A52B05ACA1E4}"/>
                  </a:ext>
                </a:extLst>
              </p:cNvPr>
              <p:cNvSpPr/>
              <p:nvPr/>
            </p:nvSpPr>
            <p:spPr>
              <a:xfrm>
                <a:off x="367719" y="15906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6" name="流程图: 接点 2825">
                <a:extLst>
                  <a:ext uri="{FF2B5EF4-FFF2-40B4-BE49-F238E27FC236}">
                    <a16:creationId xmlns:a16="http://schemas.microsoft.com/office/drawing/2014/main" id="{8DDC51DE-4068-41BE-B3F5-FD3D259921A4}"/>
                  </a:ext>
                </a:extLst>
              </p:cNvPr>
              <p:cNvSpPr/>
              <p:nvPr/>
            </p:nvSpPr>
            <p:spPr>
              <a:xfrm>
                <a:off x="280889" y="160863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7" name="流程图: 接点 2826">
                <a:extLst>
                  <a:ext uri="{FF2B5EF4-FFF2-40B4-BE49-F238E27FC236}">
                    <a16:creationId xmlns:a16="http://schemas.microsoft.com/office/drawing/2014/main" id="{FD042E3E-A7E5-48F6-9B48-302C7DF47435}"/>
                  </a:ext>
                </a:extLst>
              </p:cNvPr>
              <p:cNvSpPr/>
              <p:nvPr/>
            </p:nvSpPr>
            <p:spPr>
              <a:xfrm>
                <a:off x="298889" y="159498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8" name="流程图: 接点 2827">
                <a:extLst>
                  <a:ext uri="{FF2B5EF4-FFF2-40B4-BE49-F238E27FC236}">
                    <a16:creationId xmlns:a16="http://schemas.microsoft.com/office/drawing/2014/main" id="{64BAD76A-E4D8-403D-B62C-7DFD585A1DE4}"/>
                  </a:ext>
                </a:extLst>
              </p:cNvPr>
              <p:cNvSpPr/>
              <p:nvPr/>
            </p:nvSpPr>
            <p:spPr>
              <a:xfrm>
                <a:off x="280889" y="15636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9" name="流程图: 接点 2828">
                <a:extLst>
                  <a:ext uri="{FF2B5EF4-FFF2-40B4-BE49-F238E27FC236}">
                    <a16:creationId xmlns:a16="http://schemas.microsoft.com/office/drawing/2014/main" id="{4061ED44-6E78-47C9-B014-2C82883D8DD0}"/>
                  </a:ext>
                </a:extLst>
              </p:cNvPr>
              <p:cNvSpPr/>
              <p:nvPr/>
            </p:nvSpPr>
            <p:spPr>
              <a:xfrm>
                <a:off x="273285" y="174516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0" name="流程图: 接点 2829">
                <a:extLst>
                  <a:ext uri="{FF2B5EF4-FFF2-40B4-BE49-F238E27FC236}">
                    <a16:creationId xmlns:a16="http://schemas.microsoft.com/office/drawing/2014/main" id="{E6824E62-84D9-47F3-AE99-D4043F13C887}"/>
                  </a:ext>
                </a:extLst>
              </p:cNvPr>
              <p:cNvSpPr/>
              <p:nvPr/>
            </p:nvSpPr>
            <p:spPr>
              <a:xfrm>
                <a:off x="342115" y="169579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1" name="流程图: 接点 2830">
                <a:extLst>
                  <a:ext uri="{FF2B5EF4-FFF2-40B4-BE49-F238E27FC236}">
                    <a16:creationId xmlns:a16="http://schemas.microsoft.com/office/drawing/2014/main" id="{F8FFF38E-B416-47A5-ADA4-ABEDBC85D883}"/>
                  </a:ext>
                </a:extLst>
              </p:cNvPr>
              <p:cNvSpPr/>
              <p:nvPr/>
            </p:nvSpPr>
            <p:spPr>
              <a:xfrm>
                <a:off x="273285" y="170014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2" name="流程图: 接点 2831">
                <a:extLst>
                  <a:ext uri="{FF2B5EF4-FFF2-40B4-BE49-F238E27FC236}">
                    <a16:creationId xmlns:a16="http://schemas.microsoft.com/office/drawing/2014/main" id="{8F1DEBB4-58D2-4ED4-A241-7C58682314A4}"/>
                  </a:ext>
                </a:extLst>
              </p:cNvPr>
              <p:cNvSpPr/>
              <p:nvPr/>
            </p:nvSpPr>
            <p:spPr>
              <a:xfrm>
                <a:off x="354635" y="170172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3" name="流程图: 接点 2832">
                <a:extLst>
                  <a:ext uri="{FF2B5EF4-FFF2-40B4-BE49-F238E27FC236}">
                    <a16:creationId xmlns:a16="http://schemas.microsoft.com/office/drawing/2014/main" id="{F14FDA7B-D584-4072-96E3-674FC3C6935B}"/>
                  </a:ext>
                </a:extLst>
              </p:cNvPr>
              <p:cNvSpPr/>
              <p:nvPr/>
            </p:nvSpPr>
            <p:spPr>
              <a:xfrm>
                <a:off x="318635" y="173772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4" name="流程图: 接点 2833">
                <a:extLst>
                  <a:ext uri="{FF2B5EF4-FFF2-40B4-BE49-F238E27FC236}">
                    <a16:creationId xmlns:a16="http://schemas.microsoft.com/office/drawing/2014/main" id="{EEBE253A-1BE7-43CC-B4D9-4DD8CCAEE367}"/>
                  </a:ext>
                </a:extLst>
              </p:cNvPr>
              <p:cNvSpPr/>
              <p:nvPr/>
            </p:nvSpPr>
            <p:spPr>
              <a:xfrm>
                <a:off x="285107" y="166572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5" name="流程图: 接点 2834">
                <a:extLst>
                  <a:ext uri="{FF2B5EF4-FFF2-40B4-BE49-F238E27FC236}">
                    <a16:creationId xmlns:a16="http://schemas.microsoft.com/office/drawing/2014/main" id="{8CBC39E3-D74D-4B44-B0E6-DCCEFA037D4E}"/>
                  </a:ext>
                </a:extLst>
              </p:cNvPr>
              <p:cNvSpPr/>
              <p:nvPr/>
            </p:nvSpPr>
            <p:spPr>
              <a:xfrm>
                <a:off x="423465" y="16523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6" name="流程图: 接点 2835">
                <a:extLst>
                  <a:ext uri="{FF2B5EF4-FFF2-40B4-BE49-F238E27FC236}">
                    <a16:creationId xmlns:a16="http://schemas.microsoft.com/office/drawing/2014/main" id="{C0728BA7-75A4-4970-B091-CA7FA16DA1C5}"/>
                  </a:ext>
                </a:extLst>
              </p:cNvPr>
              <p:cNvSpPr/>
              <p:nvPr/>
            </p:nvSpPr>
            <p:spPr>
              <a:xfrm>
                <a:off x="336635" y="16703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7" name="流程图: 接点 2836">
                <a:extLst>
                  <a:ext uri="{FF2B5EF4-FFF2-40B4-BE49-F238E27FC236}">
                    <a16:creationId xmlns:a16="http://schemas.microsoft.com/office/drawing/2014/main" id="{F650AB6E-E9AB-47C3-976A-D80261A329C8}"/>
                  </a:ext>
                </a:extLst>
              </p:cNvPr>
              <p:cNvSpPr/>
              <p:nvPr/>
            </p:nvSpPr>
            <p:spPr>
              <a:xfrm>
                <a:off x="300635" y="170635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8" name="流程图: 接点 2837">
                <a:extLst>
                  <a:ext uri="{FF2B5EF4-FFF2-40B4-BE49-F238E27FC236}">
                    <a16:creationId xmlns:a16="http://schemas.microsoft.com/office/drawing/2014/main" id="{C672B27C-0ABA-43EB-9CA4-FCD136A17675}"/>
                  </a:ext>
                </a:extLst>
              </p:cNvPr>
              <p:cNvSpPr/>
              <p:nvPr/>
            </p:nvSpPr>
            <p:spPr>
              <a:xfrm>
                <a:off x="354635" y="165670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9" name="流程图: 接点 2838">
                <a:extLst>
                  <a:ext uri="{FF2B5EF4-FFF2-40B4-BE49-F238E27FC236}">
                    <a16:creationId xmlns:a16="http://schemas.microsoft.com/office/drawing/2014/main" id="{E9F534EE-2EC9-4883-BEF8-B48FC5266083}"/>
                  </a:ext>
                </a:extLst>
              </p:cNvPr>
              <p:cNvSpPr/>
              <p:nvPr/>
            </p:nvSpPr>
            <p:spPr>
              <a:xfrm>
                <a:off x="318635" y="169270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0" name="流程图: 接点 2839">
                <a:extLst>
                  <a:ext uri="{FF2B5EF4-FFF2-40B4-BE49-F238E27FC236}">
                    <a16:creationId xmlns:a16="http://schemas.microsoft.com/office/drawing/2014/main" id="{D47B850B-C815-40FE-A745-306C7E408CB8}"/>
                  </a:ext>
                </a:extLst>
              </p:cNvPr>
              <p:cNvSpPr/>
              <p:nvPr/>
            </p:nvSpPr>
            <p:spPr>
              <a:xfrm>
                <a:off x="300635" y="166134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1" name="流程图: 接点 2840">
                <a:extLst>
                  <a:ext uri="{FF2B5EF4-FFF2-40B4-BE49-F238E27FC236}">
                    <a16:creationId xmlns:a16="http://schemas.microsoft.com/office/drawing/2014/main" id="{ADBBDB76-4B82-4F38-A718-26A6380D774B}"/>
                  </a:ext>
                </a:extLst>
              </p:cNvPr>
              <p:cNvSpPr/>
              <p:nvPr/>
            </p:nvSpPr>
            <p:spPr>
              <a:xfrm>
                <a:off x="292710" y="171379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2" name="流程图: 接点 2841">
                <a:extLst>
                  <a:ext uri="{FF2B5EF4-FFF2-40B4-BE49-F238E27FC236}">
                    <a16:creationId xmlns:a16="http://schemas.microsoft.com/office/drawing/2014/main" id="{73C12812-98A6-4E9A-BC07-560B0BD1F939}"/>
                  </a:ext>
                </a:extLst>
              </p:cNvPr>
              <p:cNvSpPr/>
              <p:nvPr/>
            </p:nvSpPr>
            <p:spPr>
              <a:xfrm>
                <a:off x="484233" y="157848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3" name="流程图: 接点 2842">
                <a:extLst>
                  <a:ext uri="{FF2B5EF4-FFF2-40B4-BE49-F238E27FC236}">
                    <a16:creationId xmlns:a16="http://schemas.microsoft.com/office/drawing/2014/main" id="{39391694-8F94-40D0-A334-B56F773D468E}"/>
                  </a:ext>
                </a:extLst>
              </p:cNvPr>
              <p:cNvSpPr/>
              <p:nvPr/>
            </p:nvSpPr>
            <p:spPr>
              <a:xfrm>
                <a:off x="328658" y="16303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4" name="流程图: 接点 2843">
                <a:extLst>
                  <a:ext uri="{FF2B5EF4-FFF2-40B4-BE49-F238E27FC236}">
                    <a16:creationId xmlns:a16="http://schemas.microsoft.com/office/drawing/2014/main" id="{182137F2-5EC6-4A3F-86AF-AB0A1E8A8499}"/>
                  </a:ext>
                </a:extLst>
              </p:cNvPr>
              <p:cNvSpPr/>
              <p:nvPr/>
            </p:nvSpPr>
            <p:spPr>
              <a:xfrm>
                <a:off x="368365" y="16558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5" name="流程图: 接点 2844">
                <a:extLst>
                  <a:ext uri="{FF2B5EF4-FFF2-40B4-BE49-F238E27FC236}">
                    <a16:creationId xmlns:a16="http://schemas.microsoft.com/office/drawing/2014/main" id="{98604623-6251-47F5-BFC3-0F568C1156FB}"/>
                  </a:ext>
                </a:extLst>
              </p:cNvPr>
              <p:cNvSpPr/>
              <p:nvPr/>
            </p:nvSpPr>
            <p:spPr>
              <a:xfrm>
                <a:off x="332365" y="16918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6" name="流程图: 接点 2845">
                <a:extLst>
                  <a:ext uri="{FF2B5EF4-FFF2-40B4-BE49-F238E27FC236}">
                    <a16:creationId xmlns:a16="http://schemas.microsoft.com/office/drawing/2014/main" id="{92130C11-AF07-44DC-A221-D7E706CDF3FF}"/>
                  </a:ext>
                </a:extLst>
              </p:cNvPr>
              <p:cNvSpPr/>
              <p:nvPr/>
            </p:nvSpPr>
            <p:spPr>
              <a:xfrm>
                <a:off x="437195" y="16065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7" name="流程图: 接点 2846">
                <a:extLst>
                  <a:ext uri="{FF2B5EF4-FFF2-40B4-BE49-F238E27FC236}">
                    <a16:creationId xmlns:a16="http://schemas.microsoft.com/office/drawing/2014/main" id="{D41B8507-4BBB-4E79-844D-5135197DFFF3}"/>
                  </a:ext>
                </a:extLst>
              </p:cNvPr>
              <p:cNvSpPr/>
              <p:nvPr/>
            </p:nvSpPr>
            <p:spPr>
              <a:xfrm>
                <a:off x="350365" y="16245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8" name="流程图: 接点 2847">
                <a:extLst>
                  <a:ext uri="{FF2B5EF4-FFF2-40B4-BE49-F238E27FC236}">
                    <a16:creationId xmlns:a16="http://schemas.microsoft.com/office/drawing/2014/main" id="{ADC295AA-8113-43C7-8911-F8252C51A10F}"/>
                  </a:ext>
                </a:extLst>
              </p:cNvPr>
              <p:cNvSpPr/>
              <p:nvPr/>
            </p:nvSpPr>
            <p:spPr>
              <a:xfrm>
                <a:off x="314365" y="16605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9" name="流程图: 接点 2848">
                <a:extLst>
                  <a:ext uri="{FF2B5EF4-FFF2-40B4-BE49-F238E27FC236}">
                    <a16:creationId xmlns:a16="http://schemas.microsoft.com/office/drawing/2014/main" id="{855D11EE-0F32-4340-A0D4-974A5BCC64A7}"/>
                  </a:ext>
                </a:extLst>
              </p:cNvPr>
              <p:cNvSpPr/>
              <p:nvPr/>
            </p:nvSpPr>
            <p:spPr>
              <a:xfrm>
                <a:off x="368365" y="161086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0" name="流程图: 接点 2849">
                <a:extLst>
                  <a:ext uri="{FF2B5EF4-FFF2-40B4-BE49-F238E27FC236}">
                    <a16:creationId xmlns:a16="http://schemas.microsoft.com/office/drawing/2014/main" id="{60189B3B-5C75-4A2E-B417-F533EA535046}"/>
                  </a:ext>
                </a:extLst>
              </p:cNvPr>
              <p:cNvSpPr/>
              <p:nvPr/>
            </p:nvSpPr>
            <p:spPr>
              <a:xfrm>
                <a:off x="332365" y="164686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1" name="流程图: 接点 2850">
                <a:extLst>
                  <a:ext uri="{FF2B5EF4-FFF2-40B4-BE49-F238E27FC236}">
                    <a16:creationId xmlns:a16="http://schemas.microsoft.com/office/drawing/2014/main" id="{6E03A4B4-8406-4EA1-8A49-C4F897BE38E5}"/>
                  </a:ext>
                </a:extLst>
              </p:cNvPr>
              <p:cNvSpPr/>
              <p:nvPr/>
            </p:nvSpPr>
            <p:spPr>
              <a:xfrm>
                <a:off x="350365" y="157949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2" name="流程图: 接点 2851">
                <a:extLst>
                  <a:ext uri="{FF2B5EF4-FFF2-40B4-BE49-F238E27FC236}">
                    <a16:creationId xmlns:a16="http://schemas.microsoft.com/office/drawing/2014/main" id="{2C567121-4AA1-4288-9C86-F0F82B818669}"/>
                  </a:ext>
                </a:extLst>
              </p:cNvPr>
              <p:cNvSpPr/>
              <p:nvPr/>
            </p:nvSpPr>
            <p:spPr>
              <a:xfrm>
                <a:off x="314365" y="161549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3" name="流程图: 接点 2852">
                <a:extLst>
                  <a:ext uri="{FF2B5EF4-FFF2-40B4-BE49-F238E27FC236}">
                    <a16:creationId xmlns:a16="http://schemas.microsoft.com/office/drawing/2014/main" id="{999211FE-A78C-4EFA-BB0F-9BD90E35AE42}"/>
                  </a:ext>
                </a:extLst>
              </p:cNvPr>
              <p:cNvSpPr/>
              <p:nvPr/>
            </p:nvSpPr>
            <p:spPr>
              <a:xfrm>
                <a:off x="342761" y="176104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4" name="流程图: 接点 2853">
                <a:extLst>
                  <a:ext uri="{FF2B5EF4-FFF2-40B4-BE49-F238E27FC236}">
                    <a16:creationId xmlns:a16="http://schemas.microsoft.com/office/drawing/2014/main" id="{F1005D50-E722-492B-8CFB-74835036A325}"/>
                  </a:ext>
                </a:extLst>
              </p:cNvPr>
              <p:cNvSpPr/>
              <p:nvPr/>
            </p:nvSpPr>
            <p:spPr>
              <a:xfrm>
                <a:off x="306761" y="179704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5" name="流程图: 接点 2854">
                <a:extLst>
                  <a:ext uri="{FF2B5EF4-FFF2-40B4-BE49-F238E27FC236}">
                    <a16:creationId xmlns:a16="http://schemas.microsoft.com/office/drawing/2014/main" id="{35E887B2-5E1B-4BF5-8528-4D8CF2E70025}"/>
                  </a:ext>
                </a:extLst>
              </p:cNvPr>
              <p:cNvSpPr/>
              <p:nvPr/>
            </p:nvSpPr>
            <p:spPr>
              <a:xfrm>
                <a:off x="411591" y="171167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6" name="流程图: 接点 2855">
                <a:extLst>
                  <a:ext uri="{FF2B5EF4-FFF2-40B4-BE49-F238E27FC236}">
                    <a16:creationId xmlns:a16="http://schemas.microsoft.com/office/drawing/2014/main" id="{0566D3E4-0CB6-4379-80AB-2BDD986FBFC1}"/>
                  </a:ext>
                </a:extLst>
              </p:cNvPr>
              <p:cNvSpPr/>
              <p:nvPr/>
            </p:nvSpPr>
            <p:spPr>
              <a:xfrm>
                <a:off x="324761" y="172967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7" name="流程图: 接点 2856">
                <a:extLst>
                  <a:ext uri="{FF2B5EF4-FFF2-40B4-BE49-F238E27FC236}">
                    <a16:creationId xmlns:a16="http://schemas.microsoft.com/office/drawing/2014/main" id="{714E31B6-A749-4F9B-8157-85AAD902DBDF}"/>
                  </a:ext>
                </a:extLst>
              </p:cNvPr>
              <p:cNvSpPr/>
              <p:nvPr/>
            </p:nvSpPr>
            <p:spPr>
              <a:xfrm>
                <a:off x="342761" y="171602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8" name="流程图: 接点 2857">
                <a:extLst>
                  <a:ext uri="{FF2B5EF4-FFF2-40B4-BE49-F238E27FC236}">
                    <a16:creationId xmlns:a16="http://schemas.microsoft.com/office/drawing/2014/main" id="{C783007F-F5CD-494C-9F1D-07154CC4F760}"/>
                  </a:ext>
                </a:extLst>
              </p:cNvPr>
              <p:cNvSpPr/>
              <p:nvPr/>
            </p:nvSpPr>
            <p:spPr>
              <a:xfrm>
                <a:off x="306761" y="175202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9" name="流程图: 接点 2858">
                <a:extLst>
                  <a:ext uri="{FF2B5EF4-FFF2-40B4-BE49-F238E27FC236}">
                    <a16:creationId xmlns:a16="http://schemas.microsoft.com/office/drawing/2014/main" id="{7B61AF4B-6A78-4F55-AB26-5F0D7E076BAA}"/>
                  </a:ext>
                </a:extLst>
              </p:cNvPr>
              <p:cNvSpPr/>
              <p:nvPr/>
            </p:nvSpPr>
            <p:spPr>
              <a:xfrm>
                <a:off x="324761" y="168465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0" name="流程图: 接点 2859">
                <a:extLst>
                  <a:ext uri="{FF2B5EF4-FFF2-40B4-BE49-F238E27FC236}">
                    <a16:creationId xmlns:a16="http://schemas.microsoft.com/office/drawing/2014/main" id="{AED9DB2D-1931-447D-8DDF-781C85349401}"/>
                  </a:ext>
                </a:extLst>
              </p:cNvPr>
              <p:cNvSpPr/>
              <p:nvPr/>
            </p:nvSpPr>
            <p:spPr>
              <a:xfrm>
                <a:off x="359016" y="156536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1" name="流程图: 接点 2860">
                <a:extLst>
                  <a:ext uri="{FF2B5EF4-FFF2-40B4-BE49-F238E27FC236}">
                    <a16:creationId xmlns:a16="http://schemas.microsoft.com/office/drawing/2014/main" id="{FEF0797F-577C-4150-B678-96A0E266961C}"/>
                  </a:ext>
                </a:extLst>
              </p:cNvPr>
              <p:cNvSpPr/>
              <p:nvPr/>
            </p:nvSpPr>
            <p:spPr>
              <a:xfrm>
                <a:off x="323016" y="160136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2" name="流程图: 接点 2861">
                <a:extLst>
                  <a:ext uri="{FF2B5EF4-FFF2-40B4-BE49-F238E27FC236}">
                    <a16:creationId xmlns:a16="http://schemas.microsoft.com/office/drawing/2014/main" id="{B25A806B-B1A4-47EF-AF40-8A54F78E53F9}"/>
                  </a:ext>
                </a:extLst>
              </p:cNvPr>
              <p:cNvSpPr/>
              <p:nvPr/>
            </p:nvSpPr>
            <p:spPr>
              <a:xfrm>
                <a:off x="424111" y="171760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3" name="流程图: 接点 2862">
                <a:extLst>
                  <a:ext uri="{FF2B5EF4-FFF2-40B4-BE49-F238E27FC236}">
                    <a16:creationId xmlns:a16="http://schemas.microsoft.com/office/drawing/2014/main" id="{30C5ECE3-F547-4ED6-AD0F-2FE27C82441F}"/>
                  </a:ext>
                </a:extLst>
              </p:cNvPr>
              <p:cNvSpPr/>
              <p:nvPr/>
            </p:nvSpPr>
            <p:spPr>
              <a:xfrm>
                <a:off x="388111" y="175360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4" name="流程图: 接点 2863">
                <a:extLst>
                  <a:ext uri="{FF2B5EF4-FFF2-40B4-BE49-F238E27FC236}">
                    <a16:creationId xmlns:a16="http://schemas.microsoft.com/office/drawing/2014/main" id="{CF46DB51-881D-4D02-B07E-84C0D6987A03}"/>
                  </a:ext>
                </a:extLst>
              </p:cNvPr>
              <p:cNvSpPr/>
              <p:nvPr/>
            </p:nvSpPr>
            <p:spPr>
              <a:xfrm>
                <a:off x="354583" y="168160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5" name="流程图: 接点 2864">
                <a:extLst>
                  <a:ext uri="{FF2B5EF4-FFF2-40B4-BE49-F238E27FC236}">
                    <a16:creationId xmlns:a16="http://schemas.microsoft.com/office/drawing/2014/main" id="{D3D1559C-90C7-432A-8940-9E7FDCE8C32C}"/>
                  </a:ext>
                </a:extLst>
              </p:cNvPr>
              <p:cNvSpPr/>
              <p:nvPr/>
            </p:nvSpPr>
            <p:spPr>
              <a:xfrm>
                <a:off x="492941" y="166823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6" name="流程图: 接点 2865">
                <a:extLst>
                  <a:ext uri="{FF2B5EF4-FFF2-40B4-BE49-F238E27FC236}">
                    <a16:creationId xmlns:a16="http://schemas.microsoft.com/office/drawing/2014/main" id="{8B8F6ECE-0534-4FD6-A8C0-A1F8BEA18247}"/>
                  </a:ext>
                </a:extLst>
              </p:cNvPr>
              <p:cNvSpPr/>
              <p:nvPr/>
            </p:nvSpPr>
            <p:spPr>
              <a:xfrm>
                <a:off x="406111" y="168623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7" name="流程图: 接点 2866">
                <a:extLst>
                  <a:ext uri="{FF2B5EF4-FFF2-40B4-BE49-F238E27FC236}">
                    <a16:creationId xmlns:a16="http://schemas.microsoft.com/office/drawing/2014/main" id="{E1E01BB0-E319-422B-810E-CEE21EB41D53}"/>
                  </a:ext>
                </a:extLst>
              </p:cNvPr>
              <p:cNvSpPr/>
              <p:nvPr/>
            </p:nvSpPr>
            <p:spPr>
              <a:xfrm>
                <a:off x="370111" y="172223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8" name="流程图: 接点 2867">
                <a:extLst>
                  <a:ext uri="{FF2B5EF4-FFF2-40B4-BE49-F238E27FC236}">
                    <a16:creationId xmlns:a16="http://schemas.microsoft.com/office/drawing/2014/main" id="{65D2E8DD-DB8F-48ED-B93A-000AC91197F5}"/>
                  </a:ext>
                </a:extLst>
              </p:cNvPr>
              <p:cNvSpPr/>
              <p:nvPr/>
            </p:nvSpPr>
            <p:spPr>
              <a:xfrm>
                <a:off x="424111" y="167258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9" name="流程图: 接点 2868">
                <a:extLst>
                  <a:ext uri="{FF2B5EF4-FFF2-40B4-BE49-F238E27FC236}">
                    <a16:creationId xmlns:a16="http://schemas.microsoft.com/office/drawing/2014/main" id="{C0E65A58-378F-480D-AF31-9D88F1216D0A}"/>
                  </a:ext>
                </a:extLst>
              </p:cNvPr>
              <p:cNvSpPr/>
              <p:nvPr/>
            </p:nvSpPr>
            <p:spPr>
              <a:xfrm>
                <a:off x="388111" y="170858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0" name="流程图: 接点 2869">
                <a:extLst>
                  <a:ext uri="{FF2B5EF4-FFF2-40B4-BE49-F238E27FC236}">
                    <a16:creationId xmlns:a16="http://schemas.microsoft.com/office/drawing/2014/main" id="{E626211D-3AA5-4BCB-8468-9C3E93EC8CF9}"/>
                  </a:ext>
                </a:extLst>
              </p:cNvPr>
              <p:cNvSpPr/>
              <p:nvPr/>
            </p:nvSpPr>
            <p:spPr>
              <a:xfrm>
                <a:off x="370111" y="167721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1" name="流程图: 接点 2870">
                <a:extLst>
                  <a:ext uri="{FF2B5EF4-FFF2-40B4-BE49-F238E27FC236}">
                    <a16:creationId xmlns:a16="http://schemas.microsoft.com/office/drawing/2014/main" id="{2ED53F2A-6C41-4DFA-9679-57617A841727}"/>
                  </a:ext>
                </a:extLst>
              </p:cNvPr>
              <p:cNvSpPr/>
              <p:nvPr/>
            </p:nvSpPr>
            <p:spPr>
              <a:xfrm>
                <a:off x="362186" y="172967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2" name="流程图: 接点 2871">
                <a:extLst>
                  <a:ext uri="{FF2B5EF4-FFF2-40B4-BE49-F238E27FC236}">
                    <a16:creationId xmlns:a16="http://schemas.microsoft.com/office/drawing/2014/main" id="{CDC73233-AE09-4CC7-B9FA-9F9524B48F37}"/>
                  </a:ext>
                </a:extLst>
              </p:cNvPr>
              <p:cNvSpPr/>
              <p:nvPr/>
            </p:nvSpPr>
            <p:spPr>
              <a:xfrm>
                <a:off x="553709" y="15943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3" name="流程图: 接点 2872">
                <a:extLst>
                  <a:ext uri="{FF2B5EF4-FFF2-40B4-BE49-F238E27FC236}">
                    <a16:creationId xmlns:a16="http://schemas.microsoft.com/office/drawing/2014/main" id="{5D6D9787-2753-4D96-847D-6FB3E95E336A}"/>
                  </a:ext>
                </a:extLst>
              </p:cNvPr>
              <p:cNvSpPr/>
              <p:nvPr/>
            </p:nvSpPr>
            <p:spPr>
              <a:xfrm>
                <a:off x="348799" y="139537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4" name="流程图: 接点 2873">
                <a:extLst>
                  <a:ext uri="{FF2B5EF4-FFF2-40B4-BE49-F238E27FC236}">
                    <a16:creationId xmlns:a16="http://schemas.microsoft.com/office/drawing/2014/main" id="{0A1C5438-0FE4-48C9-8C39-403409B885B0}"/>
                  </a:ext>
                </a:extLst>
              </p:cNvPr>
              <p:cNvSpPr/>
              <p:nvPr/>
            </p:nvSpPr>
            <p:spPr>
              <a:xfrm>
                <a:off x="417629" y="134600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5" name="流程图: 接点 2874">
                <a:extLst>
                  <a:ext uri="{FF2B5EF4-FFF2-40B4-BE49-F238E27FC236}">
                    <a16:creationId xmlns:a16="http://schemas.microsoft.com/office/drawing/2014/main" id="{85F876CC-F71B-42DC-9EBB-3BB1E2265277}"/>
                  </a:ext>
                </a:extLst>
              </p:cNvPr>
              <p:cNvSpPr/>
              <p:nvPr/>
            </p:nvSpPr>
            <p:spPr>
              <a:xfrm>
                <a:off x="330799" y="136400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6" name="流程图: 接点 2875">
                <a:extLst>
                  <a:ext uri="{FF2B5EF4-FFF2-40B4-BE49-F238E27FC236}">
                    <a16:creationId xmlns:a16="http://schemas.microsoft.com/office/drawing/2014/main" id="{ED0FED96-BCBA-48BB-9014-C4BCEFB333DE}"/>
                  </a:ext>
                </a:extLst>
              </p:cNvPr>
              <p:cNvSpPr/>
              <p:nvPr/>
            </p:nvSpPr>
            <p:spPr>
              <a:xfrm>
                <a:off x="348799" y="135035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7" name="流程图: 接点 2876">
                <a:extLst>
                  <a:ext uri="{FF2B5EF4-FFF2-40B4-BE49-F238E27FC236}">
                    <a16:creationId xmlns:a16="http://schemas.microsoft.com/office/drawing/2014/main" id="{3985ED21-D0BB-4109-885B-A7F5020D9223}"/>
                  </a:ext>
                </a:extLst>
              </p:cNvPr>
              <p:cNvSpPr/>
              <p:nvPr/>
            </p:nvSpPr>
            <p:spPr>
              <a:xfrm>
                <a:off x="323195" y="150053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8" name="流程图: 接点 2877">
                <a:extLst>
                  <a:ext uri="{FF2B5EF4-FFF2-40B4-BE49-F238E27FC236}">
                    <a16:creationId xmlns:a16="http://schemas.microsoft.com/office/drawing/2014/main" id="{0A4BDF20-A043-40B3-AC6F-6C4FABAC96B7}"/>
                  </a:ext>
                </a:extLst>
              </p:cNvPr>
              <p:cNvSpPr/>
              <p:nvPr/>
            </p:nvSpPr>
            <p:spPr>
              <a:xfrm>
                <a:off x="392025" y="145116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9" name="流程图: 接点 2878">
                <a:extLst>
                  <a:ext uri="{FF2B5EF4-FFF2-40B4-BE49-F238E27FC236}">
                    <a16:creationId xmlns:a16="http://schemas.microsoft.com/office/drawing/2014/main" id="{019222FC-3D40-41D1-BA4E-9FAA0550CE63}"/>
                  </a:ext>
                </a:extLst>
              </p:cNvPr>
              <p:cNvSpPr/>
              <p:nvPr/>
            </p:nvSpPr>
            <p:spPr>
              <a:xfrm>
                <a:off x="323195" y="145551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0" name="流程图: 接点 2879">
                <a:extLst>
                  <a:ext uri="{FF2B5EF4-FFF2-40B4-BE49-F238E27FC236}">
                    <a16:creationId xmlns:a16="http://schemas.microsoft.com/office/drawing/2014/main" id="{2DF2C5F5-A339-41BD-8FF1-6D114F90EFB1}"/>
                  </a:ext>
                </a:extLst>
              </p:cNvPr>
              <p:cNvSpPr/>
              <p:nvPr/>
            </p:nvSpPr>
            <p:spPr>
              <a:xfrm>
                <a:off x="422331" y="133872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1" name="流程图: 接点 2880">
                <a:extLst>
                  <a:ext uri="{FF2B5EF4-FFF2-40B4-BE49-F238E27FC236}">
                    <a16:creationId xmlns:a16="http://schemas.microsoft.com/office/drawing/2014/main" id="{941842AF-198B-43AE-97A6-44CF3A0BF47D}"/>
                  </a:ext>
                </a:extLst>
              </p:cNvPr>
              <p:cNvSpPr/>
              <p:nvPr/>
            </p:nvSpPr>
            <p:spPr>
              <a:xfrm>
                <a:off x="487105" y="136188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2" name="流程图: 接点 2881">
                <a:extLst>
                  <a:ext uri="{FF2B5EF4-FFF2-40B4-BE49-F238E27FC236}">
                    <a16:creationId xmlns:a16="http://schemas.microsoft.com/office/drawing/2014/main" id="{9BF80879-2D90-4813-8E8B-B468A872F9C4}"/>
                  </a:ext>
                </a:extLst>
              </p:cNvPr>
              <p:cNvSpPr/>
              <p:nvPr/>
            </p:nvSpPr>
            <p:spPr>
              <a:xfrm>
                <a:off x="174866" y="133856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3" name="流程图: 接点 2882">
                <a:extLst>
                  <a:ext uri="{FF2B5EF4-FFF2-40B4-BE49-F238E27FC236}">
                    <a16:creationId xmlns:a16="http://schemas.microsoft.com/office/drawing/2014/main" id="{383BB856-3F62-4494-B5F2-CE6F18F436C7}"/>
                  </a:ext>
                </a:extLst>
              </p:cNvPr>
              <p:cNvSpPr/>
              <p:nvPr/>
            </p:nvSpPr>
            <p:spPr>
              <a:xfrm>
                <a:off x="833631" y="125653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4" name="流程图: 接点 2883">
                <a:extLst>
                  <a:ext uri="{FF2B5EF4-FFF2-40B4-BE49-F238E27FC236}">
                    <a16:creationId xmlns:a16="http://schemas.microsoft.com/office/drawing/2014/main" id="{27DCD3D2-2191-4F71-A2E8-96D99067F345}"/>
                  </a:ext>
                </a:extLst>
              </p:cNvPr>
              <p:cNvSpPr/>
              <p:nvPr/>
            </p:nvSpPr>
            <p:spPr>
              <a:xfrm>
                <a:off x="797631" y="129253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5" name="流程图: 接点 2884">
                <a:extLst>
                  <a:ext uri="{FF2B5EF4-FFF2-40B4-BE49-F238E27FC236}">
                    <a16:creationId xmlns:a16="http://schemas.microsoft.com/office/drawing/2014/main" id="{77E1CAFE-5E8D-4D49-B42E-9500776F863A}"/>
                  </a:ext>
                </a:extLst>
              </p:cNvPr>
              <p:cNvSpPr/>
              <p:nvPr/>
            </p:nvSpPr>
            <p:spPr>
              <a:xfrm>
                <a:off x="779631" y="126116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6" name="流程图: 接点 2885">
                <a:extLst>
                  <a:ext uri="{FF2B5EF4-FFF2-40B4-BE49-F238E27FC236}">
                    <a16:creationId xmlns:a16="http://schemas.microsoft.com/office/drawing/2014/main" id="{69C85902-0FDB-450B-87B5-E0C7E864159B}"/>
                  </a:ext>
                </a:extLst>
              </p:cNvPr>
              <p:cNvSpPr/>
              <p:nvPr/>
            </p:nvSpPr>
            <p:spPr>
              <a:xfrm>
                <a:off x="1070450" y="129476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7" name="流程图: 接点 2886">
                <a:extLst>
                  <a:ext uri="{FF2B5EF4-FFF2-40B4-BE49-F238E27FC236}">
                    <a16:creationId xmlns:a16="http://schemas.microsoft.com/office/drawing/2014/main" id="{72AC586A-8D80-45EC-884A-34023697224C}"/>
                  </a:ext>
                </a:extLst>
              </p:cNvPr>
              <p:cNvSpPr/>
              <p:nvPr/>
            </p:nvSpPr>
            <p:spPr>
              <a:xfrm>
                <a:off x="1034450" y="133076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8" name="流程图: 接点 2887">
                <a:extLst>
                  <a:ext uri="{FF2B5EF4-FFF2-40B4-BE49-F238E27FC236}">
                    <a16:creationId xmlns:a16="http://schemas.microsoft.com/office/drawing/2014/main" id="{57CFE4B4-026A-4F70-8C72-4F982BF9D50B}"/>
                  </a:ext>
                </a:extLst>
              </p:cNvPr>
              <p:cNvSpPr/>
              <p:nvPr/>
            </p:nvSpPr>
            <p:spPr>
              <a:xfrm>
                <a:off x="1052450" y="126339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9" name="流程图: 接点 2888">
                <a:extLst>
                  <a:ext uri="{FF2B5EF4-FFF2-40B4-BE49-F238E27FC236}">
                    <a16:creationId xmlns:a16="http://schemas.microsoft.com/office/drawing/2014/main" id="{868806C5-E4A7-49F7-949D-C059BCE7539D}"/>
                  </a:ext>
                </a:extLst>
              </p:cNvPr>
              <p:cNvSpPr/>
              <p:nvPr/>
            </p:nvSpPr>
            <p:spPr>
              <a:xfrm>
                <a:off x="1016450" y="129939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90" name="流程图: 接点 2889">
                <a:extLst>
                  <a:ext uri="{FF2B5EF4-FFF2-40B4-BE49-F238E27FC236}">
                    <a16:creationId xmlns:a16="http://schemas.microsoft.com/office/drawing/2014/main" id="{78C83B36-6788-45C8-A9E8-5799DBDD8AFD}"/>
                  </a:ext>
                </a:extLst>
              </p:cNvPr>
              <p:cNvSpPr/>
              <p:nvPr/>
            </p:nvSpPr>
            <p:spPr>
              <a:xfrm>
                <a:off x="1034450" y="128574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91" name="流程图: 接点 2890">
                <a:extLst>
                  <a:ext uri="{FF2B5EF4-FFF2-40B4-BE49-F238E27FC236}">
                    <a16:creationId xmlns:a16="http://schemas.microsoft.com/office/drawing/2014/main" id="{F4638FDA-D655-4D4B-A392-7CCAE77BC918}"/>
                  </a:ext>
                </a:extLst>
              </p:cNvPr>
              <p:cNvSpPr/>
              <p:nvPr/>
            </p:nvSpPr>
            <p:spPr>
              <a:xfrm>
                <a:off x="1016450" y="125437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92" name="流程图: 接点 2891">
                <a:extLst>
                  <a:ext uri="{FF2B5EF4-FFF2-40B4-BE49-F238E27FC236}">
                    <a16:creationId xmlns:a16="http://schemas.microsoft.com/office/drawing/2014/main" id="{4DB68ADD-604A-43F2-B14A-C1CAA9804B2C}"/>
                  </a:ext>
                </a:extLst>
              </p:cNvPr>
              <p:cNvSpPr/>
              <p:nvPr/>
            </p:nvSpPr>
            <p:spPr>
              <a:xfrm>
                <a:off x="1030394" y="14032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93" name="流程图: 接点 2892">
                <a:extLst>
                  <a:ext uri="{FF2B5EF4-FFF2-40B4-BE49-F238E27FC236}">
                    <a16:creationId xmlns:a16="http://schemas.microsoft.com/office/drawing/2014/main" id="{17AED89E-7263-4727-B4FE-1893D80EC7AE}"/>
                  </a:ext>
                </a:extLst>
              </p:cNvPr>
              <p:cNvSpPr/>
              <p:nvPr/>
            </p:nvSpPr>
            <p:spPr>
              <a:xfrm>
                <a:off x="1099224" y="13539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94" name="流程图: 接点 2893">
                <a:extLst>
                  <a:ext uri="{FF2B5EF4-FFF2-40B4-BE49-F238E27FC236}">
                    <a16:creationId xmlns:a16="http://schemas.microsoft.com/office/drawing/2014/main" id="{F322020D-D696-4400-BA87-C06FA0488FD2}"/>
                  </a:ext>
                </a:extLst>
              </p:cNvPr>
              <p:cNvSpPr/>
              <p:nvPr/>
            </p:nvSpPr>
            <p:spPr>
              <a:xfrm>
                <a:off x="1012394" y="13719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95" name="流程图: 接点 2894">
                <a:extLst>
                  <a:ext uri="{FF2B5EF4-FFF2-40B4-BE49-F238E27FC236}">
                    <a16:creationId xmlns:a16="http://schemas.microsoft.com/office/drawing/2014/main" id="{01D89018-A229-4FEC-8D78-E98D3FD426F2}"/>
                  </a:ext>
                </a:extLst>
              </p:cNvPr>
              <p:cNvSpPr/>
              <p:nvPr/>
            </p:nvSpPr>
            <p:spPr>
              <a:xfrm>
                <a:off x="1030394" y="135826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96" name="流程图: 接点 2895">
                <a:extLst>
                  <a:ext uri="{FF2B5EF4-FFF2-40B4-BE49-F238E27FC236}">
                    <a16:creationId xmlns:a16="http://schemas.microsoft.com/office/drawing/2014/main" id="{E7BBA661-3D0D-475B-B65C-241A024D5A7B}"/>
                  </a:ext>
                </a:extLst>
              </p:cNvPr>
              <p:cNvSpPr/>
              <p:nvPr/>
            </p:nvSpPr>
            <p:spPr>
              <a:xfrm>
                <a:off x="1012394" y="132689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97" name="流程图: 接点 2896">
                <a:extLst>
                  <a:ext uri="{FF2B5EF4-FFF2-40B4-BE49-F238E27FC236}">
                    <a16:creationId xmlns:a16="http://schemas.microsoft.com/office/drawing/2014/main" id="{5125DD2C-FE95-43B8-9F52-E4A233B2C573}"/>
                  </a:ext>
                </a:extLst>
              </p:cNvPr>
              <p:cNvSpPr/>
              <p:nvPr/>
            </p:nvSpPr>
            <p:spPr>
              <a:xfrm>
                <a:off x="1004790" y="150844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98" name="流程图: 接点 2897">
                <a:extLst>
                  <a:ext uri="{FF2B5EF4-FFF2-40B4-BE49-F238E27FC236}">
                    <a16:creationId xmlns:a16="http://schemas.microsoft.com/office/drawing/2014/main" id="{7625780A-B2B4-4461-9CCD-180C8F5ADD37}"/>
                  </a:ext>
                </a:extLst>
              </p:cNvPr>
              <p:cNvSpPr/>
              <p:nvPr/>
            </p:nvSpPr>
            <p:spPr>
              <a:xfrm>
                <a:off x="1073620" y="145907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99" name="流程图: 接点 2898">
                <a:extLst>
                  <a:ext uri="{FF2B5EF4-FFF2-40B4-BE49-F238E27FC236}">
                    <a16:creationId xmlns:a16="http://schemas.microsoft.com/office/drawing/2014/main" id="{F0D7B4EA-EBA3-4064-894D-2D3428BDFFA9}"/>
                  </a:ext>
                </a:extLst>
              </p:cNvPr>
              <p:cNvSpPr/>
              <p:nvPr/>
            </p:nvSpPr>
            <p:spPr>
              <a:xfrm>
                <a:off x="1004790" y="146342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00" name="流程图: 接点 2899">
                <a:extLst>
                  <a:ext uri="{FF2B5EF4-FFF2-40B4-BE49-F238E27FC236}">
                    <a16:creationId xmlns:a16="http://schemas.microsoft.com/office/drawing/2014/main" id="{7B57906C-2A41-4C63-86C6-B803B4FB5ED6}"/>
                  </a:ext>
                </a:extLst>
              </p:cNvPr>
              <p:cNvSpPr/>
              <p:nvPr/>
            </p:nvSpPr>
            <p:spPr>
              <a:xfrm>
                <a:off x="1013442" y="129837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01" name="流程图: 接点 2900">
                <a:extLst>
                  <a:ext uri="{FF2B5EF4-FFF2-40B4-BE49-F238E27FC236}">
                    <a16:creationId xmlns:a16="http://schemas.microsoft.com/office/drawing/2014/main" id="{929CD55C-55E6-42E1-804A-670CFC56D54A}"/>
                  </a:ext>
                </a:extLst>
              </p:cNvPr>
              <p:cNvSpPr/>
              <p:nvPr/>
            </p:nvSpPr>
            <p:spPr>
              <a:xfrm>
                <a:off x="1115800" y="128732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02" name="流程图: 接点 2901">
                <a:extLst>
                  <a:ext uri="{FF2B5EF4-FFF2-40B4-BE49-F238E27FC236}">
                    <a16:creationId xmlns:a16="http://schemas.microsoft.com/office/drawing/2014/main" id="{2F946D7F-E5D1-45F9-BCC6-12C9955798F8}"/>
                  </a:ext>
                </a:extLst>
              </p:cNvPr>
              <p:cNvSpPr/>
              <p:nvPr/>
            </p:nvSpPr>
            <p:spPr>
              <a:xfrm>
                <a:off x="1097800" y="125595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03" name="流程图: 接点 2902">
                <a:extLst>
                  <a:ext uri="{FF2B5EF4-FFF2-40B4-BE49-F238E27FC236}">
                    <a16:creationId xmlns:a16="http://schemas.microsoft.com/office/drawing/2014/main" id="{D377B2D8-8FB6-4395-954E-46F912CA709E}"/>
                  </a:ext>
                </a:extLst>
              </p:cNvPr>
              <p:cNvSpPr/>
              <p:nvPr/>
            </p:nvSpPr>
            <p:spPr>
              <a:xfrm>
                <a:off x="1013442" y="125335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04" name="流程图: 接点 2903">
                <a:extLst>
                  <a:ext uri="{FF2B5EF4-FFF2-40B4-BE49-F238E27FC236}">
                    <a16:creationId xmlns:a16="http://schemas.microsoft.com/office/drawing/2014/main" id="{95C6F0BA-C56C-4FDB-A3B7-E8A8E2DA4581}"/>
                  </a:ext>
                </a:extLst>
              </p:cNvPr>
              <p:cNvSpPr/>
              <p:nvPr/>
            </p:nvSpPr>
            <p:spPr>
              <a:xfrm>
                <a:off x="1021045" y="131276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05" name="流程图: 接点 2904">
                <a:extLst>
                  <a:ext uri="{FF2B5EF4-FFF2-40B4-BE49-F238E27FC236}">
                    <a16:creationId xmlns:a16="http://schemas.microsoft.com/office/drawing/2014/main" id="{41BE4D43-ADBB-4376-AD9F-0D9971656609}"/>
                  </a:ext>
                </a:extLst>
              </p:cNvPr>
              <p:cNvSpPr/>
              <p:nvPr/>
            </p:nvSpPr>
            <p:spPr>
              <a:xfrm>
                <a:off x="1089875" y="126339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06" name="流程图: 接点 2905">
                <a:extLst>
                  <a:ext uri="{FF2B5EF4-FFF2-40B4-BE49-F238E27FC236}">
                    <a16:creationId xmlns:a16="http://schemas.microsoft.com/office/drawing/2014/main" id="{BEFC15D6-CE1D-46DD-A5F9-B50C56729B6C}"/>
                  </a:ext>
                </a:extLst>
              </p:cNvPr>
              <p:cNvSpPr/>
              <p:nvPr/>
            </p:nvSpPr>
            <p:spPr>
              <a:xfrm>
                <a:off x="1003045" y="128139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07" name="流程图: 接点 2906">
                <a:extLst>
                  <a:ext uri="{FF2B5EF4-FFF2-40B4-BE49-F238E27FC236}">
                    <a16:creationId xmlns:a16="http://schemas.microsoft.com/office/drawing/2014/main" id="{CF26CB8F-9CFB-4716-BD78-2E71C2CFD512}"/>
                  </a:ext>
                </a:extLst>
              </p:cNvPr>
              <p:cNvSpPr/>
              <p:nvPr/>
            </p:nvSpPr>
            <p:spPr>
              <a:xfrm>
                <a:off x="1021045" y="126774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08" name="流程图: 接点 2907">
                <a:extLst>
                  <a:ext uri="{FF2B5EF4-FFF2-40B4-BE49-F238E27FC236}">
                    <a16:creationId xmlns:a16="http://schemas.microsoft.com/office/drawing/2014/main" id="{91B07474-5AFF-49ED-AAEE-16C5D0BD176F}"/>
                  </a:ext>
                </a:extLst>
              </p:cNvPr>
              <p:cNvSpPr/>
              <p:nvPr/>
            </p:nvSpPr>
            <p:spPr>
              <a:xfrm>
                <a:off x="1139926" y="131063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09" name="流程图: 接点 2908">
                <a:extLst>
                  <a:ext uri="{FF2B5EF4-FFF2-40B4-BE49-F238E27FC236}">
                    <a16:creationId xmlns:a16="http://schemas.microsoft.com/office/drawing/2014/main" id="{5091D54A-138C-43C0-906A-D6AE72F356BB}"/>
                  </a:ext>
                </a:extLst>
              </p:cNvPr>
              <p:cNvSpPr/>
              <p:nvPr/>
            </p:nvSpPr>
            <p:spPr>
              <a:xfrm>
                <a:off x="1103926" y="134663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0" name="流程图: 接点 2909">
                <a:extLst>
                  <a:ext uri="{FF2B5EF4-FFF2-40B4-BE49-F238E27FC236}">
                    <a16:creationId xmlns:a16="http://schemas.microsoft.com/office/drawing/2014/main" id="{581FE868-8B8F-4EF6-A323-CD7D92164166}"/>
                  </a:ext>
                </a:extLst>
              </p:cNvPr>
              <p:cNvSpPr/>
              <p:nvPr/>
            </p:nvSpPr>
            <p:spPr>
              <a:xfrm>
                <a:off x="1208756" y="126126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1" name="流程图: 接点 2910">
                <a:extLst>
                  <a:ext uri="{FF2B5EF4-FFF2-40B4-BE49-F238E27FC236}">
                    <a16:creationId xmlns:a16="http://schemas.microsoft.com/office/drawing/2014/main" id="{009E0835-B516-4343-950B-5F373033641C}"/>
                  </a:ext>
                </a:extLst>
              </p:cNvPr>
              <p:cNvSpPr/>
              <p:nvPr/>
            </p:nvSpPr>
            <p:spPr>
              <a:xfrm>
                <a:off x="1121926" y="127926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2" name="流程图: 接点 2911">
                <a:extLst>
                  <a:ext uri="{FF2B5EF4-FFF2-40B4-BE49-F238E27FC236}">
                    <a16:creationId xmlns:a16="http://schemas.microsoft.com/office/drawing/2014/main" id="{4A2EBCFE-0A2D-4E67-A315-ED9C4AB3D74B}"/>
                  </a:ext>
                </a:extLst>
              </p:cNvPr>
              <p:cNvSpPr/>
              <p:nvPr/>
            </p:nvSpPr>
            <p:spPr>
              <a:xfrm>
                <a:off x="1139926" y="126561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3" name="流程图: 接点 2912">
                <a:extLst>
                  <a:ext uri="{FF2B5EF4-FFF2-40B4-BE49-F238E27FC236}">
                    <a16:creationId xmlns:a16="http://schemas.microsoft.com/office/drawing/2014/main" id="{3C2E6D7B-677B-4107-8B3A-7E5665346B26}"/>
                  </a:ext>
                </a:extLst>
              </p:cNvPr>
              <p:cNvSpPr/>
              <p:nvPr/>
            </p:nvSpPr>
            <p:spPr>
              <a:xfrm>
                <a:off x="1103926" y="130161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4" name="流程图: 接点 2913">
                <a:extLst>
                  <a:ext uri="{FF2B5EF4-FFF2-40B4-BE49-F238E27FC236}">
                    <a16:creationId xmlns:a16="http://schemas.microsoft.com/office/drawing/2014/main" id="{52F95800-3193-47A2-906E-A10857FF48A0}"/>
                  </a:ext>
                </a:extLst>
              </p:cNvPr>
              <p:cNvSpPr/>
              <p:nvPr/>
            </p:nvSpPr>
            <p:spPr>
              <a:xfrm>
                <a:off x="1168700" y="136979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5" name="流程图: 接点 2914">
                <a:extLst>
                  <a:ext uri="{FF2B5EF4-FFF2-40B4-BE49-F238E27FC236}">
                    <a16:creationId xmlns:a16="http://schemas.microsoft.com/office/drawing/2014/main" id="{8978FC87-D9BA-4237-B382-7412E98E6879}"/>
                  </a:ext>
                </a:extLst>
              </p:cNvPr>
              <p:cNvSpPr/>
              <p:nvPr/>
            </p:nvSpPr>
            <p:spPr>
              <a:xfrm>
                <a:off x="1221276" y="126719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6" name="流程图: 接点 2915">
                <a:extLst>
                  <a:ext uri="{FF2B5EF4-FFF2-40B4-BE49-F238E27FC236}">
                    <a16:creationId xmlns:a16="http://schemas.microsoft.com/office/drawing/2014/main" id="{729C49CA-9B07-4A46-BBF2-4D807ACB5966}"/>
                  </a:ext>
                </a:extLst>
              </p:cNvPr>
              <p:cNvSpPr/>
              <p:nvPr/>
            </p:nvSpPr>
            <p:spPr>
              <a:xfrm>
                <a:off x="1185276" y="130319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7" name="流程图: 接点 2916">
                <a:extLst>
                  <a:ext uri="{FF2B5EF4-FFF2-40B4-BE49-F238E27FC236}">
                    <a16:creationId xmlns:a16="http://schemas.microsoft.com/office/drawing/2014/main" id="{30EE061A-D171-4B18-9BB1-E92E30A4D5AC}"/>
                  </a:ext>
                </a:extLst>
              </p:cNvPr>
              <p:cNvSpPr/>
              <p:nvPr/>
            </p:nvSpPr>
            <p:spPr>
              <a:xfrm>
                <a:off x="1167276" y="127182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8" name="流程图: 接点 2917">
                <a:extLst>
                  <a:ext uri="{FF2B5EF4-FFF2-40B4-BE49-F238E27FC236}">
                    <a16:creationId xmlns:a16="http://schemas.microsoft.com/office/drawing/2014/main" id="{7D2C0B05-EF7F-4266-B259-8DD66F08EDFF}"/>
                  </a:ext>
                </a:extLst>
              </p:cNvPr>
              <p:cNvSpPr/>
              <p:nvPr/>
            </p:nvSpPr>
            <p:spPr>
              <a:xfrm>
                <a:off x="1185276" y="125817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9" name="流程图: 接点 2918">
                <a:extLst>
                  <a:ext uri="{FF2B5EF4-FFF2-40B4-BE49-F238E27FC236}">
                    <a16:creationId xmlns:a16="http://schemas.microsoft.com/office/drawing/2014/main" id="{2DD1420B-39E7-4A61-BC69-45685598F12D}"/>
                  </a:ext>
                </a:extLst>
              </p:cNvPr>
              <p:cNvSpPr/>
              <p:nvPr/>
            </p:nvSpPr>
            <p:spPr>
              <a:xfrm>
                <a:off x="1159351" y="127926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0" name="流程图: 接点 2919">
                <a:extLst>
                  <a:ext uri="{FF2B5EF4-FFF2-40B4-BE49-F238E27FC236}">
                    <a16:creationId xmlns:a16="http://schemas.microsoft.com/office/drawing/2014/main" id="{9C9BB2BA-29DF-42C4-A648-7B2C885603FE}"/>
                  </a:ext>
                </a:extLst>
              </p:cNvPr>
              <p:cNvSpPr/>
              <p:nvPr/>
            </p:nvSpPr>
            <p:spPr>
              <a:xfrm>
                <a:off x="636880" y="125730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1" name="流程图: 接点 2920">
                <a:extLst>
                  <a:ext uri="{FF2B5EF4-FFF2-40B4-BE49-F238E27FC236}">
                    <a16:creationId xmlns:a16="http://schemas.microsoft.com/office/drawing/2014/main" id="{49930973-FE5C-4604-8FE6-EADC98833895}"/>
                  </a:ext>
                </a:extLst>
              </p:cNvPr>
              <p:cNvSpPr/>
              <p:nvPr/>
            </p:nvSpPr>
            <p:spPr>
              <a:xfrm>
                <a:off x="600880" y="129330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2" name="流程图: 接点 2921">
                <a:extLst>
                  <a:ext uri="{FF2B5EF4-FFF2-40B4-BE49-F238E27FC236}">
                    <a16:creationId xmlns:a16="http://schemas.microsoft.com/office/drawing/2014/main" id="{726E8E6B-EB05-46E4-8561-5144FC04838E}"/>
                  </a:ext>
                </a:extLst>
              </p:cNvPr>
              <p:cNvSpPr/>
              <p:nvPr/>
            </p:nvSpPr>
            <p:spPr>
              <a:xfrm>
                <a:off x="856461" y="134647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3" name="流程图: 接点 2922">
                <a:extLst>
                  <a:ext uri="{FF2B5EF4-FFF2-40B4-BE49-F238E27FC236}">
                    <a16:creationId xmlns:a16="http://schemas.microsoft.com/office/drawing/2014/main" id="{4A410B59-7FCF-48D6-B5E0-7B6F52BB955B}"/>
                  </a:ext>
                </a:extLst>
              </p:cNvPr>
              <p:cNvSpPr/>
              <p:nvPr/>
            </p:nvSpPr>
            <p:spPr>
              <a:xfrm>
                <a:off x="925291" y="129710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4" name="流程图: 接点 2923">
                <a:extLst>
                  <a:ext uri="{FF2B5EF4-FFF2-40B4-BE49-F238E27FC236}">
                    <a16:creationId xmlns:a16="http://schemas.microsoft.com/office/drawing/2014/main" id="{1257B449-503B-4D27-8C94-059DF77F5894}"/>
                  </a:ext>
                </a:extLst>
              </p:cNvPr>
              <p:cNvSpPr/>
              <p:nvPr/>
            </p:nvSpPr>
            <p:spPr>
              <a:xfrm>
                <a:off x="856461" y="130145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5" name="流程图: 接点 2924">
                <a:extLst>
                  <a:ext uri="{FF2B5EF4-FFF2-40B4-BE49-F238E27FC236}">
                    <a16:creationId xmlns:a16="http://schemas.microsoft.com/office/drawing/2014/main" id="{BDC48C00-199F-4DB3-BA91-A408DD3AC553}"/>
                  </a:ext>
                </a:extLst>
              </p:cNvPr>
              <p:cNvSpPr/>
              <p:nvPr/>
            </p:nvSpPr>
            <p:spPr>
              <a:xfrm>
                <a:off x="702818" y="111667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6" name="流程图: 接点 2925">
                <a:extLst>
                  <a:ext uri="{FF2B5EF4-FFF2-40B4-BE49-F238E27FC236}">
                    <a16:creationId xmlns:a16="http://schemas.microsoft.com/office/drawing/2014/main" id="{906449CF-BC2B-4E0D-B421-4D91B2D337C1}"/>
                  </a:ext>
                </a:extLst>
              </p:cNvPr>
              <p:cNvSpPr/>
              <p:nvPr/>
            </p:nvSpPr>
            <p:spPr>
              <a:xfrm>
                <a:off x="677214" y="12218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7" name="流程图: 接点 2926">
                <a:extLst>
                  <a:ext uri="{FF2B5EF4-FFF2-40B4-BE49-F238E27FC236}">
                    <a16:creationId xmlns:a16="http://schemas.microsoft.com/office/drawing/2014/main" id="{102C0984-8A64-421A-99BA-3B1AD254BF15}"/>
                  </a:ext>
                </a:extLst>
              </p:cNvPr>
              <p:cNvSpPr/>
              <p:nvPr/>
            </p:nvSpPr>
            <p:spPr>
              <a:xfrm>
                <a:off x="746044" y="117246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8" name="流程图: 接点 2927">
                <a:extLst>
                  <a:ext uri="{FF2B5EF4-FFF2-40B4-BE49-F238E27FC236}">
                    <a16:creationId xmlns:a16="http://schemas.microsoft.com/office/drawing/2014/main" id="{CFEC4149-850F-4040-94FA-DDEB928AE850}"/>
                  </a:ext>
                </a:extLst>
              </p:cNvPr>
              <p:cNvSpPr/>
              <p:nvPr/>
            </p:nvSpPr>
            <p:spPr>
              <a:xfrm>
                <a:off x="677214" y="117681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9" name="流程图: 接点 2928">
                <a:extLst>
                  <a:ext uri="{FF2B5EF4-FFF2-40B4-BE49-F238E27FC236}">
                    <a16:creationId xmlns:a16="http://schemas.microsoft.com/office/drawing/2014/main" id="{108D2B0B-DFA6-4E3E-89F4-BBBD4A705707}"/>
                  </a:ext>
                </a:extLst>
              </p:cNvPr>
              <p:cNvSpPr/>
              <p:nvPr/>
            </p:nvSpPr>
            <p:spPr>
              <a:xfrm>
                <a:off x="876224" y="133036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0" name="流程图: 接点 2929">
                <a:extLst>
                  <a:ext uri="{FF2B5EF4-FFF2-40B4-BE49-F238E27FC236}">
                    <a16:creationId xmlns:a16="http://schemas.microsoft.com/office/drawing/2014/main" id="{C38A4C78-4655-44C2-8E81-9FEE41D295FD}"/>
                  </a:ext>
                </a:extLst>
              </p:cNvPr>
              <p:cNvSpPr/>
              <p:nvPr/>
            </p:nvSpPr>
            <p:spPr>
              <a:xfrm>
                <a:off x="879394" y="149467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1" name="流程图: 接点 2930">
                <a:extLst>
                  <a:ext uri="{FF2B5EF4-FFF2-40B4-BE49-F238E27FC236}">
                    <a16:creationId xmlns:a16="http://schemas.microsoft.com/office/drawing/2014/main" id="{4D63A61E-145F-4B3E-BB89-42408D7FC601}"/>
                  </a:ext>
                </a:extLst>
              </p:cNvPr>
              <p:cNvSpPr/>
              <p:nvPr/>
            </p:nvSpPr>
            <p:spPr>
              <a:xfrm>
                <a:off x="965766" y="131564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2" name="流程图: 接点 2931">
                <a:extLst>
                  <a:ext uri="{FF2B5EF4-FFF2-40B4-BE49-F238E27FC236}">
                    <a16:creationId xmlns:a16="http://schemas.microsoft.com/office/drawing/2014/main" id="{47A7F7DD-8A61-4C5D-9287-7ED23426F741}"/>
                  </a:ext>
                </a:extLst>
              </p:cNvPr>
              <p:cNvSpPr/>
              <p:nvPr/>
            </p:nvSpPr>
            <p:spPr>
              <a:xfrm>
                <a:off x="940162" y="142080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3" name="流程图: 接点 2932">
                <a:extLst>
                  <a:ext uri="{FF2B5EF4-FFF2-40B4-BE49-F238E27FC236}">
                    <a16:creationId xmlns:a16="http://schemas.microsoft.com/office/drawing/2014/main" id="{46F4CFDC-649E-4DA4-9409-B1DF58A0516E}"/>
                  </a:ext>
                </a:extLst>
              </p:cNvPr>
              <p:cNvSpPr/>
              <p:nvPr/>
            </p:nvSpPr>
            <p:spPr>
              <a:xfrm>
                <a:off x="1008992" y="137143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4" name="流程图: 接点 2933">
                <a:extLst>
                  <a:ext uri="{FF2B5EF4-FFF2-40B4-BE49-F238E27FC236}">
                    <a16:creationId xmlns:a16="http://schemas.microsoft.com/office/drawing/2014/main" id="{827D8423-C2D3-4D47-A3FA-426CD8B8D43D}"/>
                  </a:ext>
                </a:extLst>
              </p:cNvPr>
              <p:cNvSpPr/>
              <p:nvPr/>
            </p:nvSpPr>
            <p:spPr>
              <a:xfrm>
                <a:off x="940162" y="13757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5" name="流程图: 接点 2934">
                <a:extLst>
                  <a:ext uri="{FF2B5EF4-FFF2-40B4-BE49-F238E27FC236}">
                    <a16:creationId xmlns:a16="http://schemas.microsoft.com/office/drawing/2014/main" id="{A2C25A9F-38EB-47FF-9393-F5E48E344B56}"/>
                  </a:ext>
                </a:extLst>
              </p:cNvPr>
              <p:cNvSpPr/>
              <p:nvPr/>
            </p:nvSpPr>
            <p:spPr>
              <a:xfrm>
                <a:off x="893124" y="144883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6" name="流程图: 接点 2935">
                <a:extLst>
                  <a:ext uri="{FF2B5EF4-FFF2-40B4-BE49-F238E27FC236}">
                    <a16:creationId xmlns:a16="http://schemas.microsoft.com/office/drawing/2014/main" id="{FFCBD018-217D-430C-98FE-B7E35CAAACC1}"/>
                  </a:ext>
                </a:extLst>
              </p:cNvPr>
              <p:cNvSpPr/>
              <p:nvPr/>
            </p:nvSpPr>
            <p:spPr>
              <a:xfrm>
                <a:off x="945700" y="134623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7" name="流程图: 接点 2936">
                <a:extLst>
                  <a:ext uri="{FF2B5EF4-FFF2-40B4-BE49-F238E27FC236}">
                    <a16:creationId xmlns:a16="http://schemas.microsoft.com/office/drawing/2014/main" id="{00E65125-67A1-4701-8039-151ED0FDC533}"/>
                  </a:ext>
                </a:extLst>
              </p:cNvPr>
              <p:cNvSpPr/>
              <p:nvPr/>
            </p:nvSpPr>
            <p:spPr>
              <a:xfrm>
                <a:off x="909700" y="138223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8" name="流程图: 接点 2937">
                <a:extLst>
                  <a:ext uri="{FF2B5EF4-FFF2-40B4-BE49-F238E27FC236}">
                    <a16:creationId xmlns:a16="http://schemas.microsoft.com/office/drawing/2014/main" id="{6DFBD8AB-4B62-46E5-8CB9-8CB795DBD42E}"/>
                  </a:ext>
                </a:extLst>
              </p:cNvPr>
              <p:cNvSpPr/>
              <p:nvPr/>
            </p:nvSpPr>
            <p:spPr>
              <a:xfrm>
                <a:off x="876172" y="131023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9" name="流程图: 接点 2938">
                <a:extLst>
                  <a:ext uri="{FF2B5EF4-FFF2-40B4-BE49-F238E27FC236}">
                    <a16:creationId xmlns:a16="http://schemas.microsoft.com/office/drawing/2014/main" id="{30F42570-A3A6-4ABC-AB45-76CA2C2A1D9C}"/>
                  </a:ext>
                </a:extLst>
              </p:cNvPr>
              <p:cNvSpPr/>
              <p:nvPr/>
            </p:nvSpPr>
            <p:spPr>
              <a:xfrm>
                <a:off x="1014530" y="129686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0" name="流程图: 接点 2939">
                <a:extLst>
                  <a:ext uri="{FF2B5EF4-FFF2-40B4-BE49-F238E27FC236}">
                    <a16:creationId xmlns:a16="http://schemas.microsoft.com/office/drawing/2014/main" id="{EEA9D11C-D181-421A-BF51-07DD18CFA56B}"/>
                  </a:ext>
                </a:extLst>
              </p:cNvPr>
              <p:cNvSpPr/>
              <p:nvPr/>
            </p:nvSpPr>
            <p:spPr>
              <a:xfrm>
                <a:off x="927700" y="131486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1" name="流程图: 接点 2940">
                <a:extLst>
                  <a:ext uri="{FF2B5EF4-FFF2-40B4-BE49-F238E27FC236}">
                    <a16:creationId xmlns:a16="http://schemas.microsoft.com/office/drawing/2014/main" id="{A0B41A6F-A541-49BB-8BDB-291AA30C9403}"/>
                  </a:ext>
                </a:extLst>
              </p:cNvPr>
              <p:cNvSpPr/>
              <p:nvPr/>
            </p:nvSpPr>
            <p:spPr>
              <a:xfrm>
                <a:off x="891700" y="135086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2" name="流程图: 接点 2941">
                <a:extLst>
                  <a:ext uri="{FF2B5EF4-FFF2-40B4-BE49-F238E27FC236}">
                    <a16:creationId xmlns:a16="http://schemas.microsoft.com/office/drawing/2014/main" id="{EC680FDC-C51F-43F2-BBA0-37B8CF7048E2}"/>
                  </a:ext>
                </a:extLst>
              </p:cNvPr>
              <p:cNvSpPr/>
              <p:nvPr/>
            </p:nvSpPr>
            <p:spPr>
              <a:xfrm>
                <a:off x="945700" y="13012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3" name="流程图: 接点 2942">
                <a:extLst>
                  <a:ext uri="{FF2B5EF4-FFF2-40B4-BE49-F238E27FC236}">
                    <a16:creationId xmlns:a16="http://schemas.microsoft.com/office/drawing/2014/main" id="{000C5E4B-FD75-4C85-98C0-2B1C693EE9F2}"/>
                  </a:ext>
                </a:extLst>
              </p:cNvPr>
              <p:cNvSpPr/>
              <p:nvPr/>
            </p:nvSpPr>
            <p:spPr>
              <a:xfrm>
                <a:off x="909700" y="133721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4" name="流程图: 接点 2943">
                <a:extLst>
                  <a:ext uri="{FF2B5EF4-FFF2-40B4-BE49-F238E27FC236}">
                    <a16:creationId xmlns:a16="http://schemas.microsoft.com/office/drawing/2014/main" id="{F4CF9836-DCFB-4EB6-B055-5F7492DF0EED}"/>
                  </a:ext>
                </a:extLst>
              </p:cNvPr>
              <p:cNvSpPr/>
              <p:nvPr/>
            </p:nvSpPr>
            <p:spPr>
              <a:xfrm>
                <a:off x="891700" y="130584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5" name="流程图: 接点 2944">
                <a:extLst>
                  <a:ext uri="{FF2B5EF4-FFF2-40B4-BE49-F238E27FC236}">
                    <a16:creationId xmlns:a16="http://schemas.microsoft.com/office/drawing/2014/main" id="{5C537778-D02A-4A85-A888-50243F50D0BC}"/>
                  </a:ext>
                </a:extLst>
              </p:cNvPr>
              <p:cNvSpPr/>
              <p:nvPr/>
            </p:nvSpPr>
            <p:spPr>
              <a:xfrm>
                <a:off x="883775" y="1358307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6" name="流程图: 接点 2945">
                <a:extLst>
                  <a:ext uri="{FF2B5EF4-FFF2-40B4-BE49-F238E27FC236}">
                    <a16:creationId xmlns:a16="http://schemas.microsoft.com/office/drawing/2014/main" id="{A632A7F2-3845-4707-A2E4-30C0C514D578}"/>
                  </a:ext>
                </a:extLst>
              </p:cNvPr>
              <p:cNvSpPr/>
              <p:nvPr/>
            </p:nvSpPr>
            <p:spPr>
              <a:xfrm>
                <a:off x="880040" y="15599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7" name="流程图: 接点 2946">
                <a:extLst>
                  <a:ext uri="{FF2B5EF4-FFF2-40B4-BE49-F238E27FC236}">
                    <a16:creationId xmlns:a16="http://schemas.microsoft.com/office/drawing/2014/main" id="{D1F7F9E3-83D7-4C6E-897E-A52BE17A3124}"/>
                  </a:ext>
                </a:extLst>
              </p:cNvPr>
              <p:cNvSpPr/>
              <p:nvPr/>
            </p:nvSpPr>
            <p:spPr>
              <a:xfrm>
                <a:off x="948870" y="151055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8" name="流程图: 接点 2947">
                <a:extLst>
                  <a:ext uri="{FF2B5EF4-FFF2-40B4-BE49-F238E27FC236}">
                    <a16:creationId xmlns:a16="http://schemas.microsoft.com/office/drawing/2014/main" id="{D2C58242-4B8C-493A-A23F-E0849401C7A0}"/>
                  </a:ext>
                </a:extLst>
              </p:cNvPr>
              <p:cNvSpPr/>
              <p:nvPr/>
            </p:nvSpPr>
            <p:spPr>
              <a:xfrm>
                <a:off x="880040" y="151490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9" name="流程图: 接点 2948">
                <a:extLst>
                  <a:ext uri="{FF2B5EF4-FFF2-40B4-BE49-F238E27FC236}">
                    <a16:creationId xmlns:a16="http://schemas.microsoft.com/office/drawing/2014/main" id="{C0173471-F58F-4FC0-93FD-9015B98B485C}"/>
                  </a:ext>
                </a:extLst>
              </p:cNvPr>
              <p:cNvSpPr/>
              <p:nvPr/>
            </p:nvSpPr>
            <p:spPr>
              <a:xfrm>
                <a:off x="1035242" y="133152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0" name="流程图: 接点 2949">
                <a:extLst>
                  <a:ext uri="{FF2B5EF4-FFF2-40B4-BE49-F238E27FC236}">
                    <a16:creationId xmlns:a16="http://schemas.microsoft.com/office/drawing/2014/main" id="{74B9C700-A3D6-438B-BF70-0BE61F8D9C95}"/>
                  </a:ext>
                </a:extLst>
              </p:cNvPr>
              <p:cNvSpPr/>
              <p:nvPr/>
            </p:nvSpPr>
            <p:spPr>
              <a:xfrm>
                <a:off x="1017242" y="130015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1" name="流程图: 接点 2950">
                <a:extLst>
                  <a:ext uri="{FF2B5EF4-FFF2-40B4-BE49-F238E27FC236}">
                    <a16:creationId xmlns:a16="http://schemas.microsoft.com/office/drawing/2014/main" id="{D126447A-A338-4ACF-8A06-6CB44F1344D4}"/>
                  </a:ext>
                </a:extLst>
              </p:cNvPr>
              <p:cNvSpPr/>
              <p:nvPr/>
            </p:nvSpPr>
            <p:spPr>
              <a:xfrm>
                <a:off x="1009638" y="143667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2" name="流程图: 接点 2951">
                <a:extLst>
                  <a:ext uri="{FF2B5EF4-FFF2-40B4-BE49-F238E27FC236}">
                    <a16:creationId xmlns:a16="http://schemas.microsoft.com/office/drawing/2014/main" id="{F92FE084-288E-4E23-AEF6-2F4EF68B37EE}"/>
                  </a:ext>
                </a:extLst>
              </p:cNvPr>
              <p:cNvSpPr/>
              <p:nvPr/>
            </p:nvSpPr>
            <p:spPr>
              <a:xfrm>
                <a:off x="1078468" y="138731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3" name="流程图: 接点 2952">
                <a:extLst>
                  <a:ext uri="{FF2B5EF4-FFF2-40B4-BE49-F238E27FC236}">
                    <a16:creationId xmlns:a16="http://schemas.microsoft.com/office/drawing/2014/main" id="{FBCBA72A-306C-4CA9-B87C-E735E27EAB1B}"/>
                  </a:ext>
                </a:extLst>
              </p:cNvPr>
              <p:cNvSpPr/>
              <p:nvPr/>
            </p:nvSpPr>
            <p:spPr>
              <a:xfrm>
                <a:off x="1009638" y="139166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4" name="流程图: 接点 2953">
                <a:extLst>
                  <a:ext uri="{FF2B5EF4-FFF2-40B4-BE49-F238E27FC236}">
                    <a16:creationId xmlns:a16="http://schemas.microsoft.com/office/drawing/2014/main" id="{588C5DE1-15B0-41AE-AE3C-F097B3CA4570}"/>
                  </a:ext>
                </a:extLst>
              </p:cNvPr>
              <p:cNvSpPr/>
              <p:nvPr/>
            </p:nvSpPr>
            <p:spPr>
              <a:xfrm>
                <a:off x="463229" y="121862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5" name="流程图: 接点 2954">
                <a:extLst>
                  <a:ext uri="{FF2B5EF4-FFF2-40B4-BE49-F238E27FC236}">
                    <a16:creationId xmlns:a16="http://schemas.microsoft.com/office/drawing/2014/main" id="{3C0BF3E5-F94F-4478-886C-B9F1917466C9}"/>
                  </a:ext>
                </a:extLst>
              </p:cNvPr>
              <p:cNvSpPr/>
              <p:nvPr/>
            </p:nvSpPr>
            <p:spPr>
              <a:xfrm>
                <a:off x="445229" y="118725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6" name="流程图: 接点 2955">
                <a:extLst>
                  <a:ext uri="{FF2B5EF4-FFF2-40B4-BE49-F238E27FC236}">
                    <a16:creationId xmlns:a16="http://schemas.microsoft.com/office/drawing/2014/main" id="{E999CF54-07AC-4EFA-9F7D-65A6954B8260}"/>
                  </a:ext>
                </a:extLst>
              </p:cNvPr>
              <p:cNvSpPr/>
              <p:nvPr/>
            </p:nvSpPr>
            <p:spPr>
              <a:xfrm>
                <a:off x="463229" y="117360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7" name="流程图: 接点 2956">
                <a:extLst>
                  <a:ext uri="{FF2B5EF4-FFF2-40B4-BE49-F238E27FC236}">
                    <a16:creationId xmlns:a16="http://schemas.microsoft.com/office/drawing/2014/main" id="{3E55F9C4-CE7C-462C-8852-627910B90750}"/>
                  </a:ext>
                </a:extLst>
              </p:cNvPr>
              <p:cNvSpPr/>
              <p:nvPr/>
            </p:nvSpPr>
            <p:spPr>
              <a:xfrm>
                <a:off x="437625" y="132378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8" name="流程图: 接点 2957">
                <a:extLst>
                  <a:ext uri="{FF2B5EF4-FFF2-40B4-BE49-F238E27FC236}">
                    <a16:creationId xmlns:a16="http://schemas.microsoft.com/office/drawing/2014/main" id="{6ACBE03E-8F1D-451C-A42A-B0F700C4F2E4}"/>
                  </a:ext>
                </a:extLst>
              </p:cNvPr>
              <p:cNvSpPr/>
              <p:nvPr/>
            </p:nvSpPr>
            <p:spPr>
              <a:xfrm>
                <a:off x="506455" y="127441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9" name="流程图: 接点 2958">
                <a:extLst>
                  <a:ext uri="{FF2B5EF4-FFF2-40B4-BE49-F238E27FC236}">
                    <a16:creationId xmlns:a16="http://schemas.microsoft.com/office/drawing/2014/main" id="{AAEAF389-A9FF-4964-9C86-44E4A13A12D2}"/>
                  </a:ext>
                </a:extLst>
              </p:cNvPr>
              <p:cNvSpPr/>
              <p:nvPr/>
            </p:nvSpPr>
            <p:spPr>
              <a:xfrm>
                <a:off x="437625" y="127876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0" name="流程图: 接点 2959">
                <a:extLst>
                  <a:ext uri="{FF2B5EF4-FFF2-40B4-BE49-F238E27FC236}">
                    <a16:creationId xmlns:a16="http://schemas.microsoft.com/office/drawing/2014/main" id="{EA20644A-24F8-4785-9D97-0B5ABD382094}"/>
                  </a:ext>
                </a:extLst>
              </p:cNvPr>
              <p:cNvSpPr/>
              <p:nvPr/>
            </p:nvSpPr>
            <p:spPr>
              <a:xfrm>
                <a:off x="601535" y="118513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1" name="流程图: 接点 2960">
                <a:extLst>
                  <a:ext uri="{FF2B5EF4-FFF2-40B4-BE49-F238E27FC236}">
                    <a16:creationId xmlns:a16="http://schemas.microsoft.com/office/drawing/2014/main" id="{1DB5B208-C31A-48EC-B676-211ABDB8DAF4}"/>
                  </a:ext>
                </a:extLst>
              </p:cNvPr>
              <p:cNvSpPr/>
              <p:nvPr/>
            </p:nvSpPr>
            <p:spPr>
              <a:xfrm>
                <a:off x="916839" y="1104543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2" name="流程图: 接点 2961">
                <a:extLst>
                  <a:ext uri="{FF2B5EF4-FFF2-40B4-BE49-F238E27FC236}">
                    <a16:creationId xmlns:a16="http://schemas.microsoft.com/office/drawing/2014/main" id="{A2E0B282-118B-483C-B2A0-21BA01435016}"/>
                  </a:ext>
                </a:extLst>
              </p:cNvPr>
              <p:cNvSpPr/>
              <p:nvPr/>
            </p:nvSpPr>
            <p:spPr>
              <a:xfrm>
                <a:off x="937551" y="113919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3" name="流程图: 接点 2962">
                <a:extLst>
                  <a:ext uri="{FF2B5EF4-FFF2-40B4-BE49-F238E27FC236}">
                    <a16:creationId xmlns:a16="http://schemas.microsoft.com/office/drawing/2014/main" id="{829EEB4A-2ABC-4C2A-9646-C802BA439C39}"/>
                  </a:ext>
                </a:extLst>
              </p:cNvPr>
              <p:cNvSpPr/>
              <p:nvPr/>
            </p:nvSpPr>
            <p:spPr>
              <a:xfrm>
                <a:off x="919551" y="1107826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4" name="流程图: 接点 2963">
                <a:extLst>
                  <a:ext uri="{FF2B5EF4-FFF2-40B4-BE49-F238E27FC236}">
                    <a16:creationId xmlns:a16="http://schemas.microsoft.com/office/drawing/2014/main" id="{528FB7E4-82B7-4A27-B6D0-F1145C8DDE4F}"/>
                  </a:ext>
                </a:extLst>
              </p:cNvPr>
              <p:cNvSpPr/>
              <p:nvPr/>
            </p:nvSpPr>
            <p:spPr>
              <a:xfrm>
                <a:off x="911947" y="1244354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5" name="流程图: 接点 2964">
                <a:extLst>
                  <a:ext uri="{FF2B5EF4-FFF2-40B4-BE49-F238E27FC236}">
                    <a16:creationId xmlns:a16="http://schemas.microsoft.com/office/drawing/2014/main" id="{F6D3A6AB-6358-4DAC-B85D-204B0A08587E}"/>
                  </a:ext>
                </a:extLst>
              </p:cNvPr>
              <p:cNvSpPr/>
              <p:nvPr/>
            </p:nvSpPr>
            <p:spPr>
              <a:xfrm>
                <a:off x="980777" y="119498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6" name="流程图: 接点 2965">
                <a:extLst>
                  <a:ext uri="{FF2B5EF4-FFF2-40B4-BE49-F238E27FC236}">
                    <a16:creationId xmlns:a16="http://schemas.microsoft.com/office/drawing/2014/main" id="{96AC2B63-DD39-4C7B-9F83-22EB3B97C6AF}"/>
                  </a:ext>
                </a:extLst>
              </p:cNvPr>
              <p:cNvSpPr/>
              <p:nvPr/>
            </p:nvSpPr>
            <p:spPr>
              <a:xfrm>
                <a:off x="911947" y="1199335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7" name="流程图: 接点 2966">
                <a:extLst>
                  <a:ext uri="{FF2B5EF4-FFF2-40B4-BE49-F238E27FC236}">
                    <a16:creationId xmlns:a16="http://schemas.microsoft.com/office/drawing/2014/main" id="{B771DF74-A442-4ADB-9CAF-ECB092025961}"/>
                  </a:ext>
                </a:extLst>
              </p:cNvPr>
              <p:cNvSpPr/>
              <p:nvPr/>
            </p:nvSpPr>
            <p:spPr>
              <a:xfrm>
                <a:off x="864909" y="127238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8" name="流程图: 接点 2967">
                <a:extLst>
                  <a:ext uri="{FF2B5EF4-FFF2-40B4-BE49-F238E27FC236}">
                    <a16:creationId xmlns:a16="http://schemas.microsoft.com/office/drawing/2014/main" id="{812F324F-D1B7-49F1-B793-51AD143D5585}"/>
                  </a:ext>
                </a:extLst>
              </p:cNvPr>
              <p:cNvSpPr/>
              <p:nvPr/>
            </p:nvSpPr>
            <p:spPr>
              <a:xfrm>
                <a:off x="917485" y="116978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9" name="流程图: 接点 2968">
                <a:extLst>
                  <a:ext uri="{FF2B5EF4-FFF2-40B4-BE49-F238E27FC236}">
                    <a16:creationId xmlns:a16="http://schemas.microsoft.com/office/drawing/2014/main" id="{D637DA29-3671-4EE1-B619-81AE16690474}"/>
                  </a:ext>
                </a:extLst>
              </p:cNvPr>
              <p:cNvSpPr/>
              <p:nvPr/>
            </p:nvSpPr>
            <p:spPr>
              <a:xfrm>
                <a:off x="881485" y="1205788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70" name="流程图: 接点 2969">
                <a:extLst>
                  <a:ext uri="{FF2B5EF4-FFF2-40B4-BE49-F238E27FC236}">
                    <a16:creationId xmlns:a16="http://schemas.microsoft.com/office/drawing/2014/main" id="{035131AB-A7C1-4D5F-BC2D-72115047D6DB}"/>
                  </a:ext>
                </a:extLst>
              </p:cNvPr>
              <p:cNvSpPr/>
              <p:nvPr/>
            </p:nvSpPr>
            <p:spPr>
              <a:xfrm>
                <a:off x="986315" y="112041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71" name="流程图: 接点 2970">
                <a:extLst>
                  <a:ext uri="{FF2B5EF4-FFF2-40B4-BE49-F238E27FC236}">
                    <a16:creationId xmlns:a16="http://schemas.microsoft.com/office/drawing/2014/main" id="{63413E11-B659-419E-B559-0F1A5AF656C2}"/>
                  </a:ext>
                </a:extLst>
              </p:cNvPr>
              <p:cNvSpPr/>
              <p:nvPr/>
            </p:nvSpPr>
            <p:spPr>
              <a:xfrm>
                <a:off x="899485" y="113841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72" name="流程图: 接点 2971">
                <a:extLst>
                  <a:ext uri="{FF2B5EF4-FFF2-40B4-BE49-F238E27FC236}">
                    <a16:creationId xmlns:a16="http://schemas.microsoft.com/office/drawing/2014/main" id="{3F43F0BF-40BF-4D3F-92D9-3BEAC6C8FFBE}"/>
                  </a:ext>
                </a:extLst>
              </p:cNvPr>
              <p:cNvSpPr/>
              <p:nvPr/>
            </p:nvSpPr>
            <p:spPr>
              <a:xfrm>
                <a:off x="863485" y="117441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73" name="流程图: 接点 2972">
                <a:extLst>
                  <a:ext uri="{FF2B5EF4-FFF2-40B4-BE49-F238E27FC236}">
                    <a16:creationId xmlns:a16="http://schemas.microsoft.com/office/drawing/2014/main" id="{F7132719-1139-4ED1-857F-B2E9A57B9259}"/>
                  </a:ext>
                </a:extLst>
              </p:cNvPr>
              <p:cNvSpPr/>
              <p:nvPr/>
            </p:nvSpPr>
            <p:spPr>
              <a:xfrm>
                <a:off x="917485" y="11247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74" name="流程图: 接点 2973">
                <a:extLst>
                  <a:ext uri="{FF2B5EF4-FFF2-40B4-BE49-F238E27FC236}">
                    <a16:creationId xmlns:a16="http://schemas.microsoft.com/office/drawing/2014/main" id="{18234676-BEEB-45AE-B4F0-0C1986EDBBBC}"/>
                  </a:ext>
                </a:extLst>
              </p:cNvPr>
              <p:cNvSpPr/>
              <p:nvPr/>
            </p:nvSpPr>
            <p:spPr>
              <a:xfrm>
                <a:off x="881485" y="1160769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75" name="流程图: 接点 2974">
                <a:extLst>
                  <a:ext uri="{FF2B5EF4-FFF2-40B4-BE49-F238E27FC236}">
                    <a16:creationId xmlns:a16="http://schemas.microsoft.com/office/drawing/2014/main" id="{0A0F74E3-9E16-4AB8-83C3-F3BA25EC3FC1}"/>
                  </a:ext>
                </a:extLst>
              </p:cNvPr>
              <p:cNvSpPr/>
              <p:nvPr/>
            </p:nvSpPr>
            <p:spPr>
              <a:xfrm>
                <a:off x="863485" y="112940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76" name="流程图: 接点 2975">
                <a:extLst>
                  <a:ext uri="{FF2B5EF4-FFF2-40B4-BE49-F238E27FC236}">
                    <a16:creationId xmlns:a16="http://schemas.microsoft.com/office/drawing/2014/main" id="{ECF7187E-34EB-4142-B1D0-64B85A5FD840}"/>
                  </a:ext>
                </a:extLst>
              </p:cNvPr>
              <p:cNvSpPr/>
              <p:nvPr/>
            </p:nvSpPr>
            <p:spPr>
              <a:xfrm>
                <a:off x="920655" y="133410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77" name="流程图: 接点 2976">
                <a:extLst>
                  <a:ext uri="{FF2B5EF4-FFF2-40B4-BE49-F238E27FC236}">
                    <a16:creationId xmlns:a16="http://schemas.microsoft.com/office/drawing/2014/main" id="{6684CC54-0D2A-4DEC-8347-BE41EE92B613}"/>
                  </a:ext>
                </a:extLst>
              </p:cNvPr>
              <p:cNvSpPr/>
              <p:nvPr/>
            </p:nvSpPr>
            <p:spPr>
              <a:xfrm>
                <a:off x="1007027" y="115507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78" name="流程图: 接点 2977">
                <a:extLst>
                  <a:ext uri="{FF2B5EF4-FFF2-40B4-BE49-F238E27FC236}">
                    <a16:creationId xmlns:a16="http://schemas.microsoft.com/office/drawing/2014/main" id="{60F3C950-7412-4A50-8D1C-FB1A90C4D177}"/>
                  </a:ext>
                </a:extLst>
              </p:cNvPr>
              <p:cNvSpPr/>
              <p:nvPr/>
            </p:nvSpPr>
            <p:spPr>
              <a:xfrm>
                <a:off x="1075857" y="110570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79" name="流程图: 接点 2978">
                <a:extLst>
                  <a:ext uri="{FF2B5EF4-FFF2-40B4-BE49-F238E27FC236}">
                    <a16:creationId xmlns:a16="http://schemas.microsoft.com/office/drawing/2014/main" id="{B3F5FC15-1FF0-41C0-97F4-65ABA40F008E}"/>
                  </a:ext>
                </a:extLst>
              </p:cNvPr>
              <p:cNvSpPr/>
              <p:nvPr/>
            </p:nvSpPr>
            <p:spPr>
              <a:xfrm>
                <a:off x="989027" y="112370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80" name="流程图: 接点 2979">
                <a:extLst>
                  <a:ext uri="{FF2B5EF4-FFF2-40B4-BE49-F238E27FC236}">
                    <a16:creationId xmlns:a16="http://schemas.microsoft.com/office/drawing/2014/main" id="{67F811AD-6D52-4A68-B25C-EEB01CBE12A2}"/>
                  </a:ext>
                </a:extLst>
              </p:cNvPr>
              <p:cNvSpPr/>
              <p:nvPr/>
            </p:nvSpPr>
            <p:spPr>
              <a:xfrm>
                <a:off x="1007027" y="1110052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81" name="流程图: 接点 2980">
                <a:extLst>
                  <a:ext uri="{FF2B5EF4-FFF2-40B4-BE49-F238E27FC236}">
                    <a16:creationId xmlns:a16="http://schemas.microsoft.com/office/drawing/2014/main" id="{AB192A08-9CEA-4470-9AEA-29BDFA96D3A1}"/>
                  </a:ext>
                </a:extLst>
              </p:cNvPr>
              <p:cNvSpPr/>
              <p:nvPr/>
            </p:nvSpPr>
            <p:spPr>
              <a:xfrm>
                <a:off x="981423" y="1260230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82" name="流程图: 接点 2981">
                <a:extLst>
                  <a:ext uri="{FF2B5EF4-FFF2-40B4-BE49-F238E27FC236}">
                    <a16:creationId xmlns:a16="http://schemas.microsoft.com/office/drawing/2014/main" id="{0720FFCD-F4CF-4F20-959A-79E927E72E05}"/>
                  </a:ext>
                </a:extLst>
              </p:cNvPr>
              <p:cNvSpPr/>
              <p:nvPr/>
            </p:nvSpPr>
            <p:spPr>
              <a:xfrm>
                <a:off x="1050253" y="121086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83" name="流程图: 接点 2982">
                <a:extLst>
                  <a:ext uri="{FF2B5EF4-FFF2-40B4-BE49-F238E27FC236}">
                    <a16:creationId xmlns:a16="http://schemas.microsoft.com/office/drawing/2014/main" id="{4631FF6C-408A-4633-9029-F001086B7984}"/>
                  </a:ext>
                </a:extLst>
              </p:cNvPr>
              <p:cNvSpPr/>
              <p:nvPr/>
            </p:nvSpPr>
            <p:spPr>
              <a:xfrm>
                <a:off x="981423" y="1215211"/>
                <a:ext cx="36000" cy="36000"/>
              </a:xfrm>
              <a:prstGeom prst="flowChartConnector">
                <a:avLst/>
              </a:prstGeom>
              <a:solidFill>
                <a:srgbClr val="030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518" name="组合 3517">
              <a:extLst>
                <a:ext uri="{FF2B5EF4-FFF2-40B4-BE49-F238E27FC236}">
                  <a16:creationId xmlns:a16="http://schemas.microsoft.com/office/drawing/2014/main" id="{AE303C63-0E1F-4446-97F8-1704F178C286}"/>
                </a:ext>
              </a:extLst>
            </p:cNvPr>
            <p:cNvGrpSpPr/>
            <p:nvPr/>
          </p:nvGrpSpPr>
          <p:grpSpPr>
            <a:xfrm>
              <a:off x="2254729" y="638274"/>
              <a:ext cx="1008000" cy="1008000"/>
              <a:chOff x="309168" y="500955"/>
              <a:chExt cx="1008000" cy="1008000"/>
            </a:xfrm>
          </p:grpSpPr>
          <p:sp>
            <p:nvSpPr>
              <p:cNvPr id="14" name="流程图: 接点 13">
                <a:extLst>
                  <a:ext uri="{FF2B5EF4-FFF2-40B4-BE49-F238E27FC236}">
                    <a16:creationId xmlns:a16="http://schemas.microsoft.com/office/drawing/2014/main" id="{DC0E88F1-0130-4DC4-A3F7-E6F46295EFAF}"/>
                  </a:ext>
                </a:extLst>
              </p:cNvPr>
              <p:cNvSpPr/>
              <p:nvPr/>
            </p:nvSpPr>
            <p:spPr>
              <a:xfrm>
                <a:off x="630752" y="66155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流程图: 接点 14">
                <a:extLst>
                  <a:ext uri="{FF2B5EF4-FFF2-40B4-BE49-F238E27FC236}">
                    <a16:creationId xmlns:a16="http://schemas.microsoft.com/office/drawing/2014/main" id="{8DE52CA2-DDCC-4F2E-887C-5B04B0E1477E}"/>
                  </a:ext>
                </a:extLst>
              </p:cNvPr>
              <p:cNvSpPr/>
              <p:nvPr/>
            </p:nvSpPr>
            <p:spPr>
              <a:xfrm>
                <a:off x="767426" y="69364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流程图: 接点 15">
                <a:extLst>
                  <a:ext uri="{FF2B5EF4-FFF2-40B4-BE49-F238E27FC236}">
                    <a16:creationId xmlns:a16="http://schemas.microsoft.com/office/drawing/2014/main" id="{B434A950-74EB-4D7B-8CAE-B27CE4D4E475}"/>
                  </a:ext>
                </a:extLst>
              </p:cNvPr>
              <p:cNvSpPr/>
              <p:nvPr/>
            </p:nvSpPr>
            <p:spPr>
              <a:xfrm>
                <a:off x="630752" y="70968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流程图: 接点 16">
                <a:extLst>
                  <a:ext uri="{FF2B5EF4-FFF2-40B4-BE49-F238E27FC236}">
                    <a16:creationId xmlns:a16="http://schemas.microsoft.com/office/drawing/2014/main" id="{FBAB96A6-FAC0-49B6-B9A1-12DC06EE3CFD}"/>
                  </a:ext>
                </a:extLst>
              </p:cNvPr>
              <p:cNvSpPr/>
              <p:nvPr/>
            </p:nvSpPr>
            <p:spPr>
              <a:xfrm>
                <a:off x="653957" y="61421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流程图: 接点 17">
                <a:extLst>
                  <a:ext uri="{FF2B5EF4-FFF2-40B4-BE49-F238E27FC236}">
                    <a16:creationId xmlns:a16="http://schemas.microsoft.com/office/drawing/2014/main" id="{E0505631-0771-4261-A170-3780192B1865}"/>
                  </a:ext>
                </a:extLst>
              </p:cNvPr>
              <p:cNvSpPr/>
              <p:nvPr/>
            </p:nvSpPr>
            <p:spPr>
              <a:xfrm>
                <a:off x="790632" y="64630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流程图: 接点 18">
                <a:extLst>
                  <a:ext uri="{FF2B5EF4-FFF2-40B4-BE49-F238E27FC236}">
                    <a16:creationId xmlns:a16="http://schemas.microsoft.com/office/drawing/2014/main" id="{99FCBA74-FE4C-4326-A365-EB459FD6BDFD}"/>
                  </a:ext>
                </a:extLst>
              </p:cNvPr>
              <p:cNvSpPr/>
              <p:nvPr/>
            </p:nvSpPr>
            <p:spPr>
              <a:xfrm>
                <a:off x="653957" y="66234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流程图: 接点 19">
                <a:extLst>
                  <a:ext uri="{FF2B5EF4-FFF2-40B4-BE49-F238E27FC236}">
                    <a16:creationId xmlns:a16="http://schemas.microsoft.com/office/drawing/2014/main" id="{48BD1B91-BD47-4CD1-86E8-4CF64CDC6A86}"/>
                  </a:ext>
                </a:extLst>
              </p:cNvPr>
              <p:cNvSpPr/>
              <p:nvPr/>
            </p:nvSpPr>
            <p:spPr>
              <a:xfrm>
                <a:off x="756192" y="79738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流程图: 接点 20">
                <a:extLst>
                  <a:ext uri="{FF2B5EF4-FFF2-40B4-BE49-F238E27FC236}">
                    <a16:creationId xmlns:a16="http://schemas.microsoft.com/office/drawing/2014/main" id="{1C35FF48-8994-4F83-80F3-59EAE52B0E30}"/>
                  </a:ext>
                </a:extLst>
              </p:cNvPr>
              <p:cNvSpPr/>
              <p:nvPr/>
            </p:nvSpPr>
            <p:spPr>
              <a:xfrm>
                <a:off x="701980" y="73400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流程图: 接点 21">
                <a:extLst>
                  <a:ext uri="{FF2B5EF4-FFF2-40B4-BE49-F238E27FC236}">
                    <a16:creationId xmlns:a16="http://schemas.microsoft.com/office/drawing/2014/main" id="{8825F55E-DEF1-45D7-B926-5186A6D447EE}"/>
                  </a:ext>
                </a:extLst>
              </p:cNvPr>
              <p:cNvSpPr/>
              <p:nvPr/>
            </p:nvSpPr>
            <p:spPr>
              <a:xfrm>
                <a:off x="756192" y="84551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流程图: 接点 22">
                <a:extLst>
                  <a:ext uri="{FF2B5EF4-FFF2-40B4-BE49-F238E27FC236}">
                    <a16:creationId xmlns:a16="http://schemas.microsoft.com/office/drawing/2014/main" id="{7FFF83D6-5392-4793-B156-12EEA19874C3}"/>
                  </a:ext>
                </a:extLst>
              </p:cNvPr>
              <p:cNvSpPr/>
              <p:nvPr/>
            </p:nvSpPr>
            <p:spPr>
              <a:xfrm>
                <a:off x="779398" y="75004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流程图: 接点 23">
                <a:extLst>
                  <a:ext uri="{FF2B5EF4-FFF2-40B4-BE49-F238E27FC236}">
                    <a16:creationId xmlns:a16="http://schemas.microsoft.com/office/drawing/2014/main" id="{7FD99D40-A91F-42F7-91AD-39F49F0A905E}"/>
                  </a:ext>
                </a:extLst>
              </p:cNvPr>
              <p:cNvSpPr/>
              <p:nvPr/>
            </p:nvSpPr>
            <p:spPr>
              <a:xfrm>
                <a:off x="916072" y="78213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流程图: 接点 24">
                <a:extLst>
                  <a:ext uri="{FF2B5EF4-FFF2-40B4-BE49-F238E27FC236}">
                    <a16:creationId xmlns:a16="http://schemas.microsoft.com/office/drawing/2014/main" id="{1B0E84DE-68C9-4266-BC88-DFEA08A75C2C}"/>
                  </a:ext>
                </a:extLst>
              </p:cNvPr>
              <p:cNvSpPr/>
              <p:nvPr/>
            </p:nvSpPr>
            <p:spPr>
              <a:xfrm>
                <a:off x="779398" y="79817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流程图: 接点 25">
                <a:extLst>
                  <a:ext uri="{FF2B5EF4-FFF2-40B4-BE49-F238E27FC236}">
                    <a16:creationId xmlns:a16="http://schemas.microsoft.com/office/drawing/2014/main" id="{1C9A3DBF-2AD2-4575-AEA5-B29AFD65929D}"/>
                  </a:ext>
                </a:extLst>
              </p:cNvPr>
              <p:cNvSpPr/>
              <p:nvPr/>
            </p:nvSpPr>
            <p:spPr>
              <a:xfrm>
                <a:off x="576969" y="74098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流程图: 接点 26">
                <a:extLst>
                  <a:ext uri="{FF2B5EF4-FFF2-40B4-BE49-F238E27FC236}">
                    <a16:creationId xmlns:a16="http://schemas.microsoft.com/office/drawing/2014/main" id="{6601EF7C-264D-452B-8F12-1A06986E5843}"/>
                  </a:ext>
                </a:extLst>
              </p:cNvPr>
              <p:cNvSpPr/>
              <p:nvPr/>
            </p:nvSpPr>
            <p:spPr>
              <a:xfrm>
                <a:off x="713644" y="77307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流程图: 接点 27">
                <a:extLst>
                  <a:ext uri="{FF2B5EF4-FFF2-40B4-BE49-F238E27FC236}">
                    <a16:creationId xmlns:a16="http://schemas.microsoft.com/office/drawing/2014/main" id="{12A61653-5A14-4EBE-AA4C-405027777169}"/>
                  </a:ext>
                </a:extLst>
              </p:cNvPr>
              <p:cNvSpPr/>
              <p:nvPr/>
            </p:nvSpPr>
            <p:spPr>
              <a:xfrm>
                <a:off x="576969" y="78911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流程图: 接点 28">
                <a:extLst>
                  <a:ext uri="{FF2B5EF4-FFF2-40B4-BE49-F238E27FC236}">
                    <a16:creationId xmlns:a16="http://schemas.microsoft.com/office/drawing/2014/main" id="{851322A8-D4B1-48DC-8D2A-79A796EAA3D2}"/>
                  </a:ext>
                </a:extLst>
              </p:cNvPr>
              <p:cNvSpPr/>
              <p:nvPr/>
            </p:nvSpPr>
            <p:spPr>
              <a:xfrm>
                <a:off x="600175" y="69364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流程图: 接点 29">
                <a:extLst>
                  <a:ext uri="{FF2B5EF4-FFF2-40B4-BE49-F238E27FC236}">
                    <a16:creationId xmlns:a16="http://schemas.microsoft.com/office/drawing/2014/main" id="{20BDE6B2-9F6A-43DB-BDA2-68E2AB393575}"/>
                  </a:ext>
                </a:extLst>
              </p:cNvPr>
              <p:cNvSpPr/>
              <p:nvPr/>
            </p:nvSpPr>
            <p:spPr>
              <a:xfrm>
                <a:off x="736849" y="72573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流程图: 接点 30">
                <a:extLst>
                  <a:ext uri="{FF2B5EF4-FFF2-40B4-BE49-F238E27FC236}">
                    <a16:creationId xmlns:a16="http://schemas.microsoft.com/office/drawing/2014/main" id="{56A03A89-AFE8-4D1E-9C52-602FF964C0F3}"/>
                  </a:ext>
                </a:extLst>
              </p:cNvPr>
              <p:cNvSpPr/>
              <p:nvPr/>
            </p:nvSpPr>
            <p:spPr>
              <a:xfrm>
                <a:off x="600175" y="74177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流程图: 接点 31">
                <a:extLst>
                  <a:ext uri="{FF2B5EF4-FFF2-40B4-BE49-F238E27FC236}">
                    <a16:creationId xmlns:a16="http://schemas.microsoft.com/office/drawing/2014/main" id="{DB9A42A6-EEE0-420B-AABB-206A6A2D3619}"/>
                  </a:ext>
                </a:extLst>
              </p:cNvPr>
              <p:cNvSpPr/>
              <p:nvPr/>
            </p:nvSpPr>
            <p:spPr>
              <a:xfrm>
                <a:off x="702410" y="87681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流程图: 接点 32">
                <a:extLst>
                  <a:ext uri="{FF2B5EF4-FFF2-40B4-BE49-F238E27FC236}">
                    <a16:creationId xmlns:a16="http://schemas.microsoft.com/office/drawing/2014/main" id="{AF0B1261-4A0F-4605-A473-57376E3B57BF}"/>
                  </a:ext>
                </a:extLst>
              </p:cNvPr>
              <p:cNvSpPr/>
              <p:nvPr/>
            </p:nvSpPr>
            <p:spPr>
              <a:xfrm>
                <a:off x="648198" y="81343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流程图: 接点 33">
                <a:extLst>
                  <a:ext uri="{FF2B5EF4-FFF2-40B4-BE49-F238E27FC236}">
                    <a16:creationId xmlns:a16="http://schemas.microsoft.com/office/drawing/2014/main" id="{FD0039CD-4E35-4E7E-BA00-5F36F4824B01}"/>
                  </a:ext>
                </a:extLst>
              </p:cNvPr>
              <p:cNvSpPr/>
              <p:nvPr/>
            </p:nvSpPr>
            <p:spPr>
              <a:xfrm>
                <a:off x="702410" y="92494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流程图: 接点 34">
                <a:extLst>
                  <a:ext uri="{FF2B5EF4-FFF2-40B4-BE49-F238E27FC236}">
                    <a16:creationId xmlns:a16="http://schemas.microsoft.com/office/drawing/2014/main" id="{A193CA2D-CD35-4C09-B2C5-D9FFFB341BC4}"/>
                  </a:ext>
                </a:extLst>
              </p:cNvPr>
              <p:cNvSpPr/>
              <p:nvPr/>
            </p:nvSpPr>
            <p:spPr>
              <a:xfrm>
                <a:off x="725616" y="82947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流程图: 接点 35">
                <a:extLst>
                  <a:ext uri="{FF2B5EF4-FFF2-40B4-BE49-F238E27FC236}">
                    <a16:creationId xmlns:a16="http://schemas.microsoft.com/office/drawing/2014/main" id="{B2572FEC-F68C-4DE9-A21D-D5C14B66DD77}"/>
                  </a:ext>
                </a:extLst>
              </p:cNvPr>
              <p:cNvSpPr/>
              <p:nvPr/>
            </p:nvSpPr>
            <p:spPr>
              <a:xfrm>
                <a:off x="862290" y="86155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流程图: 接点 36">
                <a:extLst>
                  <a:ext uri="{FF2B5EF4-FFF2-40B4-BE49-F238E27FC236}">
                    <a16:creationId xmlns:a16="http://schemas.microsoft.com/office/drawing/2014/main" id="{18CC366B-9721-4CEB-B859-3254B7D60369}"/>
                  </a:ext>
                </a:extLst>
              </p:cNvPr>
              <p:cNvSpPr/>
              <p:nvPr/>
            </p:nvSpPr>
            <p:spPr>
              <a:xfrm>
                <a:off x="725616" y="87760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流程图: 接点 37">
                <a:extLst>
                  <a:ext uri="{FF2B5EF4-FFF2-40B4-BE49-F238E27FC236}">
                    <a16:creationId xmlns:a16="http://schemas.microsoft.com/office/drawing/2014/main" id="{8CDF664D-F9F8-4696-B44B-BE08FCCA7777}"/>
                  </a:ext>
                </a:extLst>
              </p:cNvPr>
              <p:cNvSpPr/>
              <p:nvPr/>
            </p:nvSpPr>
            <p:spPr>
              <a:xfrm>
                <a:off x="756192" y="79738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流程图: 接点 38">
                <a:extLst>
                  <a:ext uri="{FF2B5EF4-FFF2-40B4-BE49-F238E27FC236}">
                    <a16:creationId xmlns:a16="http://schemas.microsoft.com/office/drawing/2014/main" id="{845E0374-7170-4563-93CD-6F328F67FA33}"/>
                  </a:ext>
                </a:extLst>
              </p:cNvPr>
              <p:cNvSpPr/>
              <p:nvPr/>
            </p:nvSpPr>
            <p:spPr>
              <a:xfrm>
                <a:off x="892866" y="82947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流程图: 接点 39">
                <a:extLst>
                  <a:ext uri="{FF2B5EF4-FFF2-40B4-BE49-F238E27FC236}">
                    <a16:creationId xmlns:a16="http://schemas.microsoft.com/office/drawing/2014/main" id="{7085319D-F8E5-4A24-8E77-9A47563A6576}"/>
                  </a:ext>
                </a:extLst>
              </p:cNvPr>
              <p:cNvSpPr/>
              <p:nvPr/>
            </p:nvSpPr>
            <p:spPr>
              <a:xfrm>
                <a:off x="756192" y="84551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流程图: 接点 40">
                <a:extLst>
                  <a:ext uri="{FF2B5EF4-FFF2-40B4-BE49-F238E27FC236}">
                    <a16:creationId xmlns:a16="http://schemas.microsoft.com/office/drawing/2014/main" id="{7423EED5-03A3-47D9-B8FA-0A22656979D9}"/>
                  </a:ext>
                </a:extLst>
              </p:cNvPr>
              <p:cNvSpPr/>
              <p:nvPr/>
            </p:nvSpPr>
            <p:spPr>
              <a:xfrm>
                <a:off x="779398" y="75004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流程图: 接点 41">
                <a:extLst>
                  <a:ext uri="{FF2B5EF4-FFF2-40B4-BE49-F238E27FC236}">
                    <a16:creationId xmlns:a16="http://schemas.microsoft.com/office/drawing/2014/main" id="{4A828BFB-649B-43C1-804F-6B5426FEB54C}"/>
                  </a:ext>
                </a:extLst>
              </p:cNvPr>
              <p:cNvSpPr/>
              <p:nvPr/>
            </p:nvSpPr>
            <p:spPr>
              <a:xfrm>
                <a:off x="916072" y="78213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流程图: 接点 42">
                <a:extLst>
                  <a:ext uri="{FF2B5EF4-FFF2-40B4-BE49-F238E27FC236}">
                    <a16:creationId xmlns:a16="http://schemas.microsoft.com/office/drawing/2014/main" id="{99C7B448-67D7-43D3-A3B3-C13111487749}"/>
                  </a:ext>
                </a:extLst>
              </p:cNvPr>
              <p:cNvSpPr/>
              <p:nvPr/>
            </p:nvSpPr>
            <p:spPr>
              <a:xfrm>
                <a:off x="779398" y="79817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流程图: 接点 43">
                <a:extLst>
                  <a:ext uri="{FF2B5EF4-FFF2-40B4-BE49-F238E27FC236}">
                    <a16:creationId xmlns:a16="http://schemas.microsoft.com/office/drawing/2014/main" id="{26ED1E41-83FF-401C-9EE6-592CDE0A3431}"/>
                  </a:ext>
                </a:extLst>
              </p:cNvPr>
              <p:cNvSpPr/>
              <p:nvPr/>
            </p:nvSpPr>
            <p:spPr>
              <a:xfrm>
                <a:off x="881633" y="93321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流程图: 接点 44">
                <a:extLst>
                  <a:ext uri="{FF2B5EF4-FFF2-40B4-BE49-F238E27FC236}">
                    <a16:creationId xmlns:a16="http://schemas.microsoft.com/office/drawing/2014/main" id="{AE119D72-CCC0-4F31-A617-4BA62349E575}"/>
                  </a:ext>
                </a:extLst>
              </p:cNvPr>
              <p:cNvSpPr/>
              <p:nvPr/>
            </p:nvSpPr>
            <p:spPr>
              <a:xfrm>
                <a:off x="827421" y="86983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流程图: 接点 45">
                <a:extLst>
                  <a:ext uri="{FF2B5EF4-FFF2-40B4-BE49-F238E27FC236}">
                    <a16:creationId xmlns:a16="http://schemas.microsoft.com/office/drawing/2014/main" id="{F39CDE36-5034-4BEC-BF06-34505DC95673}"/>
                  </a:ext>
                </a:extLst>
              </p:cNvPr>
              <p:cNvSpPr/>
              <p:nvPr/>
            </p:nvSpPr>
            <p:spPr>
              <a:xfrm>
                <a:off x="881633" y="98134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流程图: 接点 46">
                <a:extLst>
                  <a:ext uri="{FF2B5EF4-FFF2-40B4-BE49-F238E27FC236}">
                    <a16:creationId xmlns:a16="http://schemas.microsoft.com/office/drawing/2014/main" id="{310B1E90-D597-4977-BA42-82CF2800525F}"/>
                  </a:ext>
                </a:extLst>
              </p:cNvPr>
              <p:cNvSpPr/>
              <p:nvPr/>
            </p:nvSpPr>
            <p:spPr>
              <a:xfrm>
                <a:off x="904838" y="88587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流程图: 接点 47">
                <a:extLst>
                  <a:ext uri="{FF2B5EF4-FFF2-40B4-BE49-F238E27FC236}">
                    <a16:creationId xmlns:a16="http://schemas.microsoft.com/office/drawing/2014/main" id="{06AD591A-9999-4C5E-B571-8F0FDE816D6C}"/>
                  </a:ext>
                </a:extLst>
              </p:cNvPr>
              <p:cNvSpPr/>
              <p:nvPr/>
            </p:nvSpPr>
            <p:spPr>
              <a:xfrm>
                <a:off x="1041513" y="91795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流程图: 接点 48">
                <a:extLst>
                  <a:ext uri="{FF2B5EF4-FFF2-40B4-BE49-F238E27FC236}">
                    <a16:creationId xmlns:a16="http://schemas.microsoft.com/office/drawing/2014/main" id="{986C9C9D-A3B8-4F69-848E-29B7B64A9624}"/>
                  </a:ext>
                </a:extLst>
              </p:cNvPr>
              <p:cNvSpPr/>
              <p:nvPr/>
            </p:nvSpPr>
            <p:spPr>
              <a:xfrm>
                <a:off x="904838" y="93400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流程图: 接点 49">
                <a:extLst>
                  <a:ext uri="{FF2B5EF4-FFF2-40B4-BE49-F238E27FC236}">
                    <a16:creationId xmlns:a16="http://schemas.microsoft.com/office/drawing/2014/main" id="{F2771F21-ED93-4BC1-B173-B8F5A9160230}"/>
                  </a:ext>
                </a:extLst>
              </p:cNvPr>
              <p:cNvSpPr/>
              <p:nvPr/>
            </p:nvSpPr>
            <p:spPr>
              <a:xfrm>
                <a:off x="702410" y="87681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流程图: 接点 50">
                <a:extLst>
                  <a:ext uri="{FF2B5EF4-FFF2-40B4-BE49-F238E27FC236}">
                    <a16:creationId xmlns:a16="http://schemas.microsoft.com/office/drawing/2014/main" id="{9BA31D5E-8DED-4812-B44D-1BCB124A3DC5}"/>
                  </a:ext>
                </a:extLst>
              </p:cNvPr>
              <p:cNvSpPr/>
              <p:nvPr/>
            </p:nvSpPr>
            <p:spPr>
              <a:xfrm>
                <a:off x="839084" y="90889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流程图: 接点 51">
                <a:extLst>
                  <a:ext uri="{FF2B5EF4-FFF2-40B4-BE49-F238E27FC236}">
                    <a16:creationId xmlns:a16="http://schemas.microsoft.com/office/drawing/2014/main" id="{95552DF1-CC04-4B2B-9F1E-4E637F374232}"/>
                  </a:ext>
                </a:extLst>
              </p:cNvPr>
              <p:cNvSpPr/>
              <p:nvPr/>
            </p:nvSpPr>
            <p:spPr>
              <a:xfrm>
                <a:off x="702410" y="92494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流程图: 接点 52">
                <a:extLst>
                  <a:ext uri="{FF2B5EF4-FFF2-40B4-BE49-F238E27FC236}">
                    <a16:creationId xmlns:a16="http://schemas.microsoft.com/office/drawing/2014/main" id="{8EC662B5-72FB-487A-B6FC-889F38EC9641}"/>
                  </a:ext>
                </a:extLst>
              </p:cNvPr>
              <p:cNvSpPr/>
              <p:nvPr/>
            </p:nvSpPr>
            <p:spPr>
              <a:xfrm>
                <a:off x="725616" y="82947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流程图: 接点 53">
                <a:extLst>
                  <a:ext uri="{FF2B5EF4-FFF2-40B4-BE49-F238E27FC236}">
                    <a16:creationId xmlns:a16="http://schemas.microsoft.com/office/drawing/2014/main" id="{4F8EDBB9-62C0-4BF0-95E4-7A6C16F06A41}"/>
                  </a:ext>
                </a:extLst>
              </p:cNvPr>
              <p:cNvSpPr/>
              <p:nvPr/>
            </p:nvSpPr>
            <p:spPr>
              <a:xfrm>
                <a:off x="862290" y="86155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流程图: 接点 54">
                <a:extLst>
                  <a:ext uri="{FF2B5EF4-FFF2-40B4-BE49-F238E27FC236}">
                    <a16:creationId xmlns:a16="http://schemas.microsoft.com/office/drawing/2014/main" id="{D9F2CDCE-9FDF-42A9-9FAB-F8A0C5699F73}"/>
                  </a:ext>
                </a:extLst>
              </p:cNvPr>
              <p:cNvSpPr/>
              <p:nvPr/>
            </p:nvSpPr>
            <p:spPr>
              <a:xfrm>
                <a:off x="725616" y="87760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流程图: 接点 55">
                <a:extLst>
                  <a:ext uri="{FF2B5EF4-FFF2-40B4-BE49-F238E27FC236}">
                    <a16:creationId xmlns:a16="http://schemas.microsoft.com/office/drawing/2014/main" id="{DFE12D64-043F-4346-9714-CCD7D19CC440}"/>
                  </a:ext>
                </a:extLst>
              </p:cNvPr>
              <p:cNvSpPr/>
              <p:nvPr/>
            </p:nvSpPr>
            <p:spPr>
              <a:xfrm>
                <a:off x="827850" y="101264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流程图: 接点 56">
                <a:extLst>
                  <a:ext uri="{FF2B5EF4-FFF2-40B4-BE49-F238E27FC236}">
                    <a16:creationId xmlns:a16="http://schemas.microsoft.com/office/drawing/2014/main" id="{DD539FCD-23A1-43D1-9ADE-EC09CBFAD80E}"/>
                  </a:ext>
                </a:extLst>
              </p:cNvPr>
              <p:cNvSpPr/>
              <p:nvPr/>
            </p:nvSpPr>
            <p:spPr>
              <a:xfrm>
                <a:off x="773639" y="94925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流程图: 接点 57">
                <a:extLst>
                  <a:ext uri="{FF2B5EF4-FFF2-40B4-BE49-F238E27FC236}">
                    <a16:creationId xmlns:a16="http://schemas.microsoft.com/office/drawing/2014/main" id="{86542C6E-C857-48AC-AF70-941029133EE4}"/>
                  </a:ext>
                </a:extLst>
              </p:cNvPr>
              <p:cNvSpPr/>
              <p:nvPr/>
            </p:nvSpPr>
            <p:spPr>
              <a:xfrm>
                <a:off x="827850" y="106076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流程图: 接点 58">
                <a:extLst>
                  <a:ext uri="{FF2B5EF4-FFF2-40B4-BE49-F238E27FC236}">
                    <a16:creationId xmlns:a16="http://schemas.microsoft.com/office/drawing/2014/main" id="{7A125383-63B0-4E64-834F-3348DC0E6AE7}"/>
                  </a:ext>
                </a:extLst>
              </p:cNvPr>
              <p:cNvSpPr/>
              <p:nvPr/>
            </p:nvSpPr>
            <p:spPr>
              <a:xfrm>
                <a:off x="851056" y="96530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流程图: 接点 59">
                <a:extLst>
                  <a:ext uri="{FF2B5EF4-FFF2-40B4-BE49-F238E27FC236}">
                    <a16:creationId xmlns:a16="http://schemas.microsoft.com/office/drawing/2014/main" id="{2010F917-A402-40B0-B87C-0777F20CE4D2}"/>
                  </a:ext>
                </a:extLst>
              </p:cNvPr>
              <p:cNvSpPr/>
              <p:nvPr/>
            </p:nvSpPr>
            <p:spPr>
              <a:xfrm>
                <a:off x="987730" y="99738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流程图: 接点 60">
                <a:extLst>
                  <a:ext uri="{FF2B5EF4-FFF2-40B4-BE49-F238E27FC236}">
                    <a16:creationId xmlns:a16="http://schemas.microsoft.com/office/drawing/2014/main" id="{B1904B9E-9028-4572-AF54-23F6A6A3832E}"/>
                  </a:ext>
                </a:extLst>
              </p:cNvPr>
              <p:cNvSpPr/>
              <p:nvPr/>
            </p:nvSpPr>
            <p:spPr>
              <a:xfrm>
                <a:off x="851056" y="101342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流程图: 接点 61">
                <a:extLst>
                  <a:ext uri="{FF2B5EF4-FFF2-40B4-BE49-F238E27FC236}">
                    <a16:creationId xmlns:a16="http://schemas.microsoft.com/office/drawing/2014/main" id="{6BAD9EE1-7A9A-475E-A050-BCB75ED13302}"/>
                  </a:ext>
                </a:extLst>
              </p:cNvPr>
              <p:cNvSpPr/>
              <p:nvPr/>
            </p:nvSpPr>
            <p:spPr>
              <a:xfrm>
                <a:off x="508868" y="75043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流程图: 接点 62">
                <a:extLst>
                  <a:ext uri="{FF2B5EF4-FFF2-40B4-BE49-F238E27FC236}">
                    <a16:creationId xmlns:a16="http://schemas.microsoft.com/office/drawing/2014/main" id="{2C2DFB63-C8C9-4B8B-B5F7-BC2B43741D76}"/>
                  </a:ext>
                </a:extLst>
              </p:cNvPr>
              <p:cNvSpPr/>
              <p:nvPr/>
            </p:nvSpPr>
            <p:spPr>
              <a:xfrm>
                <a:off x="645542" y="7825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流程图: 接点 63">
                <a:extLst>
                  <a:ext uri="{FF2B5EF4-FFF2-40B4-BE49-F238E27FC236}">
                    <a16:creationId xmlns:a16="http://schemas.microsoft.com/office/drawing/2014/main" id="{267245EB-3381-4D41-81FD-481926D2EE95}"/>
                  </a:ext>
                </a:extLst>
              </p:cNvPr>
              <p:cNvSpPr/>
              <p:nvPr/>
            </p:nvSpPr>
            <p:spPr>
              <a:xfrm>
                <a:off x="508868" y="79856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流程图: 接点 64">
                <a:extLst>
                  <a:ext uri="{FF2B5EF4-FFF2-40B4-BE49-F238E27FC236}">
                    <a16:creationId xmlns:a16="http://schemas.microsoft.com/office/drawing/2014/main" id="{4BB87640-5960-4A5D-A24E-AF39BB23B43B}"/>
                  </a:ext>
                </a:extLst>
              </p:cNvPr>
              <p:cNvSpPr/>
              <p:nvPr/>
            </p:nvSpPr>
            <p:spPr>
              <a:xfrm>
                <a:off x="532073" y="7030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流程图: 接点 65">
                <a:extLst>
                  <a:ext uri="{FF2B5EF4-FFF2-40B4-BE49-F238E27FC236}">
                    <a16:creationId xmlns:a16="http://schemas.microsoft.com/office/drawing/2014/main" id="{2270FAD3-1625-417A-81DD-8081C788E09B}"/>
                  </a:ext>
                </a:extLst>
              </p:cNvPr>
              <p:cNvSpPr/>
              <p:nvPr/>
            </p:nvSpPr>
            <p:spPr>
              <a:xfrm>
                <a:off x="668748" y="73518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流程图: 接点 66">
                <a:extLst>
                  <a:ext uri="{FF2B5EF4-FFF2-40B4-BE49-F238E27FC236}">
                    <a16:creationId xmlns:a16="http://schemas.microsoft.com/office/drawing/2014/main" id="{473B34AF-BAE7-4F35-854D-8E24C9AD51D3}"/>
                  </a:ext>
                </a:extLst>
              </p:cNvPr>
              <p:cNvSpPr/>
              <p:nvPr/>
            </p:nvSpPr>
            <p:spPr>
              <a:xfrm>
                <a:off x="532073" y="75122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流程图: 接点 67">
                <a:extLst>
                  <a:ext uri="{FF2B5EF4-FFF2-40B4-BE49-F238E27FC236}">
                    <a16:creationId xmlns:a16="http://schemas.microsoft.com/office/drawing/2014/main" id="{52BF5653-9437-4EB1-A71C-886FC5190DE6}"/>
                  </a:ext>
                </a:extLst>
              </p:cNvPr>
              <p:cNvSpPr/>
              <p:nvPr/>
            </p:nvSpPr>
            <p:spPr>
              <a:xfrm>
                <a:off x="634308" y="88626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流程图: 接点 68">
                <a:extLst>
                  <a:ext uri="{FF2B5EF4-FFF2-40B4-BE49-F238E27FC236}">
                    <a16:creationId xmlns:a16="http://schemas.microsoft.com/office/drawing/2014/main" id="{12DAEED4-4BD3-47FD-B08D-F5A2EF3CE02D}"/>
                  </a:ext>
                </a:extLst>
              </p:cNvPr>
              <p:cNvSpPr/>
              <p:nvPr/>
            </p:nvSpPr>
            <p:spPr>
              <a:xfrm>
                <a:off x="580096" y="82288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流程图: 接点 69">
                <a:extLst>
                  <a:ext uri="{FF2B5EF4-FFF2-40B4-BE49-F238E27FC236}">
                    <a16:creationId xmlns:a16="http://schemas.microsoft.com/office/drawing/2014/main" id="{0D85E25B-E6DA-40CF-BB7E-2844FECB4DCF}"/>
                  </a:ext>
                </a:extLst>
              </p:cNvPr>
              <p:cNvSpPr/>
              <p:nvPr/>
            </p:nvSpPr>
            <p:spPr>
              <a:xfrm>
                <a:off x="634308" y="93439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流程图: 接点 70">
                <a:extLst>
                  <a:ext uri="{FF2B5EF4-FFF2-40B4-BE49-F238E27FC236}">
                    <a16:creationId xmlns:a16="http://schemas.microsoft.com/office/drawing/2014/main" id="{DEEF9C40-E434-4F40-AE08-40253F758903}"/>
                  </a:ext>
                </a:extLst>
              </p:cNvPr>
              <p:cNvSpPr/>
              <p:nvPr/>
            </p:nvSpPr>
            <p:spPr>
              <a:xfrm>
                <a:off x="657514" y="83892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流程图: 接点 71">
                <a:extLst>
                  <a:ext uri="{FF2B5EF4-FFF2-40B4-BE49-F238E27FC236}">
                    <a16:creationId xmlns:a16="http://schemas.microsoft.com/office/drawing/2014/main" id="{05969812-9D76-4F47-B488-30439846B98E}"/>
                  </a:ext>
                </a:extLst>
              </p:cNvPr>
              <p:cNvSpPr/>
              <p:nvPr/>
            </p:nvSpPr>
            <p:spPr>
              <a:xfrm>
                <a:off x="794188" y="87100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流程图: 接点 72">
                <a:extLst>
                  <a:ext uri="{FF2B5EF4-FFF2-40B4-BE49-F238E27FC236}">
                    <a16:creationId xmlns:a16="http://schemas.microsoft.com/office/drawing/2014/main" id="{13F55598-BC55-4A20-BA2B-72F1F03592EA}"/>
                  </a:ext>
                </a:extLst>
              </p:cNvPr>
              <p:cNvSpPr/>
              <p:nvPr/>
            </p:nvSpPr>
            <p:spPr>
              <a:xfrm>
                <a:off x="657514" y="88705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流程图: 接点 73">
                <a:extLst>
                  <a:ext uri="{FF2B5EF4-FFF2-40B4-BE49-F238E27FC236}">
                    <a16:creationId xmlns:a16="http://schemas.microsoft.com/office/drawing/2014/main" id="{4E23A300-8414-4A9E-99CD-0A124497BD9C}"/>
                  </a:ext>
                </a:extLst>
              </p:cNvPr>
              <p:cNvSpPr/>
              <p:nvPr/>
            </p:nvSpPr>
            <p:spPr>
              <a:xfrm>
                <a:off x="455086" y="82986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流程图: 接点 74">
                <a:extLst>
                  <a:ext uri="{FF2B5EF4-FFF2-40B4-BE49-F238E27FC236}">
                    <a16:creationId xmlns:a16="http://schemas.microsoft.com/office/drawing/2014/main" id="{49D8CE42-AEBF-4498-B56B-847C0B09D90D}"/>
                  </a:ext>
                </a:extLst>
              </p:cNvPr>
              <p:cNvSpPr/>
              <p:nvPr/>
            </p:nvSpPr>
            <p:spPr>
              <a:xfrm>
                <a:off x="591760" y="86194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流程图: 接点 75">
                <a:extLst>
                  <a:ext uri="{FF2B5EF4-FFF2-40B4-BE49-F238E27FC236}">
                    <a16:creationId xmlns:a16="http://schemas.microsoft.com/office/drawing/2014/main" id="{177E903C-EA71-4E18-AB59-1F960F2FED85}"/>
                  </a:ext>
                </a:extLst>
              </p:cNvPr>
              <p:cNvSpPr/>
              <p:nvPr/>
            </p:nvSpPr>
            <p:spPr>
              <a:xfrm>
                <a:off x="455086" y="87799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流程图: 接点 76">
                <a:extLst>
                  <a:ext uri="{FF2B5EF4-FFF2-40B4-BE49-F238E27FC236}">
                    <a16:creationId xmlns:a16="http://schemas.microsoft.com/office/drawing/2014/main" id="{17C3B409-782B-4218-8E0A-F80E0BC0A2F8}"/>
                  </a:ext>
                </a:extLst>
              </p:cNvPr>
              <p:cNvSpPr/>
              <p:nvPr/>
            </p:nvSpPr>
            <p:spPr>
              <a:xfrm>
                <a:off x="478291" y="7825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流程图: 接点 77">
                <a:extLst>
                  <a:ext uri="{FF2B5EF4-FFF2-40B4-BE49-F238E27FC236}">
                    <a16:creationId xmlns:a16="http://schemas.microsoft.com/office/drawing/2014/main" id="{E5A49590-F5CA-4F3F-BA63-DE8D6B4E22A5}"/>
                  </a:ext>
                </a:extLst>
              </p:cNvPr>
              <p:cNvSpPr/>
              <p:nvPr/>
            </p:nvSpPr>
            <p:spPr>
              <a:xfrm>
                <a:off x="614965" y="81460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流程图: 接点 78">
                <a:extLst>
                  <a:ext uri="{FF2B5EF4-FFF2-40B4-BE49-F238E27FC236}">
                    <a16:creationId xmlns:a16="http://schemas.microsoft.com/office/drawing/2014/main" id="{63B8EF7F-5CF2-4A86-B598-3A316CBC02DD}"/>
                  </a:ext>
                </a:extLst>
              </p:cNvPr>
              <p:cNvSpPr/>
              <p:nvPr/>
            </p:nvSpPr>
            <p:spPr>
              <a:xfrm>
                <a:off x="478291" y="83065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流程图: 接点 79">
                <a:extLst>
                  <a:ext uri="{FF2B5EF4-FFF2-40B4-BE49-F238E27FC236}">
                    <a16:creationId xmlns:a16="http://schemas.microsoft.com/office/drawing/2014/main" id="{689E2FF6-7B80-4DDD-A8AC-93FD34D19B91}"/>
                  </a:ext>
                </a:extLst>
              </p:cNvPr>
              <p:cNvSpPr/>
              <p:nvPr/>
            </p:nvSpPr>
            <p:spPr>
              <a:xfrm>
                <a:off x="580526" y="96569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流程图: 接点 80">
                <a:extLst>
                  <a:ext uri="{FF2B5EF4-FFF2-40B4-BE49-F238E27FC236}">
                    <a16:creationId xmlns:a16="http://schemas.microsoft.com/office/drawing/2014/main" id="{2F33ED0D-203A-4B54-975B-286B02B0FA26}"/>
                  </a:ext>
                </a:extLst>
              </p:cNvPr>
              <p:cNvSpPr/>
              <p:nvPr/>
            </p:nvSpPr>
            <p:spPr>
              <a:xfrm>
                <a:off x="526314" y="90230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流程图: 接点 81">
                <a:extLst>
                  <a:ext uri="{FF2B5EF4-FFF2-40B4-BE49-F238E27FC236}">
                    <a16:creationId xmlns:a16="http://schemas.microsoft.com/office/drawing/2014/main" id="{C8B8AA81-83D9-4374-AB7D-746B3A58F95F}"/>
                  </a:ext>
                </a:extLst>
              </p:cNvPr>
              <p:cNvSpPr/>
              <p:nvPr/>
            </p:nvSpPr>
            <p:spPr>
              <a:xfrm>
                <a:off x="580526" y="101381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流程图: 接点 82">
                <a:extLst>
                  <a:ext uri="{FF2B5EF4-FFF2-40B4-BE49-F238E27FC236}">
                    <a16:creationId xmlns:a16="http://schemas.microsoft.com/office/drawing/2014/main" id="{B819C43C-B8E0-4B3E-AE35-1DA2D878B54A}"/>
                  </a:ext>
                </a:extLst>
              </p:cNvPr>
              <p:cNvSpPr/>
              <p:nvPr/>
            </p:nvSpPr>
            <p:spPr>
              <a:xfrm>
                <a:off x="603732" y="91835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流程图: 接点 83">
                <a:extLst>
                  <a:ext uri="{FF2B5EF4-FFF2-40B4-BE49-F238E27FC236}">
                    <a16:creationId xmlns:a16="http://schemas.microsoft.com/office/drawing/2014/main" id="{503C0C5F-940E-4CA4-970E-64EBDB8AC2DB}"/>
                  </a:ext>
                </a:extLst>
              </p:cNvPr>
              <p:cNvSpPr/>
              <p:nvPr/>
            </p:nvSpPr>
            <p:spPr>
              <a:xfrm>
                <a:off x="740406" y="95043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流程图: 接点 84">
                <a:extLst>
                  <a:ext uri="{FF2B5EF4-FFF2-40B4-BE49-F238E27FC236}">
                    <a16:creationId xmlns:a16="http://schemas.microsoft.com/office/drawing/2014/main" id="{C74C3E69-6B4B-415E-BBE3-C5B25F2DE672}"/>
                  </a:ext>
                </a:extLst>
              </p:cNvPr>
              <p:cNvSpPr/>
              <p:nvPr/>
            </p:nvSpPr>
            <p:spPr>
              <a:xfrm>
                <a:off x="603732" y="96647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流程图: 接点 85">
                <a:extLst>
                  <a:ext uri="{FF2B5EF4-FFF2-40B4-BE49-F238E27FC236}">
                    <a16:creationId xmlns:a16="http://schemas.microsoft.com/office/drawing/2014/main" id="{EE768A9A-A764-463D-A31C-21F019C48A95}"/>
                  </a:ext>
                </a:extLst>
              </p:cNvPr>
              <p:cNvSpPr/>
              <p:nvPr/>
            </p:nvSpPr>
            <p:spPr>
              <a:xfrm>
                <a:off x="634308" y="88626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流程图: 接点 86">
                <a:extLst>
                  <a:ext uri="{FF2B5EF4-FFF2-40B4-BE49-F238E27FC236}">
                    <a16:creationId xmlns:a16="http://schemas.microsoft.com/office/drawing/2014/main" id="{4D9FC858-DB10-4ED5-A459-A08250EBC8F5}"/>
                  </a:ext>
                </a:extLst>
              </p:cNvPr>
              <p:cNvSpPr/>
              <p:nvPr/>
            </p:nvSpPr>
            <p:spPr>
              <a:xfrm>
                <a:off x="770982" y="91835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流程图: 接点 87">
                <a:extLst>
                  <a:ext uri="{FF2B5EF4-FFF2-40B4-BE49-F238E27FC236}">
                    <a16:creationId xmlns:a16="http://schemas.microsoft.com/office/drawing/2014/main" id="{47217323-A73C-4AEE-8025-30CC925A3725}"/>
                  </a:ext>
                </a:extLst>
              </p:cNvPr>
              <p:cNvSpPr/>
              <p:nvPr/>
            </p:nvSpPr>
            <p:spPr>
              <a:xfrm>
                <a:off x="634308" y="93439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流程图: 接点 88">
                <a:extLst>
                  <a:ext uri="{FF2B5EF4-FFF2-40B4-BE49-F238E27FC236}">
                    <a16:creationId xmlns:a16="http://schemas.microsoft.com/office/drawing/2014/main" id="{F1048B6C-1566-4265-BD3F-23C08E36A263}"/>
                  </a:ext>
                </a:extLst>
              </p:cNvPr>
              <p:cNvSpPr/>
              <p:nvPr/>
            </p:nvSpPr>
            <p:spPr>
              <a:xfrm>
                <a:off x="657514" y="83892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流程图: 接点 89">
                <a:extLst>
                  <a:ext uri="{FF2B5EF4-FFF2-40B4-BE49-F238E27FC236}">
                    <a16:creationId xmlns:a16="http://schemas.microsoft.com/office/drawing/2014/main" id="{AC4390CC-3D33-4EF6-9651-884F4612057D}"/>
                  </a:ext>
                </a:extLst>
              </p:cNvPr>
              <p:cNvSpPr/>
              <p:nvPr/>
            </p:nvSpPr>
            <p:spPr>
              <a:xfrm>
                <a:off x="794188" y="87100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流程图: 接点 90">
                <a:extLst>
                  <a:ext uri="{FF2B5EF4-FFF2-40B4-BE49-F238E27FC236}">
                    <a16:creationId xmlns:a16="http://schemas.microsoft.com/office/drawing/2014/main" id="{4F2C80B0-2308-407E-BB16-8BA8EE7DAF18}"/>
                  </a:ext>
                </a:extLst>
              </p:cNvPr>
              <p:cNvSpPr/>
              <p:nvPr/>
            </p:nvSpPr>
            <p:spPr>
              <a:xfrm>
                <a:off x="657514" y="88705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流程图: 接点 91">
                <a:extLst>
                  <a:ext uri="{FF2B5EF4-FFF2-40B4-BE49-F238E27FC236}">
                    <a16:creationId xmlns:a16="http://schemas.microsoft.com/office/drawing/2014/main" id="{E285BC91-B248-4DC5-B7D3-3C00C35A9F08}"/>
                  </a:ext>
                </a:extLst>
              </p:cNvPr>
              <p:cNvSpPr/>
              <p:nvPr/>
            </p:nvSpPr>
            <p:spPr>
              <a:xfrm>
                <a:off x="759749" y="102209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流程图: 接点 92">
                <a:extLst>
                  <a:ext uri="{FF2B5EF4-FFF2-40B4-BE49-F238E27FC236}">
                    <a16:creationId xmlns:a16="http://schemas.microsoft.com/office/drawing/2014/main" id="{77F20ED1-0DE8-4FD0-8683-DB64AE49C89A}"/>
                  </a:ext>
                </a:extLst>
              </p:cNvPr>
              <p:cNvSpPr/>
              <p:nvPr/>
            </p:nvSpPr>
            <p:spPr>
              <a:xfrm>
                <a:off x="705537" y="95870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流程图: 接点 93">
                <a:extLst>
                  <a:ext uri="{FF2B5EF4-FFF2-40B4-BE49-F238E27FC236}">
                    <a16:creationId xmlns:a16="http://schemas.microsoft.com/office/drawing/2014/main" id="{3B911D5F-6BB4-47A1-82A1-9F517AA5977D}"/>
                  </a:ext>
                </a:extLst>
              </p:cNvPr>
              <p:cNvSpPr/>
              <p:nvPr/>
            </p:nvSpPr>
            <p:spPr>
              <a:xfrm>
                <a:off x="759749" y="107022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流程图: 接点 94">
                <a:extLst>
                  <a:ext uri="{FF2B5EF4-FFF2-40B4-BE49-F238E27FC236}">
                    <a16:creationId xmlns:a16="http://schemas.microsoft.com/office/drawing/2014/main" id="{A4C6B08D-902A-47DB-A4ED-90AE38B8C600}"/>
                  </a:ext>
                </a:extLst>
              </p:cNvPr>
              <p:cNvSpPr/>
              <p:nvPr/>
            </p:nvSpPr>
            <p:spPr>
              <a:xfrm>
                <a:off x="782954" y="97475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流程图: 接点 95">
                <a:extLst>
                  <a:ext uri="{FF2B5EF4-FFF2-40B4-BE49-F238E27FC236}">
                    <a16:creationId xmlns:a16="http://schemas.microsoft.com/office/drawing/2014/main" id="{DD92E1BC-9D2E-4739-BA3D-7DF2EB17DAA2}"/>
                  </a:ext>
                </a:extLst>
              </p:cNvPr>
              <p:cNvSpPr/>
              <p:nvPr/>
            </p:nvSpPr>
            <p:spPr>
              <a:xfrm>
                <a:off x="919629" y="100683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流程图: 接点 96">
                <a:extLst>
                  <a:ext uri="{FF2B5EF4-FFF2-40B4-BE49-F238E27FC236}">
                    <a16:creationId xmlns:a16="http://schemas.microsoft.com/office/drawing/2014/main" id="{F68EBAEC-FA30-440F-A0AD-E39172369632}"/>
                  </a:ext>
                </a:extLst>
              </p:cNvPr>
              <p:cNvSpPr/>
              <p:nvPr/>
            </p:nvSpPr>
            <p:spPr>
              <a:xfrm>
                <a:off x="782954" y="102287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流程图: 接点 97">
                <a:extLst>
                  <a:ext uri="{FF2B5EF4-FFF2-40B4-BE49-F238E27FC236}">
                    <a16:creationId xmlns:a16="http://schemas.microsoft.com/office/drawing/2014/main" id="{29D08461-627F-4BBF-A3FE-7FE4BD548862}"/>
                  </a:ext>
                </a:extLst>
              </p:cNvPr>
              <p:cNvSpPr/>
              <p:nvPr/>
            </p:nvSpPr>
            <p:spPr>
              <a:xfrm>
                <a:off x="580526" y="96569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流程图: 接点 98">
                <a:extLst>
                  <a:ext uri="{FF2B5EF4-FFF2-40B4-BE49-F238E27FC236}">
                    <a16:creationId xmlns:a16="http://schemas.microsoft.com/office/drawing/2014/main" id="{3451662C-A10C-4ED8-ADC4-98481FE7FDC5}"/>
                  </a:ext>
                </a:extLst>
              </p:cNvPr>
              <p:cNvSpPr/>
              <p:nvPr/>
            </p:nvSpPr>
            <p:spPr>
              <a:xfrm>
                <a:off x="717200" y="99777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流程图: 接点 99">
                <a:extLst>
                  <a:ext uri="{FF2B5EF4-FFF2-40B4-BE49-F238E27FC236}">
                    <a16:creationId xmlns:a16="http://schemas.microsoft.com/office/drawing/2014/main" id="{A3F69753-7160-4F7D-94FB-1A536ADFEE3A}"/>
                  </a:ext>
                </a:extLst>
              </p:cNvPr>
              <p:cNvSpPr/>
              <p:nvPr/>
            </p:nvSpPr>
            <p:spPr>
              <a:xfrm>
                <a:off x="580526" y="101381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流程图: 接点 100">
                <a:extLst>
                  <a:ext uri="{FF2B5EF4-FFF2-40B4-BE49-F238E27FC236}">
                    <a16:creationId xmlns:a16="http://schemas.microsoft.com/office/drawing/2014/main" id="{D90256BC-F64F-4E91-9BD6-121548082FB5}"/>
                  </a:ext>
                </a:extLst>
              </p:cNvPr>
              <p:cNvSpPr/>
              <p:nvPr/>
            </p:nvSpPr>
            <p:spPr>
              <a:xfrm>
                <a:off x="603732" y="91835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流程图: 接点 101">
                <a:extLst>
                  <a:ext uri="{FF2B5EF4-FFF2-40B4-BE49-F238E27FC236}">
                    <a16:creationId xmlns:a16="http://schemas.microsoft.com/office/drawing/2014/main" id="{9BEAB412-5D38-42C0-908A-A6570653AB23}"/>
                  </a:ext>
                </a:extLst>
              </p:cNvPr>
              <p:cNvSpPr/>
              <p:nvPr/>
            </p:nvSpPr>
            <p:spPr>
              <a:xfrm>
                <a:off x="740406" y="95043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流程图: 接点 102">
                <a:extLst>
                  <a:ext uri="{FF2B5EF4-FFF2-40B4-BE49-F238E27FC236}">
                    <a16:creationId xmlns:a16="http://schemas.microsoft.com/office/drawing/2014/main" id="{67D5AAD3-1445-4C2D-AA10-561017C5239F}"/>
                  </a:ext>
                </a:extLst>
              </p:cNvPr>
              <p:cNvSpPr/>
              <p:nvPr/>
            </p:nvSpPr>
            <p:spPr>
              <a:xfrm>
                <a:off x="603732" y="96647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流程图: 接点 103">
                <a:extLst>
                  <a:ext uri="{FF2B5EF4-FFF2-40B4-BE49-F238E27FC236}">
                    <a16:creationId xmlns:a16="http://schemas.microsoft.com/office/drawing/2014/main" id="{4FD31866-C8D3-4266-A7F3-05E0F1DFAE2B}"/>
                  </a:ext>
                </a:extLst>
              </p:cNvPr>
              <p:cNvSpPr/>
              <p:nvPr/>
            </p:nvSpPr>
            <p:spPr>
              <a:xfrm>
                <a:off x="705967" y="110151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流程图: 接点 104">
                <a:extLst>
                  <a:ext uri="{FF2B5EF4-FFF2-40B4-BE49-F238E27FC236}">
                    <a16:creationId xmlns:a16="http://schemas.microsoft.com/office/drawing/2014/main" id="{11CA7C74-ECE0-4E1C-836A-C95D75953FB2}"/>
                  </a:ext>
                </a:extLst>
              </p:cNvPr>
              <p:cNvSpPr/>
              <p:nvPr/>
            </p:nvSpPr>
            <p:spPr>
              <a:xfrm>
                <a:off x="651755" y="103813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流程图: 接点 105">
                <a:extLst>
                  <a:ext uri="{FF2B5EF4-FFF2-40B4-BE49-F238E27FC236}">
                    <a16:creationId xmlns:a16="http://schemas.microsoft.com/office/drawing/2014/main" id="{8C6B013E-8796-4A13-9D9F-A15742346BAC}"/>
                  </a:ext>
                </a:extLst>
              </p:cNvPr>
              <p:cNvSpPr/>
              <p:nvPr/>
            </p:nvSpPr>
            <p:spPr>
              <a:xfrm>
                <a:off x="705967" y="114964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流程图: 接点 106">
                <a:extLst>
                  <a:ext uri="{FF2B5EF4-FFF2-40B4-BE49-F238E27FC236}">
                    <a16:creationId xmlns:a16="http://schemas.microsoft.com/office/drawing/2014/main" id="{185D0A3E-C551-4286-929F-E1256CDE69E4}"/>
                  </a:ext>
                </a:extLst>
              </p:cNvPr>
              <p:cNvSpPr/>
              <p:nvPr/>
            </p:nvSpPr>
            <p:spPr>
              <a:xfrm>
                <a:off x="729172" y="105417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流程图: 接点 107">
                <a:extLst>
                  <a:ext uri="{FF2B5EF4-FFF2-40B4-BE49-F238E27FC236}">
                    <a16:creationId xmlns:a16="http://schemas.microsoft.com/office/drawing/2014/main" id="{F19C76B0-D18E-4396-A828-5BBE5F09D81C}"/>
                  </a:ext>
                </a:extLst>
              </p:cNvPr>
              <p:cNvSpPr/>
              <p:nvPr/>
            </p:nvSpPr>
            <p:spPr>
              <a:xfrm>
                <a:off x="865846" y="108626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流程图: 接点 108">
                <a:extLst>
                  <a:ext uri="{FF2B5EF4-FFF2-40B4-BE49-F238E27FC236}">
                    <a16:creationId xmlns:a16="http://schemas.microsoft.com/office/drawing/2014/main" id="{3AFA2243-B605-484D-9BA3-C13F89E3B9A5}"/>
                  </a:ext>
                </a:extLst>
              </p:cNvPr>
              <p:cNvSpPr/>
              <p:nvPr/>
            </p:nvSpPr>
            <p:spPr>
              <a:xfrm>
                <a:off x="729172" y="11023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流程图: 接点 109">
                <a:extLst>
                  <a:ext uri="{FF2B5EF4-FFF2-40B4-BE49-F238E27FC236}">
                    <a16:creationId xmlns:a16="http://schemas.microsoft.com/office/drawing/2014/main" id="{D803430D-264B-4F52-B8AE-B642EAD6CB4D}"/>
                  </a:ext>
                </a:extLst>
              </p:cNvPr>
              <p:cNvSpPr/>
              <p:nvPr/>
            </p:nvSpPr>
            <p:spPr>
              <a:xfrm>
                <a:off x="638429" y="61343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流程图: 接点 110">
                <a:extLst>
                  <a:ext uri="{FF2B5EF4-FFF2-40B4-BE49-F238E27FC236}">
                    <a16:creationId xmlns:a16="http://schemas.microsoft.com/office/drawing/2014/main" id="{9458FC1D-22AC-4712-838E-13A18101958A}"/>
                  </a:ext>
                </a:extLst>
              </p:cNvPr>
              <p:cNvSpPr/>
              <p:nvPr/>
            </p:nvSpPr>
            <p:spPr>
              <a:xfrm>
                <a:off x="775103" y="64551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流程图: 接点 111">
                <a:extLst>
                  <a:ext uri="{FF2B5EF4-FFF2-40B4-BE49-F238E27FC236}">
                    <a16:creationId xmlns:a16="http://schemas.microsoft.com/office/drawing/2014/main" id="{B69C3923-241B-4018-9F51-34BDA0BBE5B4}"/>
                  </a:ext>
                </a:extLst>
              </p:cNvPr>
              <p:cNvSpPr/>
              <p:nvPr/>
            </p:nvSpPr>
            <p:spPr>
              <a:xfrm>
                <a:off x="638429" y="66155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流程图: 接点 112">
                <a:extLst>
                  <a:ext uri="{FF2B5EF4-FFF2-40B4-BE49-F238E27FC236}">
                    <a16:creationId xmlns:a16="http://schemas.microsoft.com/office/drawing/2014/main" id="{D2ADEABD-C51E-49B0-B286-A9627CBD2601}"/>
                  </a:ext>
                </a:extLst>
              </p:cNvPr>
              <p:cNvSpPr/>
              <p:nvPr/>
            </p:nvSpPr>
            <p:spPr>
              <a:xfrm>
                <a:off x="661634" y="56609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流程图: 接点 113">
                <a:extLst>
                  <a:ext uri="{FF2B5EF4-FFF2-40B4-BE49-F238E27FC236}">
                    <a16:creationId xmlns:a16="http://schemas.microsoft.com/office/drawing/2014/main" id="{CCE8F796-CB9E-41C2-954C-C8A4C0A57389}"/>
                  </a:ext>
                </a:extLst>
              </p:cNvPr>
              <p:cNvSpPr/>
              <p:nvPr/>
            </p:nvSpPr>
            <p:spPr>
              <a:xfrm>
                <a:off x="798309" y="59817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" name="流程图: 接点 114">
                <a:extLst>
                  <a:ext uri="{FF2B5EF4-FFF2-40B4-BE49-F238E27FC236}">
                    <a16:creationId xmlns:a16="http://schemas.microsoft.com/office/drawing/2014/main" id="{239CA64F-B7D6-40D9-A705-47A1248E6587}"/>
                  </a:ext>
                </a:extLst>
              </p:cNvPr>
              <p:cNvSpPr/>
              <p:nvPr/>
            </p:nvSpPr>
            <p:spPr>
              <a:xfrm>
                <a:off x="661634" y="61421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流程图: 接点 115">
                <a:extLst>
                  <a:ext uri="{FF2B5EF4-FFF2-40B4-BE49-F238E27FC236}">
                    <a16:creationId xmlns:a16="http://schemas.microsoft.com/office/drawing/2014/main" id="{DBAC457F-589E-44D2-B1F1-67665EDF1230}"/>
                  </a:ext>
                </a:extLst>
              </p:cNvPr>
              <p:cNvSpPr/>
              <p:nvPr/>
            </p:nvSpPr>
            <p:spPr>
              <a:xfrm>
                <a:off x="763869" y="74925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流程图: 接点 116">
                <a:extLst>
                  <a:ext uri="{FF2B5EF4-FFF2-40B4-BE49-F238E27FC236}">
                    <a16:creationId xmlns:a16="http://schemas.microsoft.com/office/drawing/2014/main" id="{A34FBBFA-45CC-4EF6-83F9-BE43BEF9FC4F}"/>
                  </a:ext>
                </a:extLst>
              </p:cNvPr>
              <p:cNvSpPr/>
              <p:nvPr/>
            </p:nvSpPr>
            <p:spPr>
              <a:xfrm>
                <a:off x="709657" y="68587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流程图: 接点 117">
                <a:extLst>
                  <a:ext uri="{FF2B5EF4-FFF2-40B4-BE49-F238E27FC236}">
                    <a16:creationId xmlns:a16="http://schemas.microsoft.com/office/drawing/2014/main" id="{1C6BDEB9-7F78-47AC-A11E-7440785CC0A1}"/>
                  </a:ext>
                </a:extLst>
              </p:cNvPr>
              <p:cNvSpPr/>
              <p:nvPr/>
            </p:nvSpPr>
            <p:spPr>
              <a:xfrm>
                <a:off x="763869" y="79738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流程图: 接点 118">
                <a:extLst>
                  <a:ext uri="{FF2B5EF4-FFF2-40B4-BE49-F238E27FC236}">
                    <a16:creationId xmlns:a16="http://schemas.microsoft.com/office/drawing/2014/main" id="{75F55496-7CDD-47BB-A713-5B756780F3D0}"/>
                  </a:ext>
                </a:extLst>
              </p:cNvPr>
              <p:cNvSpPr/>
              <p:nvPr/>
            </p:nvSpPr>
            <p:spPr>
              <a:xfrm>
                <a:off x="787075" y="70191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流程图: 接点 119">
                <a:extLst>
                  <a:ext uri="{FF2B5EF4-FFF2-40B4-BE49-F238E27FC236}">
                    <a16:creationId xmlns:a16="http://schemas.microsoft.com/office/drawing/2014/main" id="{312F4D4B-1760-4B99-B5CA-DAAE9FE16F01}"/>
                  </a:ext>
                </a:extLst>
              </p:cNvPr>
              <p:cNvSpPr/>
              <p:nvPr/>
            </p:nvSpPr>
            <p:spPr>
              <a:xfrm>
                <a:off x="923749" y="73400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流程图: 接点 120">
                <a:extLst>
                  <a:ext uri="{FF2B5EF4-FFF2-40B4-BE49-F238E27FC236}">
                    <a16:creationId xmlns:a16="http://schemas.microsoft.com/office/drawing/2014/main" id="{88523658-C72B-4B88-A87E-233DE432E64A}"/>
                  </a:ext>
                </a:extLst>
              </p:cNvPr>
              <p:cNvSpPr/>
              <p:nvPr/>
            </p:nvSpPr>
            <p:spPr>
              <a:xfrm>
                <a:off x="787075" y="75004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流程图: 接点 121">
                <a:extLst>
                  <a:ext uri="{FF2B5EF4-FFF2-40B4-BE49-F238E27FC236}">
                    <a16:creationId xmlns:a16="http://schemas.microsoft.com/office/drawing/2014/main" id="{D13ACD5E-4065-451F-A3ED-9B245700763B}"/>
                  </a:ext>
                </a:extLst>
              </p:cNvPr>
              <p:cNvSpPr/>
              <p:nvPr/>
            </p:nvSpPr>
            <p:spPr>
              <a:xfrm>
                <a:off x="584647" y="69285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流程图: 接点 122">
                <a:extLst>
                  <a:ext uri="{FF2B5EF4-FFF2-40B4-BE49-F238E27FC236}">
                    <a16:creationId xmlns:a16="http://schemas.microsoft.com/office/drawing/2014/main" id="{11124383-6C34-40EE-A1F9-84FE741C69E7}"/>
                  </a:ext>
                </a:extLst>
              </p:cNvPr>
              <p:cNvSpPr/>
              <p:nvPr/>
            </p:nvSpPr>
            <p:spPr>
              <a:xfrm>
                <a:off x="721321" y="72494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流程图: 接点 123">
                <a:extLst>
                  <a:ext uri="{FF2B5EF4-FFF2-40B4-BE49-F238E27FC236}">
                    <a16:creationId xmlns:a16="http://schemas.microsoft.com/office/drawing/2014/main" id="{9D84E2C4-5BB7-4CB3-91EE-DF0A9EE51AC3}"/>
                  </a:ext>
                </a:extLst>
              </p:cNvPr>
              <p:cNvSpPr/>
              <p:nvPr/>
            </p:nvSpPr>
            <p:spPr>
              <a:xfrm>
                <a:off x="584647" y="74098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流程图: 接点 124">
                <a:extLst>
                  <a:ext uri="{FF2B5EF4-FFF2-40B4-BE49-F238E27FC236}">
                    <a16:creationId xmlns:a16="http://schemas.microsoft.com/office/drawing/2014/main" id="{E322E9EC-7B66-44BB-A1BD-BE715A9D37AC}"/>
                  </a:ext>
                </a:extLst>
              </p:cNvPr>
              <p:cNvSpPr/>
              <p:nvPr/>
            </p:nvSpPr>
            <p:spPr>
              <a:xfrm>
                <a:off x="607852" y="64551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流程图: 接点 125">
                <a:extLst>
                  <a:ext uri="{FF2B5EF4-FFF2-40B4-BE49-F238E27FC236}">
                    <a16:creationId xmlns:a16="http://schemas.microsoft.com/office/drawing/2014/main" id="{9A55C016-B961-4A6D-A045-2F6CDD2125FF}"/>
                  </a:ext>
                </a:extLst>
              </p:cNvPr>
              <p:cNvSpPr/>
              <p:nvPr/>
            </p:nvSpPr>
            <p:spPr>
              <a:xfrm>
                <a:off x="744526" y="67760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流程图: 接点 126">
                <a:extLst>
                  <a:ext uri="{FF2B5EF4-FFF2-40B4-BE49-F238E27FC236}">
                    <a16:creationId xmlns:a16="http://schemas.microsoft.com/office/drawing/2014/main" id="{9ECD3E50-A1F8-498B-A983-38DC4A09DDB4}"/>
                  </a:ext>
                </a:extLst>
              </p:cNvPr>
              <p:cNvSpPr/>
              <p:nvPr/>
            </p:nvSpPr>
            <p:spPr>
              <a:xfrm>
                <a:off x="607852" y="69364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流程图: 接点 127">
                <a:extLst>
                  <a:ext uri="{FF2B5EF4-FFF2-40B4-BE49-F238E27FC236}">
                    <a16:creationId xmlns:a16="http://schemas.microsoft.com/office/drawing/2014/main" id="{455801A7-88C5-4FD3-9020-3DD9B1EF6692}"/>
                  </a:ext>
                </a:extLst>
              </p:cNvPr>
              <p:cNvSpPr/>
              <p:nvPr/>
            </p:nvSpPr>
            <p:spPr>
              <a:xfrm>
                <a:off x="710087" y="82868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流程图: 接点 128">
                <a:extLst>
                  <a:ext uri="{FF2B5EF4-FFF2-40B4-BE49-F238E27FC236}">
                    <a16:creationId xmlns:a16="http://schemas.microsoft.com/office/drawing/2014/main" id="{EA6F1298-9A76-469B-BF95-4B30AD16F660}"/>
                  </a:ext>
                </a:extLst>
              </p:cNvPr>
              <p:cNvSpPr/>
              <p:nvPr/>
            </p:nvSpPr>
            <p:spPr>
              <a:xfrm>
                <a:off x="655875" y="76530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流程图: 接点 129">
                <a:extLst>
                  <a:ext uri="{FF2B5EF4-FFF2-40B4-BE49-F238E27FC236}">
                    <a16:creationId xmlns:a16="http://schemas.microsoft.com/office/drawing/2014/main" id="{AB0739D4-1606-477F-A553-6829EFE8DD2A}"/>
                  </a:ext>
                </a:extLst>
              </p:cNvPr>
              <p:cNvSpPr/>
              <p:nvPr/>
            </p:nvSpPr>
            <p:spPr>
              <a:xfrm>
                <a:off x="710087" y="87681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流程图: 接点 130">
                <a:extLst>
                  <a:ext uri="{FF2B5EF4-FFF2-40B4-BE49-F238E27FC236}">
                    <a16:creationId xmlns:a16="http://schemas.microsoft.com/office/drawing/2014/main" id="{BC092A01-193B-48A5-9D12-E4ABC3866EBB}"/>
                  </a:ext>
                </a:extLst>
              </p:cNvPr>
              <p:cNvSpPr/>
              <p:nvPr/>
            </p:nvSpPr>
            <p:spPr>
              <a:xfrm>
                <a:off x="733293" y="78134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流程图: 接点 131">
                <a:extLst>
                  <a:ext uri="{FF2B5EF4-FFF2-40B4-BE49-F238E27FC236}">
                    <a16:creationId xmlns:a16="http://schemas.microsoft.com/office/drawing/2014/main" id="{0EC54F10-CA44-4CC1-A6FD-24D5C6E20E88}"/>
                  </a:ext>
                </a:extLst>
              </p:cNvPr>
              <p:cNvSpPr/>
              <p:nvPr/>
            </p:nvSpPr>
            <p:spPr>
              <a:xfrm>
                <a:off x="869967" y="81343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流程图: 接点 132">
                <a:extLst>
                  <a:ext uri="{FF2B5EF4-FFF2-40B4-BE49-F238E27FC236}">
                    <a16:creationId xmlns:a16="http://schemas.microsoft.com/office/drawing/2014/main" id="{0E974974-FC77-4FF0-A2BB-0A8A1D0A3EB8}"/>
                  </a:ext>
                </a:extLst>
              </p:cNvPr>
              <p:cNvSpPr/>
              <p:nvPr/>
            </p:nvSpPr>
            <p:spPr>
              <a:xfrm>
                <a:off x="733293" y="82947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流程图: 接点 133">
                <a:extLst>
                  <a:ext uri="{FF2B5EF4-FFF2-40B4-BE49-F238E27FC236}">
                    <a16:creationId xmlns:a16="http://schemas.microsoft.com/office/drawing/2014/main" id="{75717C75-0B13-496D-AAEB-DACC6CA8B3DF}"/>
                  </a:ext>
                </a:extLst>
              </p:cNvPr>
              <p:cNvSpPr/>
              <p:nvPr/>
            </p:nvSpPr>
            <p:spPr>
              <a:xfrm>
                <a:off x="763869" y="74925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流程图: 接点 134">
                <a:extLst>
                  <a:ext uri="{FF2B5EF4-FFF2-40B4-BE49-F238E27FC236}">
                    <a16:creationId xmlns:a16="http://schemas.microsoft.com/office/drawing/2014/main" id="{F5F26914-9C8D-45EB-88AE-3C8046419E47}"/>
                  </a:ext>
                </a:extLst>
              </p:cNvPr>
              <p:cNvSpPr/>
              <p:nvPr/>
            </p:nvSpPr>
            <p:spPr>
              <a:xfrm>
                <a:off x="900543" y="78134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流程图: 接点 135">
                <a:extLst>
                  <a:ext uri="{FF2B5EF4-FFF2-40B4-BE49-F238E27FC236}">
                    <a16:creationId xmlns:a16="http://schemas.microsoft.com/office/drawing/2014/main" id="{594BD8AF-DEB2-48B3-B226-676489EE9213}"/>
                  </a:ext>
                </a:extLst>
              </p:cNvPr>
              <p:cNvSpPr/>
              <p:nvPr/>
            </p:nvSpPr>
            <p:spPr>
              <a:xfrm>
                <a:off x="763869" y="79738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流程图: 接点 136">
                <a:extLst>
                  <a:ext uri="{FF2B5EF4-FFF2-40B4-BE49-F238E27FC236}">
                    <a16:creationId xmlns:a16="http://schemas.microsoft.com/office/drawing/2014/main" id="{8A99ED68-8EB9-47B9-B324-B02E41ECB2AF}"/>
                  </a:ext>
                </a:extLst>
              </p:cNvPr>
              <p:cNvSpPr/>
              <p:nvPr/>
            </p:nvSpPr>
            <p:spPr>
              <a:xfrm>
                <a:off x="787075" y="70191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流程图: 接点 137">
                <a:extLst>
                  <a:ext uri="{FF2B5EF4-FFF2-40B4-BE49-F238E27FC236}">
                    <a16:creationId xmlns:a16="http://schemas.microsoft.com/office/drawing/2014/main" id="{32D5F3CB-2ADC-462B-9FFD-F7DC98EC48DD}"/>
                  </a:ext>
                </a:extLst>
              </p:cNvPr>
              <p:cNvSpPr/>
              <p:nvPr/>
            </p:nvSpPr>
            <p:spPr>
              <a:xfrm>
                <a:off x="923749" y="73400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" name="流程图: 接点 138">
                <a:extLst>
                  <a:ext uri="{FF2B5EF4-FFF2-40B4-BE49-F238E27FC236}">
                    <a16:creationId xmlns:a16="http://schemas.microsoft.com/office/drawing/2014/main" id="{D4572546-0EEF-42B5-8747-9E3D04A6D0F1}"/>
                  </a:ext>
                </a:extLst>
              </p:cNvPr>
              <p:cNvSpPr/>
              <p:nvPr/>
            </p:nvSpPr>
            <p:spPr>
              <a:xfrm>
                <a:off x="787075" y="75004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流程图: 接点 139">
                <a:extLst>
                  <a:ext uri="{FF2B5EF4-FFF2-40B4-BE49-F238E27FC236}">
                    <a16:creationId xmlns:a16="http://schemas.microsoft.com/office/drawing/2014/main" id="{11F60BA1-2D15-4536-A1EB-E438CE8D69EA}"/>
                  </a:ext>
                </a:extLst>
              </p:cNvPr>
              <p:cNvSpPr/>
              <p:nvPr/>
            </p:nvSpPr>
            <p:spPr>
              <a:xfrm>
                <a:off x="889310" y="88508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流程图: 接点 140">
                <a:extLst>
                  <a:ext uri="{FF2B5EF4-FFF2-40B4-BE49-F238E27FC236}">
                    <a16:creationId xmlns:a16="http://schemas.microsoft.com/office/drawing/2014/main" id="{D5EECC90-9AE8-4257-8D27-A610810ABD03}"/>
                  </a:ext>
                </a:extLst>
              </p:cNvPr>
              <p:cNvSpPr/>
              <p:nvPr/>
            </p:nvSpPr>
            <p:spPr>
              <a:xfrm>
                <a:off x="835098" y="82170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流程图: 接点 141">
                <a:extLst>
                  <a:ext uri="{FF2B5EF4-FFF2-40B4-BE49-F238E27FC236}">
                    <a16:creationId xmlns:a16="http://schemas.microsoft.com/office/drawing/2014/main" id="{25BD9AA9-7327-4C07-AF76-13B076B21D9F}"/>
                  </a:ext>
                </a:extLst>
              </p:cNvPr>
              <p:cNvSpPr/>
              <p:nvPr/>
            </p:nvSpPr>
            <p:spPr>
              <a:xfrm>
                <a:off x="889310" y="93321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流程图: 接点 142">
                <a:extLst>
                  <a:ext uri="{FF2B5EF4-FFF2-40B4-BE49-F238E27FC236}">
                    <a16:creationId xmlns:a16="http://schemas.microsoft.com/office/drawing/2014/main" id="{263CC2BA-E029-422E-B73E-7938E80B1F9D}"/>
                  </a:ext>
                </a:extLst>
              </p:cNvPr>
              <p:cNvSpPr/>
              <p:nvPr/>
            </p:nvSpPr>
            <p:spPr>
              <a:xfrm>
                <a:off x="912515" y="83774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流程图: 接点 143">
                <a:extLst>
                  <a:ext uri="{FF2B5EF4-FFF2-40B4-BE49-F238E27FC236}">
                    <a16:creationId xmlns:a16="http://schemas.microsoft.com/office/drawing/2014/main" id="{96E9C999-F199-4850-BF4B-0D0873B80D45}"/>
                  </a:ext>
                </a:extLst>
              </p:cNvPr>
              <p:cNvSpPr/>
              <p:nvPr/>
            </p:nvSpPr>
            <p:spPr>
              <a:xfrm>
                <a:off x="1049190" y="86983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流程图: 接点 144">
                <a:extLst>
                  <a:ext uri="{FF2B5EF4-FFF2-40B4-BE49-F238E27FC236}">
                    <a16:creationId xmlns:a16="http://schemas.microsoft.com/office/drawing/2014/main" id="{AB6C24A8-46BE-4EAC-8B42-5712A4265C99}"/>
                  </a:ext>
                </a:extLst>
              </p:cNvPr>
              <p:cNvSpPr/>
              <p:nvPr/>
            </p:nvSpPr>
            <p:spPr>
              <a:xfrm>
                <a:off x="912515" y="88587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流程图: 接点 145">
                <a:extLst>
                  <a:ext uri="{FF2B5EF4-FFF2-40B4-BE49-F238E27FC236}">
                    <a16:creationId xmlns:a16="http://schemas.microsoft.com/office/drawing/2014/main" id="{FC9F39A1-AB81-4963-B4E2-707EA696BF06}"/>
                  </a:ext>
                </a:extLst>
              </p:cNvPr>
              <p:cNvSpPr/>
              <p:nvPr/>
            </p:nvSpPr>
            <p:spPr>
              <a:xfrm>
                <a:off x="710087" y="82868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流程图: 接点 146">
                <a:extLst>
                  <a:ext uri="{FF2B5EF4-FFF2-40B4-BE49-F238E27FC236}">
                    <a16:creationId xmlns:a16="http://schemas.microsoft.com/office/drawing/2014/main" id="{D7F6F117-9774-4B9D-9241-33C9F717EED5}"/>
                  </a:ext>
                </a:extLst>
              </p:cNvPr>
              <p:cNvSpPr/>
              <p:nvPr/>
            </p:nvSpPr>
            <p:spPr>
              <a:xfrm>
                <a:off x="846761" y="86077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流程图: 接点 147">
                <a:extLst>
                  <a:ext uri="{FF2B5EF4-FFF2-40B4-BE49-F238E27FC236}">
                    <a16:creationId xmlns:a16="http://schemas.microsoft.com/office/drawing/2014/main" id="{16C3E7CF-C540-45A5-96AF-792574FDCBE0}"/>
                  </a:ext>
                </a:extLst>
              </p:cNvPr>
              <p:cNvSpPr/>
              <p:nvPr/>
            </p:nvSpPr>
            <p:spPr>
              <a:xfrm>
                <a:off x="710087" y="87681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流程图: 接点 148">
                <a:extLst>
                  <a:ext uri="{FF2B5EF4-FFF2-40B4-BE49-F238E27FC236}">
                    <a16:creationId xmlns:a16="http://schemas.microsoft.com/office/drawing/2014/main" id="{DDE50ED8-C212-454B-BCB2-2021E5B2BE6E}"/>
                  </a:ext>
                </a:extLst>
              </p:cNvPr>
              <p:cNvSpPr/>
              <p:nvPr/>
            </p:nvSpPr>
            <p:spPr>
              <a:xfrm>
                <a:off x="733293" y="78134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流程图: 接点 149">
                <a:extLst>
                  <a:ext uri="{FF2B5EF4-FFF2-40B4-BE49-F238E27FC236}">
                    <a16:creationId xmlns:a16="http://schemas.microsoft.com/office/drawing/2014/main" id="{16BDFC63-BE79-476B-9D99-572AD15776C2}"/>
                  </a:ext>
                </a:extLst>
              </p:cNvPr>
              <p:cNvSpPr/>
              <p:nvPr/>
            </p:nvSpPr>
            <p:spPr>
              <a:xfrm>
                <a:off x="869967" y="81343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流程图: 接点 150">
                <a:extLst>
                  <a:ext uri="{FF2B5EF4-FFF2-40B4-BE49-F238E27FC236}">
                    <a16:creationId xmlns:a16="http://schemas.microsoft.com/office/drawing/2014/main" id="{9030F269-D891-4763-9D45-0CAC3EC9B629}"/>
                  </a:ext>
                </a:extLst>
              </p:cNvPr>
              <p:cNvSpPr/>
              <p:nvPr/>
            </p:nvSpPr>
            <p:spPr>
              <a:xfrm>
                <a:off x="733293" y="82947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流程图: 接点 151">
                <a:extLst>
                  <a:ext uri="{FF2B5EF4-FFF2-40B4-BE49-F238E27FC236}">
                    <a16:creationId xmlns:a16="http://schemas.microsoft.com/office/drawing/2014/main" id="{A5245699-AC7D-45F7-B8A3-60AE1171368E}"/>
                  </a:ext>
                </a:extLst>
              </p:cNvPr>
              <p:cNvSpPr/>
              <p:nvPr/>
            </p:nvSpPr>
            <p:spPr>
              <a:xfrm>
                <a:off x="835528" y="96451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流程图: 接点 152">
                <a:extLst>
                  <a:ext uri="{FF2B5EF4-FFF2-40B4-BE49-F238E27FC236}">
                    <a16:creationId xmlns:a16="http://schemas.microsoft.com/office/drawing/2014/main" id="{29EE99E5-0026-40F1-92EA-96DD170E076F}"/>
                  </a:ext>
                </a:extLst>
              </p:cNvPr>
              <p:cNvSpPr/>
              <p:nvPr/>
            </p:nvSpPr>
            <p:spPr>
              <a:xfrm>
                <a:off x="781316" y="90113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流程图: 接点 153">
                <a:extLst>
                  <a:ext uri="{FF2B5EF4-FFF2-40B4-BE49-F238E27FC236}">
                    <a16:creationId xmlns:a16="http://schemas.microsoft.com/office/drawing/2014/main" id="{1E968D50-8B26-42EA-9A12-A9836665C351}"/>
                  </a:ext>
                </a:extLst>
              </p:cNvPr>
              <p:cNvSpPr/>
              <p:nvPr/>
            </p:nvSpPr>
            <p:spPr>
              <a:xfrm>
                <a:off x="835528" y="101264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流程图: 接点 154">
                <a:extLst>
                  <a:ext uri="{FF2B5EF4-FFF2-40B4-BE49-F238E27FC236}">
                    <a16:creationId xmlns:a16="http://schemas.microsoft.com/office/drawing/2014/main" id="{FCA0D929-B009-44E1-84E1-B206FC025812}"/>
                  </a:ext>
                </a:extLst>
              </p:cNvPr>
              <p:cNvSpPr/>
              <p:nvPr/>
            </p:nvSpPr>
            <p:spPr>
              <a:xfrm>
                <a:off x="858733" y="91717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流程图: 接点 155">
                <a:extLst>
                  <a:ext uri="{FF2B5EF4-FFF2-40B4-BE49-F238E27FC236}">
                    <a16:creationId xmlns:a16="http://schemas.microsoft.com/office/drawing/2014/main" id="{13E44A62-0BED-451B-AAA6-7922367A9A07}"/>
                  </a:ext>
                </a:extLst>
              </p:cNvPr>
              <p:cNvSpPr/>
              <p:nvPr/>
            </p:nvSpPr>
            <p:spPr>
              <a:xfrm>
                <a:off x="995407" y="94925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流程图: 接点 156">
                <a:extLst>
                  <a:ext uri="{FF2B5EF4-FFF2-40B4-BE49-F238E27FC236}">
                    <a16:creationId xmlns:a16="http://schemas.microsoft.com/office/drawing/2014/main" id="{4B692A22-7900-4A50-8452-682951523A04}"/>
                  </a:ext>
                </a:extLst>
              </p:cNvPr>
              <p:cNvSpPr/>
              <p:nvPr/>
            </p:nvSpPr>
            <p:spPr>
              <a:xfrm>
                <a:off x="858733" y="96530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流程图: 接点 157">
                <a:extLst>
                  <a:ext uri="{FF2B5EF4-FFF2-40B4-BE49-F238E27FC236}">
                    <a16:creationId xmlns:a16="http://schemas.microsoft.com/office/drawing/2014/main" id="{B177ED1F-BC5E-470E-844A-74461D602324}"/>
                  </a:ext>
                </a:extLst>
              </p:cNvPr>
              <p:cNvSpPr/>
              <p:nvPr/>
            </p:nvSpPr>
            <p:spPr>
              <a:xfrm>
                <a:off x="516545" y="70230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流程图: 接点 158">
                <a:extLst>
                  <a:ext uri="{FF2B5EF4-FFF2-40B4-BE49-F238E27FC236}">
                    <a16:creationId xmlns:a16="http://schemas.microsoft.com/office/drawing/2014/main" id="{96B576DF-FC7C-4755-8C3E-DABAE010F6A5}"/>
                  </a:ext>
                </a:extLst>
              </p:cNvPr>
              <p:cNvSpPr/>
              <p:nvPr/>
            </p:nvSpPr>
            <p:spPr>
              <a:xfrm>
                <a:off x="653219" y="73439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流程图: 接点 159">
                <a:extLst>
                  <a:ext uri="{FF2B5EF4-FFF2-40B4-BE49-F238E27FC236}">
                    <a16:creationId xmlns:a16="http://schemas.microsoft.com/office/drawing/2014/main" id="{8ADAC3E8-25EF-4ECF-8D19-EF785344CC87}"/>
                  </a:ext>
                </a:extLst>
              </p:cNvPr>
              <p:cNvSpPr/>
              <p:nvPr/>
            </p:nvSpPr>
            <p:spPr>
              <a:xfrm>
                <a:off x="516545" y="75043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流程图: 接点 160">
                <a:extLst>
                  <a:ext uri="{FF2B5EF4-FFF2-40B4-BE49-F238E27FC236}">
                    <a16:creationId xmlns:a16="http://schemas.microsoft.com/office/drawing/2014/main" id="{C5A72E3D-694B-4585-B8EF-7FB96BE27507}"/>
                  </a:ext>
                </a:extLst>
              </p:cNvPr>
              <p:cNvSpPr/>
              <p:nvPr/>
            </p:nvSpPr>
            <p:spPr>
              <a:xfrm>
                <a:off x="539751" y="65496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流程图: 接点 161">
                <a:extLst>
                  <a:ext uri="{FF2B5EF4-FFF2-40B4-BE49-F238E27FC236}">
                    <a16:creationId xmlns:a16="http://schemas.microsoft.com/office/drawing/2014/main" id="{102DD4DE-1C59-414D-89DF-A20CB34CA905}"/>
                  </a:ext>
                </a:extLst>
              </p:cNvPr>
              <p:cNvSpPr/>
              <p:nvPr/>
            </p:nvSpPr>
            <p:spPr>
              <a:xfrm>
                <a:off x="676425" y="68705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流程图: 接点 162">
                <a:extLst>
                  <a:ext uri="{FF2B5EF4-FFF2-40B4-BE49-F238E27FC236}">
                    <a16:creationId xmlns:a16="http://schemas.microsoft.com/office/drawing/2014/main" id="{1C31369B-30D3-43F4-95EB-7C2BBDDE7E8E}"/>
                  </a:ext>
                </a:extLst>
              </p:cNvPr>
              <p:cNvSpPr/>
              <p:nvPr/>
            </p:nvSpPr>
            <p:spPr>
              <a:xfrm>
                <a:off x="539751" y="7030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流程图: 接点 163">
                <a:extLst>
                  <a:ext uri="{FF2B5EF4-FFF2-40B4-BE49-F238E27FC236}">
                    <a16:creationId xmlns:a16="http://schemas.microsoft.com/office/drawing/2014/main" id="{7170F264-E128-4136-8673-23E419CB2FB1}"/>
                  </a:ext>
                </a:extLst>
              </p:cNvPr>
              <p:cNvSpPr/>
              <p:nvPr/>
            </p:nvSpPr>
            <p:spPr>
              <a:xfrm>
                <a:off x="641985" y="83813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流程图: 接点 164">
                <a:extLst>
                  <a:ext uri="{FF2B5EF4-FFF2-40B4-BE49-F238E27FC236}">
                    <a16:creationId xmlns:a16="http://schemas.microsoft.com/office/drawing/2014/main" id="{A0D49BD8-92BB-43C0-B1B7-118C7D7B1831}"/>
                  </a:ext>
                </a:extLst>
              </p:cNvPr>
              <p:cNvSpPr/>
              <p:nvPr/>
            </p:nvSpPr>
            <p:spPr>
              <a:xfrm>
                <a:off x="587773" y="77475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流程图: 接点 165">
                <a:extLst>
                  <a:ext uri="{FF2B5EF4-FFF2-40B4-BE49-F238E27FC236}">
                    <a16:creationId xmlns:a16="http://schemas.microsoft.com/office/drawing/2014/main" id="{6163FCD7-722A-4EBB-A199-624F543DAF05}"/>
                  </a:ext>
                </a:extLst>
              </p:cNvPr>
              <p:cNvSpPr/>
              <p:nvPr/>
            </p:nvSpPr>
            <p:spPr>
              <a:xfrm>
                <a:off x="641985" y="88626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流程图: 接点 166">
                <a:extLst>
                  <a:ext uri="{FF2B5EF4-FFF2-40B4-BE49-F238E27FC236}">
                    <a16:creationId xmlns:a16="http://schemas.microsoft.com/office/drawing/2014/main" id="{BC18A905-C241-482E-A423-64F81A5AC5A4}"/>
                  </a:ext>
                </a:extLst>
              </p:cNvPr>
              <p:cNvSpPr/>
              <p:nvPr/>
            </p:nvSpPr>
            <p:spPr>
              <a:xfrm>
                <a:off x="665191" y="7907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流程图: 接点 167">
                <a:extLst>
                  <a:ext uri="{FF2B5EF4-FFF2-40B4-BE49-F238E27FC236}">
                    <a16:creationId xmlns:a16="http://schemas.microsoft.com/office/drawing/2014/main" id="{662EE05C-060F-4C66-9130-81B795D88DE7}"/>
                  </a:ext>
                </a:extLst>
              </p:cNvPr>
              <p:cNvSpPr/>
              <p:nvPr/>
            </p:nvSpPr>
            <p:spPr>
              <a:xfrm>
                <a:off x="801865" y="82288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流程图: 接点 168">
                <a:extLst>
                  <a:ext uri="{FF2B5EF4-FFF2-40B4-BE49-F238E27FC236}">
                    <a16:creationId xmlns:a16="http://schemas.microsoft.com/office/drawing/2014/main" id="{37E3CAF7-B14E-4881-9E2E-680960D289D4}"/>
                  </a:ext>
                </a:extLst>
              </p:cNvPr>
              <p:cNvSpPr/>
              <p:nvPr/>
            </p:nvSpPr>
            <p:spPr>
              <a:xfrm>
                <a:off x="665191" y="83892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流程图: 接点 169">
                <a:extLst>
                  <a:ext uri="{FF2B5EF4-FFF2-40B4-BE49-F238E27FC236}">
                    <a16:creationId xmlns:a16="http://schemas.microsoft.com/office/drawing/2014/main" id="{C4C71432-8C62-4850-8F2A-1FB5F67F51B8}"/>
                  </a:ext>
                </a:extLst>
              </p:cNvPr>
              <p:cNvSpPr/>
              <p:nvPr/>
            </p:nvSpPr>
            <p:spPr>
              <a:xfrm>
                <a:off x="462763" y="78173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流程图: 接点 170">
                <a:extLst>
                  <a:ext uri="{FF2B5EF4-FFF2-40B4-BE49-F238E27FC236}">
                    <a16:creationId xmlns:a16="http://schemas.microsoft.com/office/drawing/2014/main" id="{034F62A2-6F38-4CDB-A800-1019EF921E46}"/>
                  </a:ext>
                </a:extLst>
              </p:cNvPr>
              <p:cNvSpPr/>
              <p:nvPr/>
            </p:nvSpPr>
            <p:spPr>
              <a:xfrm>
                <a:off x="599437" y="81382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流程图: 接点 171">
                <a:extLst>
                  <a:ext uri="{FF2B5EF4-FFF2-40B4-BE49-F238E27FC236}">
                    <a16:creationId xmlns:a16="http://schemas.microsoft.com/office/drawing/2014/main" id="{DD5D8BEA-7285-4FF0-8432-3754622A3454}"/>
                  </a:ext>
                </a:extLst>
              </p:cNvPr>
              <p:cNvSpPr/>
              <p:nvPr/>
            </p:nvSpPr>
            <p:spPr>
              <a:xfrm>
                <a:off x="462763" y="82986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流程图: 接点 172">
                <a:extLst>
                  <a:ext uri="{FF2B5EF4-FFF2-40B4-BE49-F238E27FC236}">
                    <a16:creationId xmlns:a16="http://schemas.microsoft.com/office/drawing/2014/main" id="{5D95FF2C-0A02-40D1-BD3B-3D8DC2F78FCB}"/>
                  </a:ext>
                </a:extLst>
              </p:cNvPr>
              <p:cNvSpPr/>
              <p:nvPr/>
            </p:nvSpPr>
            <p:spPr>
              <a:xfrm>
                <a:off x="485968" y="73439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流程图: 接点 173">
                <a:extLst>
                  <a:ext uri="{FF2B5EF4-FFF2-40B4-BE49-F238E27FC236}">
                    <a16:creationId xmlns:a16="http://schemas.microsoft.com/office/drawing/2014/main" id="{F36D9CD0-ACFF-494D-8BFE-2D5EEA3628C6}"/>
                  </a:ext>
                </a:extLst>
              </p:cNvPr>
              <p:cNvSpPr/>
              <p:nvPr/>
            </p:nvSpPr>
            <p:spPr>
              <a:xfrm>
                <a:off x="622642" y="76647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流程图: 接点 174">
                <a:extLst>
                  <a:ext uri="{FF2B5EF4-FFF2-40B4-BE49-F238E27FC236}">
                    <a16:creationId xmlns:a16="http://schemas.microsoft.com/office/drawing/2014/main" id="{E291E694-D3FE-4C96-81E3-30BFEA651CCA}"/>
                  </a:ext>
                </a:extLst>
              </p:cNvPr>
              <p:cNvSpPr/>
              <p:nvPr/>
            </p:nvSpPr>
            <p:spPr>
              <a:xfrm>
                <a:off x="485968" y="7825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流程图: 接点 175">
                <a:extLst>
                  <a:ext uri="{FF2B5EF4-FFF2-40B4-BE49-F238E27FC236}">
                    <a16:creationId xmlns:a16="http://schemas.microsoft.com/office/drawing/2014/main" id="{9F3C7962-3D40-4606-9849-2B3F8E0B2178}"/>
                  </a:ext>
                </a:extLst>
              </p:cNvPr>
              <p:cNvSpPr/>
              <p:nvPr/>
            </p:nvSpPr>
            <p:spPr>
              <a:xfrm>
                <a:off x="588203" y="91756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流程图: 接点 176">
                <a:extLst>
                  <a:ext uri="{FF2B5EF4-FFF2-40B4-BE49-F238E27FC236}">
                    <a16:creationId xmlns:a16="http://schemas.microsoft.com/office/drawing/2014/main" id="{EA176531-E898-4691-8E63-B67E2E4993B0}"/>
                  </a:ext>
                </a:extLst>
              </p:cNvPr>
              <p:cNvSpPr/>
              <p:nvPr/>
            </p:nvSpPr>
            <p:spPr>
              <a:xfrm>
                <a:off x="533991" y="85417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流程图: 接点 177">
                <a:extLst>
                  <a:ext uri="{FF2B5EF4-FFF2-40B4-BE49-F238E27FC236}">
                    <a16:creationId xmlns:a16="http://schemas.microsoft.com/office/drawing/2014/main" id="{E2A43DA6-7065-4F1B-B6B6-246E9E6CF4F7}"/>
                  </a:ext>
                </a:extLst>
              </p:cNvPr>
              <p:cNvSpPr/>
              <p:nvPr/>
            </p:nvSpPr>
            <p:spPr>
              <a:xfrm>
                <a:off x="588203" y="96569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流程图: 接点 178">
                <a:extLst>
                  <a:ext uri="{FF2B5EF4-FFF2-40B4-BE49-F238E27FC236}">
                    <a16:creationId xmlns:a16="http://schemas.microsoft.com/office/drawing/2014/main" id="{E10EE439-4BF2-4EC6-A8A8-C531A53D5018}"/>
                  </a:ext>
                </a:extLst>
              </p:cNvPr>
              <p:cNvSpPr/>
              <p:nvPr/>
            </p:nvSpPr>
            <p:spPr>
              <a:xfrm>
                <a:off x="611409" y="8702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流程图: 接点 179">
                <a:extLst>
                  <a:ext uri="{FF2B5EF4-FFF2-40B4-BE49-F238E27FC236}">
                    <a16:creationId xmlns:a16="http://schemas.microsoft.com/office/drawing/2014/main" id="{2F246D2C-3E56-4E54-AB3E-BEA4C1652F40}"/>
                  </a:ext>
                </a:extLst>
              </p:cNvPr>
              <p:cNvSpPr/>
              <p:nvPr/>
            </p:nvSpPr>
            <p:spPr>
              <a:xfrm>
                <a:off x="748083" y="90230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流程图: 接点 180">
                <a:extLst>
                  <a:ext uri="{FF2B5EF4-FFF2-40B4-BE49-F238E27FC236}">
                    <a16:creationId xmlns:a16="http://schemas.microsoft.com/office/drawing/2014/main" id="{6A9EC1B4-CE4B-4D35-A44F-9E6CDBBA14F5}"/>
                  </a:ext>
                </a:extLst>
              </p:cNvPr>
              <p:cNvSpPr/>
              <p:nvPr/>
            </p:nvSpPr>
            <p:spPr>
              <a:xfrm>
                <a:off x="611409" y="91835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流程图: 接点 181">
                <a:extLst>
                  <a:ext uri="{FF2B5EF4-FFF2-40B4-BE49-F238E27FC236}">
                    <a16:creationId xmlns:a16="http://schemas.microsoft.com/office/drawing/2014/main" id="{EA2C723D-64F3-43B2-8567-E01B01242A14}"/>
                  </a:ext>
                </a:extLst>
              </p:cNvPr>
              <p:cNvSpPr/>
              <p:nvPr/>
            </p:nvSpPr>
            <p:spPr>
              <a:xfrm>
                <a:off x="641985" y="83813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流程图: 接点 182">
                <a:extLst>
                  <a:ext uri="{FF2B5EF4-FFF2-40B4-BE49-F238E27FC236}">
                    <a16:creationId xmlns:a16="http://schemas.microsoft.com/office/drawing/2014/main" id="{486590D1-875D-4B82-9C4F-6F502070C384}"/>
                  </a:ext>
                </a:extLst>
              </p:cNvPr>
              <p:cNvSpPr/>
              <p:nvPr/>
            </p:nvSpPr>
            <p:spPr>
              <a:xfrm>
                <a:off x="778660" y="8702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流程图: 接点 183">
                <a:extLst>
                  <a:ext uri="{FF2B5EF4-FFF2-40B4-BE49-F238E27FC236}">
                    <a16:creationId xmlns:a16="http://schemas.microsoft.com/office/drawing/2014/main" id="{CFEB82CE-927A-4F86-A63C-FC6EBD745329}"/>
                  </a:ext>
                </a:extLst>
              </p:cNvPr>
              <p:cNvSpPr/>
              <p:nvPr/>
            </p:nvSpPr>
            <p:spPr>
              <a:xfrm>
                <a:off x="641985" y="88626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流程图: 接点 184">
                <a:extLst>
                  <a:ext uri="{FF2B5EF4-FFF2-40B4-BE49-F238E27FC236}">
                    <a16:creationId xmlns:a16="http://schemas.microsoft.com/office/drawing/2014/main" id="{383F9F0F-24F5-444A-84F9-51A312A4E11D}"/>
                  </a:ext>
                </a:extLst>
              </p:cNvPr>
              <p:cNvSpPr/>
              <p:nvPr/>
            </p:nvSpPr>
            <p:spPr>
              <a:xfrm>
                <a:off x="665191" y="7907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流程图: 接点 185">
                <a:extLst>
                  <a:ext uri="{FF2B5EF4-FFF2-40B4-BE49-F238E27FC236}">
                    <a16:creationId xmlns:a16="http://schemas.microsoft.com/office/drawing/2014/main" id="{A620CFA4-65A0-4487-8438-03A7A4B6F065}"/>
                  </a:ext>
                </a:extLst>
              </p:cNvPr>
              <p:cNvSpPr/>
              <p:nvPr/>
            </p:nvSpPr>
            <p:spPr>
              <a:xfrm>
                <a:off x="801865" y="82288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流程图: 接点 186">
                <a:extLst>
                  <a:ext uri="{FF2B5EF4-FFF2-40B4-BE49-F238E27FC236}">
                    <a16:creationId xmlns:a16="http://schemas.microsoft.com/office/drawing/2014/main" id="{AB0217DD-BDA9-41C0-9B49-3B99D7D56EFC}"/>
                  </a:ext>
                </a:extLst>
              </p:cNvPr>
              <p:cNvSpPr/>
              <p:nvPr/>
            </p:nvSpPr>
            <p:spPr>
              <a:xfrm>
                <a:off x="665191" y="83892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流程图: 接点 187">
                <a:extLst>
                  <a:ext uri="{FF2B5EF4-FFF2-40B4-BE49-F238E27FC236}">
                    <a16:creationId xmlns:a16="http://schemas.microsoft.com/office/drawing/2014/main" id="{1CF4D340-1BF0-46CC-A4AA-01602F822B76}"/>
                  </a:ext>
                </a:extLst>
              </p:cNvPr>
              <p:cNvSpPr/>
              <p:nvPr/>
            </p:nvSpPr>
            <p:spPr>
              <a:xfrm>
                <a:off x="767426" y="97396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流程图: 接点 188">
                <a:extLst>
                  <a:ext uri="{FF2B5EF4-FFF2-40B4-BE49-F238E27FC236}">
                    <a16:creationId xmlns:a16="http://schemas.microsoft.com/office/drawing/2014/main" id="{631D3F15-7B0C-496A-8A77-B678194D8579}"/>
                  </a:ext>
                </a:extLst>
              </p:cNvPr>
              <p:cNvSpPr/>
              <p:nvPr/>
            </p:nvSpPr>
            <p:spPr>
              <a:xfrm>
                <a:off x="713214" y="91058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流程图: 接点 189">
                <a:extLst>
                  <a:ext uri="{FF2B5EF4-FFF2-40B4-BE49-F238E27FC236}">
                    <a16:creationId xmlns:a16="http://schemas.microsoft.com/office/drawing/2014/main" id="{833F2062-350E-4381-B75D-5AFD7D466C13}"/>
                  </a:ext>
                </a:extLst>
              </p:cNvPr>
              <p:cNvSpPr/>
              <p:nvPr/>
            </p:nvSpPr>
            <p:spPr>
              <a:xfrm>
                <a:off x="767426" y="102209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流程图: 接点 190">
                <a:extLst>
                  <a:ext uri="{FF2B5EF4-FFF2-40B4-BE49-F238E27FC236}">
                    <a16:creationId xmlns:a16="http://schemas.microsoft.com/office/drawing/2014/main" id="{9495307E-1469-4666-A131-A2E83E14E98F}"/>
                  </a:ext>
                </a:extLst>
              </p:cNvPr>
              <p:cNvSpPr/>
              <p:nvPr/>
            </p:nvSpPr>
            <p:spPr>
              <a:xfrm>
                <a:off x="790632" y="92662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流程图: 接点 191">
                <a:extLst>
                  <a:ext uri="{FF2B5EF4-FFF2-40B4-BE49-F238E27FC236}">
                    <a16:creationId xmlns:a16="http://schemas.microsoft.com/office/drawing/2014/main" id="{BB7EEDA8-8F3F-455A-AAA8-41C89DCA2CEE}"/>
                  </a:ext>
                </a:extLst>
              </p:cNvPr>
              <p:cNvSpPr/>
              <p:nvPr/>
            </p:nvSpPr>
            <p:spPr>
              <a:xfrm>
                <a:off x="927306" y="95870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流程图: 接点 192">
                <a:extLst>
                  <a:ext uri="{FF2B5EF4-FFF2-40B4-BE49-F238E27FC236}">
                    <a16:creationId xmlns:a16="http://schemas.microsoft.com/office/drawing/2014/main" id="{E91B4FBB-5EFA-4455-9388-580B91B46035}"/>
                  </a:ext>
                </a:extLst>
              </p:cNvPr>
              <p:cNvSpPr/>
              <p:nvPr/>
            </p:nvSpPr>
            <p:spPr>
              <a:xfrm>
                <a:off x="790632" y="97475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流程图: 接点 193">
                <a:extLst>
                  <a:ext uri="{FF2B5EF4-FFF2-40B4-BE49-F238E27FC236}">
                    <a16:creationId xmlns:a16="http://schemas.microsoft.com/office/drawing/2014/main" id="{D54AC39D-2109-4D90-BB9C-44DC386C80A3}"/>
                  </a:ext>
                </a:extLst>
              </p:cNvPr>
              <p:cNvSpPr/>
              <p:nvPr/>
            </p:nvSpPr>
            <p:spPr>
              <a:xfrm>
                <a:off x="588203" y="91756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流程图: 接点 194">
                <a:extLst>
                  <a:ext uri="{FF2B5EF4-FFF2-40B4-BE49-F238E27FC236}">
                    <a16:creationId xmlns:a16="http://schemas.microsoft.com/office/drawing/2014/main" id="{A7EC17CE-00AE-4971-BCBA-3ED092299227}"/>
                  </a:ext>
                </a:extLst>
              </p:cNvPr>
              <p:cNvSpPr/>
              <p:nvPr/>
            </p:nvSpPr>
            <p:spPr>
              <a:xfrm>
                <a:off x="724877" y="94964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流程图: 接点 195">
                <a:extLst>
                  <a:ext uri="{FF2B5EF4-FFF2-40B4-BE49-F238E27FC236}">
                    <a16:creationId xmlns:a16="http://schemas.microsoft.com/office/drawing/2014/main" id="{27217D50-4CF8-4D7E-A71F-1FAB3CAC2D37}"/>
                  </a:ext>
                </a:extLst>
              </p:cNvPr>
              <p:cNvSpPr/>
              <p:nvPr/>
            </p:nvSpPr>
            <p:spPr>
              <a:xfrm>
                <a:off x="588203" y="96569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" name="流程图: 接点 196">
                <a:extLst>
                  <a:ext uri="{FF2B5EF4-FFF2-40B4-BE49-F238E27FC236}">
                    <a16:creationId xmlns:a16="http://schemas.microsoft.com/office/drawing/2014/main" id="{2C1E4855-A0F1-4C67-9065-543986205933}"/>
                  </a:ext>
                </a:extLst>
              </p:cNvPr>
              <p:cNvSpPr/>
              <p:nvPr/>
            </p:nvSpPr>
            <p:spPr>
              <a:xfrm>
                <a:off x="611409" y="8702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流程图: 接点 197">
                <a:extLst>
                  <a:ext uri="{FF2B5EF4-FFF2-40B4-BE49-F238E27FC236}">
                    <a16:creationId xmlns:a16="http://schemas.microsoft.com/office/drawing/2014/main" id="{D1C51193-1536-4583-A853-DDA6FAAFC841}"/>
                  </a:ext>
                </a:extLst>
              </p:cNvPr>
              <p:cNvSpPr/>
              <p:nvPr/>
            </p:nvSpPr>
            <p:spPr>
              <a:xfrm>
                <a:off x="748083" y="90230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" name="流程图: 接点 198">
                <a:extLst>
                  <a:ext uri="{FF2B5EF4-FFF2-40B4-BE49-F238E27FC236}">
                    <a16:creationId xmlns:a16="http://schemas.microsoft.com/office/drawing/2014/main" id="{E7770327-0CF0-44C1-B7FF-A43659A208C5}"/>
                  </a:ext>
                </a:extLst>
              </p:cNvPr>
              <p:cNvSpPr/>
              <p:nvPr/>
            </p:nvSpPr>
            <p:spPr>
              <a:xfrm>
                <a:off x="611409" y="91835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" name="流程图: 接点 199">
                <a:extLst>
                  <a:ext uri="{FF2B5EF4-FFF2-40B4-BE49-F238E27FC236}">
                    <a16:creationId xmlns:a16="http://schemas.microsoft.com/office/drawing/2014/main" id="{100409D0-A7BF-4561-A174-516E808AA3EB}"/>
                  </a:ext>
                </a:extLst>
              </p:cNvPr>
              <p:cNvSpPr/>
              <p:nvPr/>
            </p:nvSpPr>
            <p:spPr>
              <a:xfrm>
                <a:off x="713644" y="105339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" name="流程图: 接点 200">
                <a:extLst>
                  <a:ext uri="{FF2B5EF4-FFF2-40B4-BE49-F238E27FC236}">
                    <a16:creationId xmlns:a16="http://schemas.microsoft.com/office/drawing/2014/main" id="{8C1E8E11-6F30-4229-8D0B-2F8727A647A7}"/>
                  </a:ext>
                </a:extLst>
              </p:cNvPr>
              <p:cNvSpPr/>
              <p:nvPr/>
            </p:nvSpPr>
            <p:spPr>
              <a:xfrm>
                <a:off x="659432" y="99000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流程图: 接点 201">
                <a:extLst>
                  <a:ext uri="{FF2B5EF4-FFF2-40B4-BE49-F238E27FC236}">
                    <a16:creationId xmlns:a16="http://schemas.microsoft.com/office/drawing/2014/main" id="{2EE9C6D0-625A-40A7-BC4B-66A6B6D64286}"/>
                  </a:ext>
                </a:extLst>
              </p:cNvPr>
              <p:cNvSpPr/>
              <p:nvPr/>
            </p:nvSpPr>
            <p:spPr>
              <a:xfrm>
                <a:off x="713644" y="110151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" name="流程图: 接点 202">
                <a:extLst>
                  <a:ext uri="{FF2B5EF4-FFF2-40B4-BE49-F238E27FC236}">
                    <a16:creationId xmlns:a16="http://schemas.microsoft.com/office/drawing/2014/main" id="{1FECEDF1-46BF-4794-9CA0-B0DAF0F1A1C9}"/>
                  </a:ext>
                </a:extLst>
              </p:cNvPr>
              <p:cNvSpPr/>
              <p:nvPr/>
            </p:nvSpPr>
            <p:spPr>
              <a:xfrm>
                <a:off x="736849" y="100604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流程图: 接点 203">
                <a:extLst>
                  <a:ext uri="{FF2B5EF4-FFF2-40B4-BE49-F238E27FC236}">
                    <a16:creationId xmlns:a16="http://schemas.microsoft.com/office/drawing/2014/main" id="{37352911-422C-4CAA-98A1-C0BB2B2EE189}"/>
                  </a:ext>
                </a:extLst>
              </p:cNvPr>
              <p:cNvSpPr/>
              <p:nvPr/>
            </p:nvSpPr>
            <p:spPr>
              <a:xfrm>
                <a:off x="873523" y="103813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流程图: 接点 204">
                <a:extLst>
                  <a:ext uri="{FF2B5EF4-FFF2-40B4-BE49-F238E27FC236}">
                    <a16:creationId xmlns:a16="http://schemas.microsoft.com/office/drawing/2014/main" id="{F914C410-5EC9-443D-9C3F-D6906B4A0951}"/>
                  </a:ext>
                </a:extLst>
              </p:cNvPr>
              <p:cNvSpPr/>
              <p:nvPr/>
            </p:nvSpPr>
            <p:spPr>
              <a:xfrm>
                <a:off x="736849" y="105417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流程图: 接点 205">
                <a:extLst>
                  <a:ext uri="{FF2B5EF4-FFF2-40B4-BE49-F238E27FC236}">
                    <a16:creationId xmlns:a16="http://schemas.microsoft.com/office/drawing/2014/main" id="{044BF60C-2CAD-49CC-B990-33B7C968BF51}"/>
                  </a:ext>
                </a:extLst>
              </p:cNvPr>
              <p:cNvSpPr/>
              <p:nvPr/>
            </p:nvSpPr>
            <p:spPr>
              <a:xfrm>
                <a:off x="889310" y="5651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" name="流程图: 接点 206">
                <a:extLst>
                  <a:ext uri="{FF2B5EF4-FFF2-40B4-BE49-F238E27FC236}">
                    <a16:creationId xmlns:a16="http://schemas.microsoft.com/office/drawing/2014/main" id="{1B16F5AE-3E41-4C22-8E92-708426F03B77}"/>
                  </a:ext>
                </a:extLst>
              </p:cNvPr>
              <p:cNvSpPr/>
              <p:nvPr/>
            </p:nvSpPr>
            <p:spPr>
              <a:xfrm>
                <a:off x="835528" y="6446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流程图: 接点 207">
                <a:extLst>
                  <a:ext uri="{FF2B5EF4-FFF2-40B4-BE49-F238E27FC236}">
                    <a16:creationId xmlns:a16="http://schemas.microsoft.com/office/drawing/2014/main" id="{38BA17DF-7EF7-44E8-917C-D3326232C4BD}"/>
                  </a:ext>
                </a:extLst>
              </p:cNvPr>
              <p:cNvSpPr/>
              <p:nvPr/>
            </p:nvSpPr>
            <p:spPr>
              <a:xfrm>
                <a:off x="866104" y="61253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流程图: 接点 208">
                <a:extLst>
                  <a:ext uri="{FF2B5EF4-FFF2-40B4-BE49-F238E27FC236}">
                    <a16:creationId xmlns:a16="http://schemas.microsoft.com/office/drawing/2014/main" id="{E0A4DCCF-785F-4A25-9EA7-FE66358AAB6A}"/>
                  </a:ext>
                </a:extLst>
              </p:cNvPr>
              <p:cNvSpPr/>
              <p:nvPr/>
            </p:nvSpPr>
            <p:spPr>
              <a:xfrm>
                <a:off x="889310" y="5651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流程图: 接点 209">
                <a:extLst>
                  <a:ext uri="{FF2B5EF4-FFF2-40B4-BE49-F238E27FC236}">
                    <a16:creationId xmlns:a16="http://schemas.microsoft.com/office/drawing/2014/main" id="{9EAB1D42-85D1-4895-806E-BA5F207297A6}"/>
                  </a:ext>
                </a:extLst>
              </p:cNvPr>
              <p:cNvSpPr/>
              <p:nvPr/>
            </p:nvSpPr>
            <p:spPr>
              <a:xfrm>
                <a:off x="854870" y="71627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" name="流程图: 接点 210">
                <a:extLst>
                  <a:ext uri="{FF2B5EF4-FFF2-40B4-BE49-F238E27FC236}">
                    <a16:creationId xmlns:a16="http://schemas.microsoft.com/office/drawing/2014/main" id="{2C2D4C67-EA92-4E1A-A4F3-DB0447CE6B06}"/>
                  </a:ext>
                </a:extLst>
              </p:cNvPr>
              <p:cNvSpPr/>
              <p:nvPr/>
            </p:nvSpPr>
            <p:spPr>
              <a:xfrm>
                <a:off x="800659" y="6528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流程图: 接点 211">
                <a:extLst>
                  <a:ext uri="{FF2B5EF4-FFF2-40B4-BE49-F238E27FC236}">
                    <a16:creationId xmlns:a16="http://schemas.microsoft.com/office/drawing/2014/main" id="{8C27157A-EAAD-42B6-9096-1C4852351F33}"/>
                  </a:ext>
                </a:extLst>
              </p:cNvPr>
              <p:cNvSpPr/>
              <p:nvPr/>
            </p:nvSpPr>
            <p:spPr>
              <a:xfrm>
                <a:off x="854870" y="76440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" name="流程图: 接点 212">
                <a:extLst>
                  <a:ext uri="{FF2B5EF4-FFF2-40B4-BE49-F238E27FC236}">
                    <a16:creationId xmlns:a16="http://schemas.microsoft.com/office/drawing/2014/main" id="{0089673C-8EBC-4370-A75A-A461763D8C8B}"/>
                  </a:ext>
                </a:extLst>
              </p:cNvPr>
              <p:cNvSpPr/>
              <p:nvPr/>
            </p:nvSpPr>
            <p:spPr>
              <a:xfrm>
                <a:off x="878076" y="66893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" name="流程图: 接点 213">
                <a:extLst>
                  <a:ext uri="{FF2B5EF4-FFF2-40B4-BE49-F238E27FC236}">
                    <a16:creationId xmlns:a16="http://schemas.microsoft.com/office/drawing/2014/main" id="{9FD32883-A958-4275-B482-E2EB9DE3E212}"/>
                  </a:ext>
                </a:extLst>
              </p:cNvPr>
              <p:cNvSpPr/>
              <p:nvPr/>
            </p:nvSpPr>
            <p:spPr>
              <a:xfrm>
                <a:off x="1014750" y="70102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" name="流程图: 接点 214">
                <a:extLst>
                  <a:ext uri="{FF2B5EF4-FFF2-40B4-BE49-F238E27FC236}">
                    <a16:creationId xmlns:a16="http://schemas.microsoft.com/office/drawing/2014/main" id="{D8C752D1-0EB2-4051-854E-0B6455E1317B}"/>
                  </a:ext>
                </a:extLst>
              </p:cNvPr>
              <p:cNvSpPr/>
              <p:nvPr/>
            </p:nvSpPr>
            <p:spPr>
              <a:xfrm>
                <a:off x="878076" y="71706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流程图: 接点 215">
                <a:extLst>
                  <a:ext uri="{FF2B5EF4-FFF2-40B4-BE49-F238E27FC236}">
                    <a16:creationId xmlns:a16="http://schemas.microsoft.com/office/drawing/2014/main" id="{59D9CED3-C13D-47E2-A8D1-5B68AA0FEE0F}"/>
                  </a:ext>
                </a:extLst>
              </p:cNvPr>
              <p:cNvSpPr/>
              <p:nvPr/>
            </p:nvSpPr>
            <p:spPr>
              <a:xfrm>
                <a:off x="812322" y="69196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流程图: 接点 216">
                <a:extLst>
                  <a:ext uri="{FF2B5EF4-FFF2-40B4-BE49-F238E27FC236}">
                    <a16:creationId xmlns:a16="http://schemas.microsoft.com/office/drawing/2014/main" id="{129C8B02-8AD8-4223-91FA-66CD2199CB7D}"/>
                  </a:ext>
                </a:extLst>
              </p:cNvPr>
              <p:cNvSpPr/>
              <p:nvPr/>
            </p:nvSpPr>
            <p:spPr>
              <a:xfrm>
                <a:off x="835528" y="6446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流程图: 接点 217">
                <a:extLst>
                  <a:ext uri="{FF2B5EF4-FFF2-40B4-BE49-F238E27FC236}">
                    <a16:creationId xmlns:a16="http://schemas.microsoft.com/office/drawing/2014/main" id="{2920A06C-B7CE-4EF2-9A62-81CF23A56D02}"/>
                  </a:ext>
                </a:extLst>
              </p:cNvPr>
              <p:cNvSpPr/>
              <p:nvPr/>
            </p:nvSpPr>
            <p:spPr>
              <a:xfrm>
                <a:off x="801088" y="7957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" name="流程图: 接点 218">
                <a:extLst>
                  <a:ext uri="{FF2B5EF4-FFF2-40B4-BE49-F238E27FC236}">
                    <a16:creationId xmlns:a16="http://schemas.microsoft.com/office/drawing/2014/main" id="{62CCD63B-5A56-4A5B-817D-1138BC0DA334}"/>
                  </a:ext>
                </a:extLst>
              </p:cNvPr>
              <p:cNvSpPr/>
              <p:nvPr/>
            </p:nvSpPr>
            <p:spPr>
              <a:xfrm>
                <a:off x="801088" y="84383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" name="流程图: 接点 219">
                <a:extLst>
                  <a:ext uri="{FF2B5EF4-FFF2-40B4-BE49-F238E27FC236}">
                    <a16:creationId xmlns:a16="http://schemas.microsoft.com/office/drawing/2014/main" id="{ED04E551-C77F-4C74-84CA-E2A63A9BC7F7}"/>
                  </a:ext>
                </a:extLst>
              </p:cNvPr>
              <p:cNvSpPr/>
              <p:nvPr/>
            </p:nvSpPr>
            <p:spPr>
              <a:xfrm>
                <a:off x="824294" y="74836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" name="流程图: 接点 220">
                <a:extLst>
                  <a:ext uri="{FF2B5EF4-FFF2-40B4-BE49-F238E27FC236}">
                    <a16:creationId xmlns:a16="http://schemas.microsoft.com/office/drawing/2014/main" id="{F8F40881-6881-4FE6-84BC-1183CA1912D7}"/>
                  </a:ext>
                </a:extLst>
              </p:cNvPr>
              <p:cNvSpPr/>
              <p:nvPr/>
            </p:nvSpPr>
            <p:spPr>
              <a:xfrm>
                <a:off x="960968" y="78044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" name="流程图: 接点 221">
                <a:extLst>
                  <a:ext uri="{FF2B5EF4-FFF2-40B4-BE49-F238E27FC236}">
                    <a16:creationId xmlns:a16="http://schemas.microsoft.com/office/drawing/2014/main" id="{22751C45-995E-4706-B884-A800A615E872}"/>
                  </a:ext>
                </a:extLst>
              </p:cNvPr>
              <p:cNvSpPr/>
              <p:nvPr/>
            </p:nvSpPr>
            <p:spPr>
              <a:xfrm>
                <a:off x="824294" y="79649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" name="流程图: 接点 222">
                <a:extLst>
                  <a:ext uri="{FF2B5EF4-FFF2-40B4-BE49-F238E27FC236}">
                    <a16:creationId xmlns:a16="http://schemas.microsoft.com/office/drawing/2014/main" id="{D525C4DE-78FD-43ED-B728-7BD32783E6FC}"/>
                  </a:ext>
                </a:extLst>
              </p:cNvPr>
              <p:cNvSpPr/>
              <p:nvPr/>
            </p:nvSpPr>
            <p:spPr>
              <a:xfrm>
                <a:off x="892866" y="78990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流程图: 接点 223">
                <a:extLst>
                  <a:ext uri="{FF2B5EF4-FFF2-40B4-BE49-F238E27FC236}">
                    <a16:creationId xmlns:a16="http://schemas.microsoft.com/office/drawing/2014/main" id="{CDC330FA-864E-4E91-9FCA-1FF575BF4ABD}"/>
                  </a:ext>
                </a:extLst>
              </p:cNvPr>
              <p:cNvSpPr/>
              <p:nvPr/>
            </p:nvSpPr>
            <p:spPr>
              <a:xfrm>
                <a:off x="839084" y="86932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流程图: 接点 224">
                <a:extLst>
                  <a:ext uri="{FF2B5EF4-FFF2-40B4-BE49-F238E27FC236}">
                    <a16:creationId xmlns:a16="http://schemas.microsoft.com/office/drawing/2014/main" id="{2BE7E2D6-65F4-46FF-8572-8D27592FF1AE}"/>
                  </a:ext>
                </a:extLst>
              </p:cNvPr>
              <p:cNvSpPr/>
              <p:nvPr/>
            </p:nvSpPr>
            <p:spPr>
              <a:xfrm>
                <a:off x="896987" y="51706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" name="流程图: 接点 225">
                <a:extLst>
                  <a:ext uri="{FF2B5EF4-FFF2-40B4-BE49-F238E27FC236}">
                    <a16:creationId xmlns:a16="http://schemas.microsoft.com/office/drawing/2014/main" id="{21ECC67C-8942-490A-9FF8-406AEFFC9C01}"/>
                  </a:ext>
                </a:extLst>
              </p:cNvPr>
              <p:cNvSpPr/>
              <p:nvPr/>
            </p:nvSpPr>
            <p:spPr>
              <a:xfrm>
                <a:off x="843205" y="59649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" name="流程图: 接点 226">
                <a:extLst>
                  <a:ext uri="{FF2B5EF4-FFF2-40B4-BE49-F238E27FC236}">
                    <a16:creationId xmlns:a16="http://schemas.microsoft.com/office/drawing/2014/main" id="{480A4B57-DF81-4CC2-9AEB-6FC74AB2F5DD}"/>
                  </a:ext>
                </a:extLst>
              </p:cNvPr>
              <p:cNvSpPr/>
              <p:nvPr/>
            </p:nvSpPr>
            <p:spPr>
              <a:xfrm>
                <a:off x="873781" y="56440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" name="流程图: 接点 227">
                <a:extLst>
                  <a:ext uri="{FF2B5EF4-FFF2-40B4-BE49-F238E27FC236}">
                    <a16:creationId xmlns:a16="http://schemas.microsoft.com/office/drawing/2014/main" id="{FC040ED1-E010-4E0A-8C06-FDB9F5A466AC}"/>
                  </a:ext>
                </a:extLst>
              </p:cNvPr>
              <p:cNvSpPr/>
              <p:nvPr/>
            </p:nvSpPr>
            <p:spPr>
              <a:xfrm>
                <a:off x="896987" y="51706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流程图: 接点 228">
                <a:extLst>
                  <a:ext uri="{FF2B5EF4-FFF2-40B4-BE49-F238E27FC236}">
                    <a16:creationId xmlns:a16="http://schemas.microsoft.com/office/drawing/2014/main" id="{94960219-1B47-4AD1-BE76-CDB34D471629}"/>
                  </a:ext>
                </a:extLst>
              </p:cNvPr>
              <p:cNvSpPr/>
              <p:nvPr/>
            </p:nvSpPr>
            <p:spPr>
              <a:xfrm>
                <a:off x="862547" y="66815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" name="流程图: 接点 229">
                <a:extLst>
                  <a:ext uri="{FF2B5EF4-FFF2-40B4-BE49-F238E27FC236}">
                    <a16:creationId xmlns:a16="http://schemas.microsoft.com/office/drawing/2014/main" id="{25F1C055-B7FD-4CB8-BCDE-E7EB5AB8A34E}"/>
                  </a:ext>
                </a:extLst>
              </p:cNvPr>
              <p:cNvSpPr/>
              <p:nvPr/>
            </p:nvSpPr>
            <p:spPr>
              <a:xfrm>
                <a:off x="808336" y="60476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" name="流程图: 接点 230">
                <a:extLst>
                  <a:ext uri="{FF2B5EF4-FFF2-40B4-BE49-F238E27FC236}">
                    <a16:creationId xmlns:a16="http://schemas.microsoft.com/office/drawing/2014/main" id="{142018D2-3E27-48C8-8B73-2DBC939845F2}"/>
                  </a:ext>
                </a:extLst>
              </p:cNvPr>
              <p:cNvSpPr/>
              <p:nvPr/>
            </p:nvSpPr>
            <p:spPr>
              <a:xfrm>
                <a:off x="862547" y="71627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流程图: 接点 231">
                <a:extLst>
                  <a:ext uri="{FF2B5EF4-FFF2-40B4-BE49-F238E27FC236}">
                    <a16:creationId xmlns:a16="http://schemas.microsoft.com/office/drawing/2014/main" id="{3613EC8B-8F64-45F0-B873-79885E1AB4C3}"/>
                  </a:ext>
                </a:extLst>
              </p:cNvPr>
              <p:cNvSpPr/>
              <p:nvPr/>
            </p:nvSpPr>
            <p:spPr>
              <a:xfrm>
                <a:off x="885753" y="62081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流程图: 接点 232">
                <a:extLst>
                  <a:ext uri="{FF2B5EF4-FFF2-40B4-BE49-F238E27FC236}">
                    <a16:creationId xmlns:a16="http://schemas.microsoft.com/office/drawing/2014/main" id="{ED418C5E-A882-44E8-97B5-63C9BA84B91C}"/>
                  </a:ext>
                </a:extLst>
              </p:cNvPr>
              <p:cNvSpPr/>
              <p:nvPr/>
            </p:nvSpPr>
            <p:spPr>
              <a:xfrm>
                <a:off x="1022427" y="6528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流程图: 接点 233">
                <a:extLst>
                  <a:ext uri="{FF2B5EF4-FFF2-40B4-BE49-F238E27FC236}">
                    <a16:creationId xmlns:a16="http://schemas.microsoft.com/office/drawing/2014/main" id="{29AC51FB-D81D-4F98-B327-1D6677B668BE}"/>
                  </a:ext>
                </a:extLst>
              </p:cNvPr>
              <p:cNvSpPr/>
              <p:nvPr/>
            </p:nvSpPr>
            <p:spPr>
              <a:xfrm>
                <a:off x="885753" y="66893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" name="流程图: 接点 234">
                <a:extLst>
                  <a:ext uri="{FF2B5EF4-FFF2-40B4-BE49-F238E27FC236}">
                    <a16:creationId xmlns:a16="http://schemas.microsoft.com/office/drawing/2014/main" id="{30CC0897-8232-4EF7-AC6C-49DEDCA614FF}"/>
                  </a:ext>
                </a:extLst>
              </p:cNvPr>
              <p:cNvSpPr/>
              <p:nvPr/>
            </p:nvSpPr>
            <p:spPr>
              <a:xfrm>
                <a:off x="819999" y="64383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流程图: 接点 235">
                <a:extLst>
                  <a:ext uri="{FF2B5EF4-FFF2-40B4-BE49-F238E27FC236}">
                    <a16:creationId xmlns:a16="http://schemas.microsoft.com/office/drawing/2014/main" id="{2E08FC4F-B3B2-4BDF-8EBF-CD90F83FE53B}"/>
                  </a:ext>
                </a:extLst>
              </p:cNvPr>
              <p:cNvSpPr/>
              <p:nvPr/>
            </p:nvSpPr>
            <p:spPr>
              <a:xfrm>
                <a:off x="843205" y="59649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流程图: 接点 236">
                <a:extLst>
                  <a:ext uri="{FF2B5EF4-FFF2-40B4-BE49-F238E27FC236}">
                    <a16:creationId xmlns:a16="http://schemas.microsoft.com/office/drawing/2014/main" id="{42D879EC-B354-4F70-8241-DB4D2391671B}"/>
                  </a:ext>
                </a:extLst>
              </p:cNvPr>
              <p:cNvSpPr/>
              <p:nvPr/>
            </p:nvSpPr>
            <p:spPr>
              <a:xfrm>
                <a:off x="808765" y="74757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流程图: 接点 237">
                <a:extLst>
                  <a:ext uri="{FF2B5EF4-FFF2-40B4-BE49-F238E27FC236}">
                    <a16:creationId xmlns:a16="http://schemas.microsoft.com/office/drawing/2014/main" id="{97C7B88C-B018-43FE-95FA-A3716B790ECD}"/>
                  </a:ext>
                </a:extLst>
              </p:cNvPr>
              <p:cNvSpPr/>
              <p:nvPr/>
            </p:nvSpPr>
            <p:spPr>
              <a:xfrm>
                <a:off x="808765" y="7957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" name="流程图: 接点 238">
                <a:extLst>
                  <a:ext uri="{FF2B5EF4-FFF2-40B4-BE49-F238E27FC236}">
                    <a16:creationId xmlns:a16="http://schemas.microsoft.com/office/drawing/2014/main" id="{CEA59186-F433-47A4-89A8-DECC3B1CC637}"/>
                  </a:ext>
                </a:extLst>
              </p:cNvPr>
              <p:cNvSpPr/>
              <p:nvPr/>
            </p:nvSpPr>
            <p:spPr>
              <a:xfrm>
                <a:off x="831971" y="70023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" name="流程图: 接点 239">
                <a:extLst>
                  <a:ext uri="{FF2B5EF4-FFF2-40B4-BE49-F238E27FC236}">
                    <a16:creationId xmlns:a16="http://schemas.microsoft.com/office/drawing/2014/main" id="{821E9DD5-B123-40B5-A023-FD1DE521AB61}"/>
                  </a:ext>
                </a:extLst>
              </p:cNvPr>
              <p:cNvSpPr/>
              <p:nvPr/>
            </p:nvSpPr>
            <p:spPr>
              <a:xfrm>
                <a:off x="968645" y="73232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" name="流程图: 接点 240">
                <a:extLst>
                  <a:ext uri="{FF2B5EF4-FFF2-40B4-BE49-F238E27FC236}">
                    <a16:creationId xmlns:a16="http://schemas.microsoft.com/office/drawing/2014/main" id="{FD2ECF99-BBE4-42FB-8A4F-401F4DC88850}"/>
                  </a:ext>
                </a:extLst>
              </p:cNvPr>
              <p:cNvSpPr/>
              <p:nvPr/>
            </p:nvSpPr>
            <p:spPr>
              <a:xfrm>
                <a:off x="831971" y="74836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流程图: 接点 241">
                <a:extLst>
                  <a:ext uri="{FF2B5EF4-FFF2-40B4-BE49-F238E27FC236}">
                    <a16:creationId xmlns:a16="http://schemas.microsoft.com/office/drawing/2014/main" id="{1023A544-883D-47CA-A3EF-D67F2401EB4A}"/>
                  </a:ext>
                </a:extLst>
              </p:cNvPr>
              <p:cNvSpPr/>
              <p:nvPr/>
            </p:nvSpPr>
            <p:spPr>
              <a:xfrm>
                <a:off x="900543" y="74177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" name="流程图: 接点 242">
                <a:extLst>
                  <a:ext uri="{FF2B5EF4-FFF2-40B4-BE49-F238E27FC236}">
                    <a16:creationId xmlns:a16="http://schemas.microsoft.com/office/drawing/2014/main" id="{78E0A15A-1B34-4735-A683-AA1CD6A1FEC5}"/>
                  </a:ext>
                </a:extLst>
              </p:cNvPr>
              <p:cNvSpPr/>
              <p:nvPr/>
            </p:nvSpPr>
            <p:spPr>
              <a:xfrm>
                <a:off x="846761" y="82119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" name="流程图: 接点 243">
                <a:extLst>
                  <a:ext uri="{FF2B5EF4-FFF2-40B4-BE49-F238E27FC236}">
                    <a16:creationId xmlns:a16="http://schemas.microsoft.com/office/drawing/2014/main" id="{4F3B1355-9ABE-4D59-A59A-2E95A8224CA9}"/>
                  </a:ext>
                </a:extLst>
              </p:cNvPr>
              <p:cNvSpPr/>
              <p:nvPr/>
            </p:nvSpPr>
            <p:spPr>
              <a:xfrm>
                <a:off x="615752" y="99659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" name="流程图: 接点 244">
                <a:extLst>
                  <a:ext uri="{FF2B5EF4-FFF2-40B4-BE49-F238E27FC236}">
                    <a16:creationId xmlns:a16="http://schemas.microsoft.com/office/drawing/2014/main" id="{FE35F32A-7CBF-430A-AA25-20737B15FBFE}"/>
                  </a:ext>
                </a:extLst>
              </p:cNvPr>
              <p:cNvSpPr/>
              <p:nvPr/>
            </p:nvSpPr>
            <p:spPr>
              <a:xfrm>
                <a:off x="615752" y="104472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流程图: 接点 245">
                <a:extLst>
                  <a:ext uri="{FF2B5EF4-FFF2-40B4-BE49-F238E27FC236}">
                    <a16:creationId xmlns:a16="http://schemas.microsoft.com/office/drawing/2014/main" id="{77F53817-251B-4C95-9BBD-37B5A5965381}"/>
                  </a:ext>
                </a:extLst>
              </p:cNvPr>
              <p:cNvSpPr/>
              <p:nvPr/>
            </p:nvSpPr>
            <p:spPr>
              <a:xfrm>
                <a:off x="638958" y="99738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" name="流程图: 接点 246">
                <a:extLst>
                  <a:ext uri="{FF2B5EF4-FFF2-40B4-BE49-F238E27FC236}">
                    <a16:creationId xmlns:a16="http://schemas.microsoft.com/office/drawing/2014/main" id="{9903031D-1C90-43E8-A0C2-61043B832A1B}"/>
                  </a:ext>
                </a:extLst>
              </p:cNvPr>
              <p:cNvSpPr/>
              <p:nvPr/>
            </p:nvSpPr>
            <p:spPr>
              <a:xfrm>
                <a:off x="368428" y="99777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" name="流程图: 接点 247">
                <a:extLst>
                  <a:ext uri="{FF2B5EF4-FFF2-40B4-BE49-F238E27FC236}">
                    <a16:creationId xmlns:a16="http://schemas.microsoft.com/office/drawing/2014/main" id="{7B0467AF-450A-4C81-AC9A-EAA93D478E24}"/>
                  </a:ext>
                </a:extLst>
              </p:cNvPr>
              <p:cNvSpPr/>
              <p:nvPr/>
            </p:nvSpPr>
            <p:spPr>
              <a:xfrm>
                <a:off x="547651" y="100604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流程图: 接点 248">
                <a:extLst>
                  <a:ext uri="{FF2B5EF4-FFF2-40B4-BE49-F238E27FC236}">
                    <a16:creationId xmlns:a16="http://schemas.microsoft.com/office/drawing/2014/main" id="{3D30147D-3639-4D2B-A3FF-43CF8CD4C411}"/>
                  </a:ext>
                </a:extLst>
              </p:cNvPr>
              <p:cNvSpPr/>
              <p:nvPr/>
            </p:nvSpPr>
            <p:spPr>
              <a:xfrm>
                <a:off x="547651" y="105417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" name="流程图: 接点 249">
                <a:extLst>
                  <a:ext uri="{FF2B5EF4-FFF2-40B4-BE49-F238E27FC236}">
                    <a16:creationId xmlns:a16="http://schemas.microsoft.com/office/drawing/2014/main" id="{892EE5A9-864C-44AF-803E-34AB4097B94F}"/>
                  </a:ext>
                </a:extLst>
              </p:cNvPr>
              <p:cNvSpPr/>
              <p:nvPr/>
            </p:nvSpPr>
            <p:spPr>
              <a:xfrm>
                <a:off x="707530" y="99079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" name="流程图: 接点 250">
                <a:extLst>
                  <a:ext uri="{FF2B5EF4-FFF2-40B4-BE49-F238E27FC236}">
                    <a16:creationId xmlns:a16="http://schemas.microsoft.com/office/drawing/2014/main" id="{3B88FE5F-F972-47E8-B390-F1DAD9102267}"/>
                  </a:ext>
                </a:extLst>
              </p:cNvPr>
              <p:cNvSpPr/>
              <p:nvPr/>
            </p:nvSpPr>
            <p:spPr>
              <a:xfrm>
                <a:off x="570856" y="100683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" name="流程图: 接点 251">
                <a:extLst>
                  <a:ext uri="{FF2B5EF4-FFF2-40B4-BE49-F238E27FC236}">
                    <a16:creationId xmlns:a16="http://schemas.microsoft.com/office/drawing/2014/main" id="{0AF108F6-0993-4DCE-8493-326DC038762B}"/>
                  </a:ext>
                </a:extLst>
              </p:cNvPr>
              <p:cNvSpPr/>
              <p:nvPr/>
            </p:nvSpPr>
            <p:spPr>
              <a:xfrm>
                <a:off x="368428" y="99777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" name="流程图: 接点 252">
                <a:extLst>
                  <a:ext uri="{FF2B5EF4-FFF2-40B4-BE49-F238E27FC236}">
                    <a16:creationId xmlns:a16="http://schemas.microsoft.com/office/drawing/2014/main" id="{6325C6E3-6C07-4D14-9D1B-B514A7F67802}"/>
                  </a:ext>
                </a:extLst>
              </p:cNvPr>
              <p:cNvSpPr/>
              <p:nvPr/>
            </p:nvSpPr>
            <p:spPr>
              <a:xfrm>
                <a:off x="493868" y="108547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" name="流程图: 接点 253">
                <a:extLst>
                  <a:ext uri="{FF2B5EF4-FFF2-40B4-BE49-F238E27FC236}">
                    <a16:creationId xmlns:a16="http://schemas.microsoft.com/office/drawing/2014/main" id="{BB0BB49D-3AAD-4EDC-881B-2FADE541E6CA}"/>
                  </a:ext>
                </a:extLst>
              </p:cNvPr>
              <p:cNvSpPr/>
              <p:nvPr/>
            </p:nvSpPr>
            <p:spPr>
              <a:xfrm>
                <a:off x="439657" y="102209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流程图: 接点 254">
                <a:extLst>
                  <a:ext uri="{FF2B5EF4-FFF2-40B4-BE49-F238E27FC236}">
                    <a16:creationId xmlns:a16="http://schemas.microsoft.com/office/drawing/2014/main" id="{60450F77-9D38-4E0D-A1A8-7BE57B69E29D}"/>
                  </a:ext>
                </a:extLst>
              </p:cNvPr>
              <p:cNvSpPr/>
              <p:nvPr/>
            </p:nvSpPr>
            <p:spPr>
              <a:xfrm>
                <a:off x="493868" y="113360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" name="流程图: 接点 255">
                <a:extLst>
                  <a:ext uri="{FF2B5EF4-FFF2-40B4-BE49-F238E27FC236}">
                    <a16:creationId xmlns:a16="http://schemas.microsoft.com/office/drawing/2014/main" id="{8E839E02-A955-4A79-93E1-26A6A177E911}"/>
                  </a:ext>
                </a:extLst>
              </p:cNvPr>
              <p:cNvSpPr/>
              <p:nvPr/>
            </p:nvSpPr>
            <p:spPr>
              <a:xfrm>
                <a:off x="517074" y="103813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" name="流程图: 接点 256">
                <a:extLst>
                  <a:ext uri="{FF2B5EF4-FFF2-40B4-BE49-F238E27FC236}">
                    <a16:creationId xmlns:a16="http://schemas.microsoft.com/office/drawing/2014/main" id="{7DC5FE01-CA66-4E83-9978-ED3139B67583}"/>
                  </a:ext>
                </a:extLst>
              </p:cNvPr>
              <p:cNvSpPr/>
              <p:nvPr/>
            </p:nvSpPr>
            <p:spPr>
              <a:xfrm>
                <a:off x="653748" y="107022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" name="流程图: 接点 257">
                <a:extLst>
                  <a:ext uri="{FF2B5EF4-FFF2-40B4-BE49-F238E27FC236}">
                    <a16:creationId xmlns:a16="http://schemas.microsoft.com/office/drawing/2014/main" id="{F43F059F-92ED-4414-AADE-4707851998C1}"/>
                  </a:ext>
                </a:extLst>
              </p:cNvPr>
              <p:cNvSpPr/>
              <p:nvPr/>
            </p:nvSpPr>
            <p:spPr>
              <a:xfrm>
                <a:off x="517074" y="108626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" name="流程图: 接点 258">
                <a:extLst>
                  <a:ext uri="{FF2B5EF4-FFF2-40B4-BE49-F238E27FC236}">
                    <a16:creationId xmlns:a16="http://schemas.microsoft.com/office/drawing/2014/main" id="{FC685F18-5E88-46BA-8A06-2B85BBE45AE2}"/>
                  </a:ext>
                </a:extLst>
              </p:cNvPr>
              <p:cNvSpPr/>
              <p:nvPr/>
            </p:nvSpPr>
            <p:spPr>
              <a:xfrm>
                <a:off x="623429" y="99659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" name="流程图: 接点 259">
                <a:extLst>
                  <a:ext uri="{FF2B5EF4-FFF2-40B4-BE49-F238E27FC236}">
                    <a16:creationId xmlns:a16="http://schemas.microsoft.com/office/drawing/2014/main" id="{3E81924F-4D42-447E-8BEE-64775D4152EA}"/>
                  </a:ext>
                </a:extLst>
              </p:cNvPr>
              <p:cNvSpPr/>
              <p:nvPr/>
            </p:nvSpPr>
            <p:spPr>
              <a:xfrm>
                <a:off x="555328" y="100604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" name="流程图: 接点 260">
                <a:extLst>
                  <a:ext uri="{FF2B5EF4-FFF2-40B4-BE49-F238E27FC236}">
                    <a16:creationId xmlns:a16="http://schemas.microsoft.com/office/drawing/2014/main" id="{6AB8C478-505F-4DDE-8021-371E9448D554}"/>
                  </a:ext>
                </a:extLst>
              </p:cNvPr>
              <p:cNvSpPr/>
              <p:nvPr/>
            </p:nvSpPr>
            <p:spPr>
              <a:xfrm>
                <a:off x="501545" y="103734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" name="流程图: 接点 261">
                <a:extLst>
                  <a:ext uri="{FF2B5EF4-FFF2-40B4-BE49-F238E27FC236}">
                    <a16:creationId xmlns:a16="http://schemas.microsoft.com/office/drawing/2014/main" id="{3FFB5CAB-EC3B-4C1E-A681-B25BD837EAE5}"/>
                  </a:ext>
                </a:extLst>
              </p:cNvPr>
              <p:cNvSpPr/>
              <p:nvPr/>
            </p:nvSpPr>
            <p:spPr>
              <a:xfrm>
                <a:off x="501545" y="108547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" name="流程图: 接点 262">
                <a:extLst>
                  <a:ext uri="{FF2B5EF4-FFF2-40B4-BE49-F238E27FC236}">
                    <a16:creationId xmlns:a16="http://schemas.microsoft.com/office/drawing/2014/main" id="{53EFA701-B022-4D4A-A197-E56B4BE8891F}"/>
                  </a:ext>
                </a:extLst>
              </p:cNvPr>
              <p:cNvSpPr/>
              <p:nvPr/>
            </p:nvSpPr>
            <p:spPr>
              <a:xfrm>
                <a:off x="524751" y="99000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" name="流程图: 接点 263">
                <a:extLst>
                  <a:ext uri="{FF2B5EF4-FFF2-40B4-BE49-F238E27FC236}">
                    <a16:creationId xmlns:a16="http://schemas.microsoft.com/office/drawing/2014/main" id="{6C57BBF4-4DC9-413B-90F8-A6D61D6E1F11}"/>
                  </a:ext>
                </a:extLst>
              </p:cNvPr>
              <p:cNvSpPr/>
              <p:nvPr/>
            </p:nvSpPr>
            <p:spPr>
              <a:xfrm>
                <a:off x="661425" y="102209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" name="流程图: 接点 264">
                <a:extLst>
                  <a:ext uri="{FF2B5EF4-FFF2-40B4-BE49-F238E27FC236}">
                    <a16:creationId xmlns:a16="http://schemas.microsoft.com/office/drawing/2014/main" id="{E01E44A4-3ABD-4073-9086-58D3BE41F510}"/>
                  </a:ext>
                </a:extLst>
              </p:cNvPr>
              <p:cNvSpPr/>
              <p:nvPr/>
            </p:nvSpPr>
            <p:spPr>
              <a:xfrm>
                <a:off x="524751" y="103813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" name="流程图: 接点 265">
                <a:extLst>
                  <a:ext uri="{FF2B5EF4-FFF2-40B4-BE49-F238E27FC236}">
                    <a16:creationId xmlns:a16="http://schemas.microsoft.com/office/drawing/2014/main" id="{C7F721ED-A320-4F1C-8FFE-ECB32A0FBAEC}"/>
                  </a:ext>
                </a:extLst>
              </p:cNvPr>
              <p:cNvSpPr/>
              <p:nvPr/>
            </p:nvSpPr>
            <p:spPr>
              <a:xfrm>
                <a:off x="741411" y="89045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" name="流程图: 接点 266">
                <a:extLst>
                  <a:ext uri="{FF2B5EF4-FFF2-40B4-BE49-F238E27FC236}">
                    <a16:creationId xmlns:a16="http://schemas.microsoft.com/office/drawing/2014/main" id="{B3586937-8872-4409-9884-CEAEFF18A5DA}"/>
                  </a:ext>
                </a:extLst>
              </p:cNvPr>
              <p:cNvSpPr/>
              <p:nvPr/>
            </p:nvSpPr>
            <p:spPr>
              <a:xfrm>
                <a:off x="741411" y="93858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8" name="流程图: 接点 267">
                <a:extLst>
                  <a:ext uri="{FF2B5EF4-FFF2-40B4-BE49-F238E27FC236}">
                    <a16:creationId xmlns:a16="http://schemas.microsoft.com/office/drawing/2014/main" id="{D3469B87-C337-4278-99EE-76B920079BAC}"/>
                  </a:ext>
                </a:extLst>
              </p:cNvPr>
              <p:cNvSpPr/>
              <p:nvPr/>
            </p:nvSpPr>
            <p:spPr>
              <a:xfrm>
                <a:off x="764617" y="89124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" name="流程图: 接点 268">
                <a:extLst>
                  <a:ext uri="{FF2B5EF4-FFF2-40B4-BE49-F238E27FC236}">
                    <a16:creationId xmlns:a16="http://schemas.microsoft.com/office/drawing/2014/main" id="{C590C3CD-7B80-4511-BD58-1AC2230A3392}"/>
                  </a:ext>
                </a:extLst>
              </p:cNvPr>
              <p:cNvSpPr/>
              <p:nvPr/>
            </p:nvSpPr>
            <p:spPr>
              <a:xfrm>
                <a:off x="749088" y="89045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" name="流程图: 接点 269">
                <a:extLst>
                  <a:ext uri="{FF2B5EF4-FFF2-40B4-BE49-F238E27FC236}">
                    <a16:creationId xmlns:a16="http://schemas.microsoft.com/office/drawing/2014/main" id="{FEA2E1DC-7FF7-40B9-AE6C-397670909368}"/>
                  </a:ext>
                </a:extLst>
              </p:cNvPr>
              <p:cNvSpPr/>
              <p:nvPr/>
            </p:nvSpPr>
            <p:spPr>
              <a:xfrm>
                <a:off x="529313" y="92254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1" name="流程图: 接点 270">
                <a:extLst>
                  <a:ext uri="{FF2B5EF4-FFF2-40B4-BE49-F238E27FC236}">
                    <a16:creationId xmlns:a16="http://schemas.microsoft.com/office/drawing/2014/main" id="{E4148874-3060-497A-917D-B5A0815D7143}"/>
                  </a:ext>
                </a:extLst>
              </p:cNvPr>
              <p:cNvSpPr/>
              <p:nvPr/>
            </p:nvSpPr>
            <p:spPr>
              <a:xfrm>
                <a:off x="1025977" y="104658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" name="流程图: 接点 271">
                <a:extLst>
                  <a:ext uri="{FF2B5EF4-FFF2-40B4-BE49-F238E27FC236}">
                    <a16:creationId xmlns:a16="http://schemas.microsoft.com/office/drawing/2014/main" id="{8AB1986A-E7EB-4153-8973-F3A88DF0BA9A}"/>
                  </a:ext>
                </a:extLst>
              </p:cNvPr>
              <p:cNvSpPr/>
              <p:nvPr/>
            </p:nvSpPr>
            <p:spPr>
              <a:xfrm>
                <a:off x="972195" y="112601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" name="流程图: 接点 272">
                <a:extLst>
                  <a:ext uri="{FF2B5EF4-FFF2-40B4-BE49-F238E27FC236}">
                    <a16:creationId xmlns:a16="http://schemas.microsoft.com/office/drawing/2014/main" id="{42972B96-1A36-4EB0-839C-AC015A076B25}"/>
                  </a:ext>
                </a:extLst>
              </p:cNvPr>
              <p:cNvSpPr/>
              <p:nvPr/>
            </p:nvSpPr>
            <p:spPr>
              <a:xfrm>
                <a:off x="1033654" y="99846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4" name="流程图: 接点 273">
                <a:extLst>
                  <a:ext uri="{FF2B5EF4-FFF2-40B4-BE49-F238E27FC236}">
                    <a16:creationId xmlns:a16="http://schemas.microsoft.com/office/drawing/2014/main" id="{6271884C-FF16-4519-A2B5-1981451541B5}"/>
                  </a:ext>
                </a:extLst>
              </p:cNvPr>
              <p:cNvSpPr/>
              <p:nvPr/>
            </p:nvSpPr>
            <p:spPr>
              <a:xfrm>
                <a:off x="979872" y="107788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" name="流程图: 接点 274">
                <a:extLst>
                  <a:ext uri="{FF2B5EF4-FFF2-40B4-BE49-F238E27FC236}">
                    <a16:creationId xmlns:a16="http://schemas.microsoft.com/office/drawing/2014/main" id="{CDF12443-811C-44E3-8EB6-255E4B8E34FD}"/>
                  </a:ext>
                </a:extLst>
              </p:cNvPr>
              <p:cNvSpPr/>
              <p:nvPr/>
            </p:nvSpPr>
            <p:spPr>
              <a:xfrm>
                <a:off x="999215" y="82965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" name="流程图: 接点 275">
                <a:extLst>
                  <a:ext uri="{FF2B5EF4-FFF2-40B4-BE49-F238E27FC236}">
                    <a16:creationId xmlns:a16="http://schemas.microsoft.com/office/drawing/2014/main" id="{B84173A6-541B-469F-A55B-AD4C0BE9A872}"/>
                  </a:ext>
                </a:extLst>
              </p:cNvPr>
              <p:cNvSpPr/>
              <p:nvPr/>
            </p:nvSpPr>
            <p:spPr>
              <a:xfrm>
                <a:off x="945433" y="90908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" name="流程图: 接点 276">
                <a:extLst>
                  <a:ext uri="{FF2B5EF4-FFF2-40B4-BE49-F238E27FC236}">
                    <a16:creationId xmlns:a16="http://schemas.microsoft.com/office/drawing/2014/main" id="{CB6BAC08-A2CC-40A7-B28B-A4AE80EDDD8D}"/>
                  </a:ext>
                </a:extLst>
              </p:cNvPr>
              <p:cNvSpPr/>
              <p:nvPr/>
            </p:nvSpPr>
            <p:spPr>
              <a:xfrm>
                <a:off x="1006892" y="78152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" name="流程图: 接点 277">
                <a:extLst>
                  <a:ext uri="{FF2B5EF4-FFF2-40B4-BE49-F238E27FC236}">
                    <a16:creationId xmlns:a16="http://schemas.microsoft.com/office/drawing/2014/main" id="{F68C6F25-2A69-497C-BC41-5D982B308E5F}"/>
                  </a:ext>
                </a:extLst>
              </p:cNvPr>
              <p:cNvSpPr/>
              <p:nvPr/>
            </p:nvSpPr>
            <p:spPr>
              <a:xfrm>
                <a:off x="953110" y="86095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" name="流程图: 接点 278">
                <a:extLst>
                  <a:ext uri="{FF2B5EF4-FFF2-40B4-BE49-F238E27FC236}">
                    <a16:creationId xmlns:a16="http://schemas.microsoft.com/office/drawing/2014/main" id="{70CD1BDC-8413-4914-8EDA-E02365DA5F9E}"/>
                  </a:ext>
                </a:extLst>
              </p:cNvPr>
              <p:cNvSpPr/>
              <p:nvPr/>
            </p:nvSpPr>
            <p:spPr>
              <a:xfrm>
                <a:off x="705279" y="111147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" name="流程图: 接点 279">
                <a:extLst>
                  <a:ext uri="{FF2B5EF4-FFF2-40B4-BE49-F238E27FC236}">
                    <a16:creationId xmlns:a16="http://schemas.microsoft.com/office/drawing/2014/main" id="{731B06AC-D51C-4090-95FA-D1A480BCBB11}"/>
                  </a:ext>
                </a:extLst>
              </p:cNvPr>
              <p:cNvSpPr/>
              <p:nvPr/>
            </p:nvSpPr>
            <p:spPr>
              <a:xfrm>
                <a:off x="637178" y="112092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" name="流程图: 接点 280">
                <a:extLst>
                  <a:ext uri="{FF2B5EF4-FFF2-40B4-BE49-F238E27FC236}">
                    <a16:creationId xmlns:a16="http://schemas.microsoft.com/office/drawing/2014/main" id="{20A56FC1-5243-48B0-8BB8-0E297116DB60}"/>
                  </a:ext>
                </a:extLst>
              </p:cNvPr>
              <p:cNvSpPr/>
              <p:nvPr/>
            </p:nvSpPr>
            <p:spPr>
              <a:xfrm>
                <a:off x="583395" y="115222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" name="流程图: 接点 281">
                <a:extLst>
                  <a:ext uri="{FF2B5EF4-FFF2-40B4-BE49-F238E27FC236}">
                    <a16:creationId xmlns:a16="http://schemas.microsoft.com/office/drawing/2014/main" id="{4DB09062-E214-4BFA-87A4-4B0F89910C62}"/>
                  </a:ext>
                </a:extLst>
              </p:cNvPr>
              <p:cNvSpPr/>
              <p:nvPr/>
            </p:nvSpPr>
            <p:spPr>
              <a:xfrm>
                <a:off x="529184" y="108884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" name="流程图: 接点 282">
                <a:extLst>
                  <a:ext uri="{FF2B5EF4-FFF2-40B4-BE49-F238E27FC236}">
                    <a16:creationId xmlns:a16="http://schemas.microsoft.com/office/drawing/2014/main" id="{78E600CE-807D-4260-860B-68BCD39E401F}"/>
                  </a:ext>
                </a:extLst>
              </p:cNvPr>
              <p:cNvSpPr/>
              <p:nvPr/>
            </p:nvSpPr>
            <p:spPr>
              <a:xfrm>
                <a:off x="583395" y="120035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" name="流程图: 接点 283">
                <a:extLst>
                  <a:ext uri="{FF2B5EF4-FFF2-40B4-BE49-F238E27FC236}">
                    <a16:creationId xmlns:a16="http://schemas.microsoft.com/office/drawing/2014/main" id="{0401EA8D-5E48-413A-AB0F-4D90014D2FD6}"/>
                  </a:ext>
                </a:extLst>
              </p:cNvPr>
              <p:cNvSpPr/>
              <p:nvPr/>
            </p:nvSpPr>
            <p:spPr>
              <a:xfrm>
                <a:off x="606601" y="110488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" name="流程图: 接点 284">
                <a:extLst>
                  <a:ext uri="{FF2B5EF4-FFF2-40B4-BE49-F238E27FC236}">
                    <a16:creationId xmlns:a16="http://schemas.microsoft.com/office/drawing/2014/main" id="{FEB9F65E-D40D-44EE-87AE-AECA74E96A7A}"/>
                  </a:ext>
                </a:extLst>
              </p:cNvPr>
              <p:cNvSpPr/>
              <p:nvPr/>
            </p:nvSpPr>
            <p:spPr>
              <a:xfrm>
                <a:off x="743275" y="113697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" name="流程图: 接点 285">
                <a:extLst>
                  <a:ext uri="{FF2B5EF4-FFF2-40B4-BE49-F238E27FC236}">
                    <a16:creationId xmlns:a16="http://schemas.microsoft.com/office/drawing/2014/main" id="{BBF57A0A-6951-4DD3-8B3C-C0C59342C655}"/>
                  </a:ext>
                </a:extLst>
              </p:cNvPr>
              <p:cNvSpPr/>
              <p:nvPr/>
            </p:nvSpPr>
            <p:spPr>
              <a:xfrm>
                <a:off x="606601" y="115301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" name="流程图: 接点 286">
                <a:extLst>
                  <a:ext uri="{FF2B5EF4-FFF2-40B4-BE49-F238E27FC236}">
                    <a16:creationId xmlns:a16="http://schemas.microsoft.com/office/drawing/2014/main" id="{626BAA55-4668-4D27-A091-9732CBD9AC74}"/>
                  </a:ext>
                </a:extLst>
              </p:cNvPr>
              <p:cNvSpPr/>
              <p:nvPr/>
            </p:nvSpPr>
            <p:spPr>
              <a:xfrm>
                <a:off x="591072" y="110409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" name="流程图: 接点 287">
                <a:extLst>
                  <a:ext uri="{FF2B5EF4-FFF2-40B4-BE49-F238E27FC236}">
                    <a16:creationId xmlns:a16="http://schemas.microsoft.com/office/drawing/2014/main" id="{6E46987E-E37B-474A-B5CF-FDB2795D4B54}"/>
                  </a:ext>
                </a:extLst>
              </p:cNvPr>
              <p:cNvSpPr/>
              <p:nvPr/>
            </p:nvSpPr>
            <p:spPr>
              <a:xfrm>
                <a:off x="591072" y="115222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9" name="流程图: 接点 288">
                <a:extLst>
                  <a:ext uri="{FF2B5EF4-FFF2-40B4-BE49-F238E27FC236}">
                    <a16:creationId xmlns:a16="http://schemas.microsoft.com/office/drawing/2014/main" id="{993885EF-C12D-4334-9EE7-B200F145FF40}"/>
                  </a:ext>
                </a:extLst>
              </p:cNvPr>
              <p:cNvSpPr/>
              <p:nvPr/>
            </p:nvSpPr>
            <p:spPr>
              <a:xfrm>
                <a:off x="750952" y="108884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0" name="流程图: 接点 289">
                <a:extLst>
                  <a:ext uri="{FF2B5EF4-FFF2-40B4-BE49-F238E27FC236}">
                    <a16:creationId xmlns:a16="http://schemas.microsoft.com/office/drawing/2014/main" id="{B0E50F9D-AED1-4AB6-9513-49CB48E4A184}"/>
                  </a:ext>
                </a:extLst>
              </p:cNvPr>
              <p:cNvSpPr/>
              <p:nvPr/>
            </p:nvSpPr>
            <p:spPr>
              <a:xfrm>
                <a:off x="614278" y="110488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" name="流程图: 接点 290">
                <a:extLst>
                  <a:ext uri="{FF2B5EF4-FFF2-40B4-BE49-F238E27FC236}">
                    <a16:creationId xmlns:a16="http://schemas.microsoft.com/office/drawing/2014/main" id="{8CFB4068-E315-4185-B496-17D300AB53E6}"/>
                  </a:ext>
                </a:extLst>
              </p:cNvPr>
              <p:cNvSpPr/>
              <p:nvPr/>
            </p:nvSpPr>
            <p:spPr>
              <a:xfrm>
                <a:off x="493181" y="109543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" name="流程图: 接点 291">
                <a:extLst>
                  <a:ext uri="{FF2B5EF4-FFF2-40B4-BE49-F238E27FC236}">
                    <a16:creationId xmlns:a16="http://schemas.microsoft.com/office/drawing/2014/main" id="{BD081C57-99D6-4D07-BA0C-0F2B56FDE711}"/>
                  </a:ext>
                </a:extLst>
              </p:cNvPr>
              <p:cNvSpPr/>
              <p:nvPr/>
            </p:nvSpPr>
            <p:spPr>
              <a:xfrm>
                <a:off x="531177" y="112092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" name="流程图: 接点 292">
                <a:extLst>
                  <a:ext uri="{FF2B5EF4-FFF2-40B4-BE49-F238E27FC236}">
                    <a16:creationId xmlns:a16="http://schemas.microsoft.com/office/drawing/2014/main" id="{219D6FC2-907B-4194-BAC9-D39633E679F8}"/>
                  </a:ext>
                </a:extLst>
              </p:cNvPr>
              <p:cNvSpPr/>
              <p:nvPr/>
            </p:nvSpPr>
            <p:spPr>
              <a:xfrm>
                <a:off x="903406" y="109729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" name="流程图: 接点 293">
                <a:extLst>
                  <a:ext uri="{FF2B5EF4-FFF2-40B4-BE49-F238E27FC236}">
                    <a16:creationId xmlns:a16="http://schemas.microsoft.com/office/drawing/2014/main" id="{0065BDB9-664D-40D5-87DE-C660DCF6AB3A}"/>
                  </a:ext>
                </a:extLst>
              </p:cNvPr>
              <p:cNvSpPr/>
              <p:nvPr/>
            </p:nvSpPr>
            <p:spPr>
              <a:xfrm>
                <a:off x="849624" y="117672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" name="流程图: 接点 294">
                <a:extLst>
                  <a:ext uri="{FF2B5EF4-FFF2-40B4-BE49-F238E27FC236}">
                    <a16:creationId xmlns:a16="http://schemas.microsoft.com/office/drawing/2014/main" id="{C3444E8E-1954-4AA3-A3B1-F1CC86C3D20A}"/>
                  </a:ext>
                </a:extLst>
              </p:cNvPr>
              <p:cNvSpPr/>
              <p:nvPr/>
            </p:nvSpPr>
            <p:spPr>
              <a:xfrm>
                <a:off x="857301" y="11285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" name="流程图: 接点 295">
                <a:extLst>
                  <a:ext uri="{FF2B5EF4-FFF2-40B4-BE49-F238E27FC236}">
                    <a16:creationId xmlns:a16="http://schemas.microsoft.com/office/drawing/2014/main" id="{D4FB20A7-119D-49A0-937B-02A72B6C84BF}"/>
                  </a:ext>
                </a:extLst>
              </p:cNvPr>
              <p:cNvSpPr/>
              <p:nvPr/>
            </p:nvSpPr>
            <p:spPr>
              <a:xfrm>
                <a:off x="309168" y="84751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7" name="流程图: 接点 296">
                <a:extLst>
                  <a:ext uri="{FF2B5EF4-FFF2-40B4-BE49-F238E27FC236}">
                    <a16:creationId xmlns:a16="http://schemas.microsoft.com/office/drawing/2014/main" id="{0361FEBC-3889-4ADF-99E6-E72BECA96362}"/>
                  </a:ext>
                </a:extLst>
              </p:cNvPr>
              <p:cNvSpPr/>
              <p:nvPr/>
            </p:nvSpPr>
            <p:spPr>
              <a:xfrm>
                <a:off x="488391" y="85579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8" name="流程图: 接点 297">
                <a:extLst>
                  <a:ext uri="{FF2B5EF4-FFF2-40B4-BE49-F238E27FC236}">
                    <a16:creationId xmlns:a16="http://schemas.microsoft.com/office/drawing/2014/main" id="{8AB75BAE-F7AA-41D4-8451-D260CD07885B}"/>
                  </a:ext>
                </a:extLst>
              </p:cNvPr>
              <p:cNvSpPr/>
              <p:nvPr/>
            </p:nvSpPr>
            <p:spPr>
              <a:xfrm>
                <a:off x="488391" y="90391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" name="流程图: 接点 298">
                <a:extLst>
                  <a:ext uri="{FF2B5EF4-FFF2-40B4-BE49-F238E27FC236}">
                    <a16:creationId xmlns:a16="http://schemas.microsoft.com/office/drawing/2014/main" id="{3273D410-5C3C-4906-887E-198BA58B68FD}"/>
                  </a:ext>
                </a:extLst>
              </p:cNvPr>
              <p:cNvSpPr/>
              <p:nvPr/>
            </p:nvSpPr>
            <p:spPr>
              <a:xfrm>
                <a:off x="309168" y="84751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0" name="流程图: 接点 299">
                <a:extLst>
                  <a:ext uri="{FF2B5EF4-FFF2-40B4-BE49-F238E27FC236}">
                    <a16:creationId xmlns:a16="http://schemas.microsoft.com/office/drawing/2014/main" id="{A45B29FB-4C36-4405-B9A1-19E7DE57F5F1}"/>
                  </a:ext>
                </a:extLst>
              </p:cNvPr>
              <p:cNvSpPr/>
              <p:nvPr/>
            </p:nvSpPr>
            <p:spPr>
              <a:xfrm>
                <a:off x="434608" y="93521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" name="流程图: 接点 300">
                <a:extLst>
                  <a:ext uri="{FF2B5EF4-FFF2-40B4-BE49-F238E27FC236}">
                    <a16:creationId xmlns:a16="http://schemas.microsoft.com/office/drawing/2014/main" id="{742C202B-FCBB-4F20-8036-02FFE2B49629}"/>
                  </a:ext>
                </a:extLst>
              </p:cNvPr>
              <p:cNvSpPr/>
              <p:nvPr/>
            </p:nvSpPr>
            <p:spPr>
              <a:xfrm>
                <a:off x="380397" y="87183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2" name="流程图: 接点 301">
                <a:extLst>
                  <a:ext uri="{FF2B5EF4-FFF2-40B4-BE49-F238E27FC236}">
                    <a16:creationId xmlns:a16="http://schemas.microsoft.com/office/drawing/2014/main" id="{44F02723-0AAF-45A1-A019-C7E55BD62893}"/>
                  </a:ext>
                </a:extLst>
              </p:cNvPr>
              <p:cNvSpPr/>
              <p:nvPr/>
            </p:nvSpPr>
            <p:spPr>
              <a:xfrm>
                <a:off x="434608" y="98334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3" name="流程图: 接点 302">
                <a:extLst>
                  <a:ext uri="{FF2B5EF4-FFF2-40B4-BE49-F238E27FC236}">
                    <a16:creationId xmlns:a16="http://schemas.microsoft.com/office/drawing/2014/main" id="{992F528A-9D6B-402C-BA3D-0EF8B2D47120}"/>
                  </a:ext>
                </a:extLst>
              </p:cNvPr>
              <p:cNvSpPr/>
              <p:nvPr/>
            </p:nvSpPr>
            <p:spPr>
              <a:xfrm>
                <a:off x="457814" y="88787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" name="流程图: 接点 303">
                <a:extLst>
                  <a:ext uri="{FF2B5EF4-FFF2-40B4-BE49-F238E27FC236}">
                    <a16:creationId xmlns:a16="http://schemas.microsoft.com/office/drawing/2014/main" id="{D59987D3-22C6-407E-914D-0C7799C6DF11}"/>
                  </a:ext>
                </a:extLst>
              </p:cNvPr>
              <p:cNvSpPr/>
              <p:nvPr/>
            </p:nvSpPr>
            <p:spPr>
              <a:xfrm>
                <a:off x="457814" y="93600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" name="流程图: 接点 304">
                <a:extLst>
                  <a:ext uri="{FF2B5EF4-FFF2-40B4-BE49-F238E27FC236}">
                    <a16:creationId xmlns:a16="http://schemas.microsoft.com/office/drawing/2014/main" id="{BA526A6A-A779-4860-B4D2-D1BB6E7F90D2}"/>
                  </a:ext>
                </a:extLst>
              </p:cNvPr>
              <p:cNvSpPr/>
              <p:nvPr/>
            </p:nvSpPr>
            <p:spPr>
              <a:xfrm>
                <a:off x="442286" y="88708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6" name="流程图: 接点 305">
                <a:extLst>
                  <a:ext uri="{FF2B5EF4-FFF2-40B4-BE49-F238E27FC236}">
                    <a16:creationId xmlns:a16="http://schemas.microsoft.com/office/drawing/2014/main" id="{81458A5C-0F81-4A7C-A846-0FFB239BDDA6}"/>
                  </a:ext>
                </a:extLst>
              </p:cNvPr>
              <p:cNvSpPr/>
              <p:nvPr/>
            </p:nvSpPr>
            <p:spPr>
              <a:xfrm>
                <a:off x="442286" y="93521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" name="流程图: 接点 306">
                <a:extLst>
                  <a:ext uri="{FF2B5EF4-FFF2-40B4-BE49-F238E27FC236}">
                    <a16:creationId xmlns:a16="http://schemas.microsoft.com/office/drawing/2014/main" id="{A02C5000-7EB8-447C-9C06-384635A7D96E}"/>
                  </a:ext>
                </a:extLst>
              </p:cNvPr>
              <p:cNvSpPr/>
              <p:nvPr/>
            </p:nvSpPr>
            <p:spPr>
              <a:xfrm>
                <a:off x="465491" y="83974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" name="流程图: 接点 307">
                <a:extLst>
                  <a:ext uri="{FF2B5EF4-FFF2-40B4-BE49-F238E27FC236}">
                    <a16:creationId xmlns:a16="http://schemas.microsoft.com/office/drawing/2014/main" id="{A3BC7B7C-99E5-4F3A-AE0C-FE9662EEEF61}"/>
                  </a:ext>
                </a:extLst>
              </p:cNvPr>
              <p:cNvSpPr/>
              <p:nvPr/>
            </p:nvSpPr>
            <p:spPr>
              <a:xfrm>
                <a:off x="465491" y="88787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" name="流程图: 接点 308">
                <a:extLst>
                  <a:ext uri="{FF2B5EF4-FFF2-40B4-BE49-F238E27FC236}">
                    <a16:creationId xmlns:a16="http://schemas.microsoft.com/office/drawing/2014/main" id="{2CCB66EE-AC2D-4F64-8EAF-F5657889D35E}"/>
                  </a:ext>
                </a:extLst>
              </p:cNvPr>
              <p:cNvSpPr/>
              <p:nvPr/>
            </p:nvSpPr>
            <p:spPr>
              <a:xfrm>
                <a:off x="469924" y="93858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0" name="流程图: 接点 309">
                <a:extLst>
                  <a:ext uri="{FF2B5EF4-FFF2-40B4-BE49-F238E27FC236}">
                    <a16:creationId xmlns:a16="http://schemas.microsoft.com/office/drawing/2014/main" id="{C5A8BF98-8EA0-4775-AE7E-AC62C13EED66}"/>
                  </a:ext>
                </a:extLst>
              </p:cNvPr>
              <p:cNvSpPr/>
              <p:nvPr/>
            </p:nvSpPr>
            <p:spPr>
              <a:xfrm>
                <a:off x="433921" y="94517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" name="流程图: 接点 310">
                <a:extLst>
                  <a:ext uri="{FF2B5EF4-FFF2-40B4-BE49-F238E27FC236}">
                    <a16:creationId xmlns:a16="http://schemas.microsoft.com/office/drawing/2014/main" id="{4D0E6A07-5B06-4AB9-A02C-B678F3567794}"/>
                  </a:ext>
                </a:extLst>
              </p:cNvPr>
              <p:cNvSpPr/>
              <p:nvPr/>
            </p:nvSpPr>
            <p:spPr>
              <a:xfrm>
                <a:off x="471917" y="97066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" name="流程图: 接点 311">
                <a:extLst>
                  <a:ext uri="{FF2B5EF4-FFF2-40B4-BE49-F238E27FC236}">
                    <a16:creationId xmlns:a16="http://schemas.microsoft.com/office/drawing/2014/main" id="{6CF9AAD0-6026-4C1E-9757-402EE59B36DF}"/>
                  </a:ext>
                </a:extLst>
              </p:cNvPr>
              <p:cNvSpPr/>
              <p:nvPr/>
            </p:nvSpPr>
            <p:spPr>
              <a:xfrm>
                <a:off x="917389" y="98928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" name="流程图: 接点 312">
                <a:extLst>
                  <a:ext uri="{FF2B5EF4-FFF2-40B4-BE49-F238E27FC236}">
                    <a16:creationId xmlns:a16="http://schemas.microsoft.com/office/drawing/2014/main" id="{43999205-4B84-4B51-BC18-D162ECAE3058}"/>
                  </a:ext>
                </a:extLst>
              </p:cNvPr>
              <p:cNvSpPr/>
              <p:nvPr/>
            </p:nvSpPr>
            <p:spPr>
              <a:xfrm>
                <a:off x="906155" y="109302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" name="流程图: 接点 313">
                <a:extLst>
                  <a:ext uri="{FF2B5EF4-FFF2-40B4-BE49-F238E27FC236}">
                    <a16:creationId xmlns:a16="http://schemas.microsoft.com/office/drawing/2014/main" id="{CC90E51D-DC74-4504-AE69-7E663A617A67}"/>
                  </a:ext>
                </a:extLst>
              </p:cNvPr>
              <p:cNvSpPr/>
              <p:nvPr/>
            </p:nvSpPr>
            <p:spPr>
              <a:xfrm>
                <a:off x="906155" y="114115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" name="流程图: 接点 314">
                <a:extLst>
                  <a:ext uri="{FF2B5EF4-FFF2-40B4-BE49-F238E27FC236}">
                    <a16:creationId xmlns:a16="http://schemas.microsoft.com/office/drawing/2014/main" id="{A9EAABD2-D484-4886-86CA-1911099C6F03}"/>
                  </a:ext>
                </a:extLst>
              </p:cNvPr>
              <p:cNvSpPr/>
              <p:nvPr/>
            </p:nvSpPr>
            <p:spPr>
              <a:xfrm>
                <a:off x="929361" y="104568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" name="流程图: 接点 315">
                <a:extLst>
                  <a:ext uri="{FF2B5EF4-FFF2-40B4-BE49-F238E27FC236}">
                    <a16:creationId xmlns:a16="http://schemas.microsoft.com/office/drawing/2014/main" id="{27FABF3D-A6B1-4CC8-A232-B2C195446E5D}"/>
                  </a:ext>
                </a:extLst>
              </p:cNvPr>
              <p:cNvSpPr/>
              <p:nvPr/>
            </p:nvSpPr>
            <p:spPr>
              <a:xfrm>
                <a:off x="1066035" y="107777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" name="流程图: 接点 316">
                <a:extLst>
                  <a:ext uri="{FF2B5EF4-FFF2-40B4-BE49-F238E27FC236}">
                    <a16:creationId xmlns:a16="http://schemas.microsoft.com/office/drawing/2014/main" id="{FEC10F6E-D928-438D-A942-6BA26FA6DA7A}"/>
                  </a:ext>
                </a:extLst>
              </p:cNvPr>
              <p:cNvSpPr/>
              <p:nvPr/>
            </p:nvSpPr>
            <p:spPr>
              <a:xfrm>
                <a:off x="929361" y="109381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" name="流程图: 接点 317">
                <a:extLst>
                  <a:ext uri="{FF2B5EF4-FFF2-40B4-BE49-F238E27FC236}">
                    <a16:creationId xmlns:a16="http://schemas.microsoft.com/office/drawing/2014/main" id="{D71631AE-8C61-4097-A786-8889F681B325}"/>
                  </a:ext>
                </a:extLst>
              </p:cNvPr>
              <p:cNvSpPr/>
              <p:nvPr/>
            </p:nvSpPr>
            <p:spPr>
              <a:xfrm>
                <a:off x="1012253" y="115719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" name="流程图: 接点 318">
                <a:extLst>
                  <a:ext uri="{FF2B5EF4-FFF2-40B4-BE49-F238E27FC236}">
                    <a16:creationId xmlns:a16="http://schemas.microsoft.com/office/drawing/2014/main" id="{E0DA551C-AAC7-4C9A-897F-E627B613AC69}"/>
                  </a:ext>
                </a:extLst>
              </p:cNvPr>
              <p:cNvSpPr/>
              <p:nvPr/>
            </p:nvSpPr>
            <p:spPr>
              <a:xfrm>
                <a:off x="944151" y="116664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" name="流程图: 接点 319">
                <a:extLst>
                  <a:ext uri="{FF2B5EF4-FFF2-40B4-BE49-F238E27FC236}">
                    <a16:creationId xmlns:a16="http://schemas.microsoft.com/office/drawing/2014/main" id="{FC6A38F0-6E1F-4D3A-989E-AA4D72D03A54}"/>
                  </a:ext>
                </a:extLst>
              </p:cNvPr>
              <p:cNvSpPr/>
              <p:nvPr/>
            </p:nvSpPr>
            <p:spPr>
              <a:xfrm>
                <a:off x="913832" y="104489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1" name="流程图: 接点 320">
                <a:extLst>
                  <a:ext uri="{FF2B5EF4-FFF2-40B4-BE49-F238E27FC236}">
                    <a16:creationId xmlns:a16="http://schemas.microsoft.com/office/drawing/2014/main" id="{22A0145A-A66C-4BEF-9AB6-AACD3C834462}"/>
                  </a:ext>
                </a:extLst>
              </p:cNvPr>
              <p:cNvSpPr/>
              <p:nvPr/>
            </p:nvSpPr>
            <p:spPr>
              <a:xfrm>
                <a:off x="913832" y="109302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" name="流程图: 接点 321">
                <a:extLst>
                  <a:ext uri="{FF2B5EF4-FFF2-40B4-BE49-F238E27FC236}">
                    <a16:creationId xmlns:a16="http://schemas.microsoft.com/office/drawing/2014/main" id="{42170157-0704-4139-82B9-7640B4F5D0B1}"/>
                  </a:ext>
                </a:extLst>
              </p:cNvPr>
              <p:cNvSpPr/>
              <p:nvPr/>
            </p:nvSpPr>
            <p:spPr>
              <a:xfrm>
                <a:off x="937038" y="99755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" name="流程图: 接点 322">
                <a:extLst>
                  <a:ext uri="{FF2B5EF4-FFF2-40B4-BE49-F238E27FC236}">
                    <a16:creationId xmlns:a16="http://schemas.microsoft.com/office/drawing/2014/main" id="{9BB58873-7EA8-4014-A0A4-B82C68E9AE33}"/>
                  </a:ext>
                </a:extLst>
              </p:cNvPr>
              <p:cNvSpPr/>
              <p:nvPr/>
            </p:nvSpPr>
            <p:spPr>
              <a:xfrm>
                <a:off x="1073712" y="102964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4" name="流程图: 接点 323">
                <a:extLst>
                  <a:ext uri="{FF2B5EF4-FFF2-40B4-BE49-F238E27FC236}">
                    <a16:creationId xmlns:a16="http://schemas.microsoft.com/office/drawing/2014/main" id="{0FF359C0-F026-444D-B694-DAFA085D7D02}"/>
                  </a:ext>
                </a:extLst>
              </p:cNvPr>
              <p:cNvSpPr/>
              <p:nvPr/>
            </p:nvSpPr>
            <p:spPr>
              <a:xfrm>
                <a:off x="937038" y="104568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" name="流程图: 接点 324">
                <a:extLst>
                  <a:ext uri="{FF2B5EF4-FFF2-40B4-BE49-F238E27FC236}">
                    <a16:creationId xmlns:a16="http://schemas.microsoft.com/office/drawing/2014/main" id="{D8B84784-7FF7-47B0-B1C7-3B624534F0B8}"/>
                  </a:ext>
                </a:extLst>
              </p:cNvPr>
              <p:cNvSpPr/>
              <p:nvPr/>
            </p:nvSpPr>
            <p:spPr>
              <a:xfrm>
                <a:off x="1019930" y="110906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6" name="流程图: 接点 325">
                <a:extLst>
                  <a:ext uri="{FF2B5EF4-FFF2-40B4-BE49-F238E27FC236}">
                    <a16:creationId xmlns:a16="http://schemas.microsoft.com/office/drawing/2014/main" id="{23EEA01C-57AF-4DB8-9E2D-3DDD6E6939A6}"/>
                  </a:ext>
                </a:extLst>
              </p:cNvPr>
              <p:cNvSpPr/>
              <p:nvPr/>
            </p:nvSpPr>
            <p:spPr>
              <a:xfrm>
                <a:off x="951828" y="111851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" name="流程图: 接点 326">
                <a:extLst>
                  <a:ext uri="{FF2B5EF4-FFF2-40B4-BE49-F238E27FC236}">
                    <a16:creationId xmlns:a16="http://schemas.microsoft.com/office/drawing/2014/main" id="{A6B6BCC3-A872-4A28-BCF1-7638FC6BC5A9}"/>
                  </a:ext>
                </a:extLst>
              </p:cNvPr>
              <p:cNvSpPr/>
              <p:nvPr/>
            </p:nvSpPr>
            <p:spPr>
              <a:xfrm>
                <a:off x="898046" y="119794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8" name="流程图: 接点 327">
                <a:extLst>
                  <a:ext uri="{FF2B5EF4-FFF2-40B4-BE49-F238E27FC236}">
                    <a16:creationId xmlns:a16="http://schemas.microsoft.com/office/drawing/2014/main" id="{9E480D39-B42D-47DF-A4D2-8386E1D78229}"/>
                  </a:ext>
                </a:extLst>
              </p:cNvPr>
              <p:cNvSpPr/>
              <p:nvPr/>
            </p:nvSpPr>
            <p:spPr>
              <a:xfrm>
                <a:off x="1050500" y="120640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" name="流程图: 接点 328">
                <a:extLst>
                  <a:ext uri="{FF2B5EF4-FFF2-40B4-BE49-F238E27FC236}">
                    <a16:creationId xmlns:a16="http://schemas.microsoft.com/office/drawing/2014/main" id="{DFA4708A-7FC4-4DF4-810A-8735BF57A5EA}"/>
                  </a:ext>
                </a:extLst>
              </p:cNvPr>
              <p:cNvSpPr/>
              <p:nvPr/>
            </p:nvSpPr>
            <p:spPr>
              <a:xfrm>
                <a:off x="996718" y="128582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" name="流程图: 接点 329">
                <a:extLst>
                  <a:ext uri="{FF2B5EF4-FFF2-40B4-BE49-F238E27FC236}">
                    <a16:creationId xmlns:a16="http://schemas.microsoft.com/office/drawing/2014/main" id="{A80DA74B-4093-4ECA-B821-45C4843274F9}"/>
                  </a:ext>
                </a:extLst>
              </p:cNvPr>
              <p:cNvSpPr/>
              <p:nvPr/>
            </p:nvSpPr>
            <p:spPr>
              <a:xfrm>
                <a:off x="1058177" y="115827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" name="流程图: 接点 330">
                <a:extLst>
                  <a:ext uri="{FF2B5EF4-FFF2-40B4-BE49-F238E27FC236}">
                    <a16:creationId xmlns:a16="http://schemas.microsoft.com/office/drawing/2014/main" id="{68135ECC-03AA-4145-9C53-FF077F833F8C}"/>
                  </a:ext>
                </a:extLst>
              </p:cNvPr>
              <p:cNvSpPr/>
              <p:nvPr/>
            </p:nvSpPr>
            <p:spPr>
              <a:xfrm>
                <a:off x="1004395" y="123769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" name="流程图: 接点 331">
                <a:extLst>
                  <a:ext uri="{FF2B5EF4-FFF2-40B4-BE49-F238E27FC236}">
                    <a16:creationId xmlns:a16="http://schemas.microsoft.com/office/drawing/2014/main" id="{6B0920C8-7C2F-4780-A868-6FF18A711A5C}"/>
                  </a:ext>
                </a:extLst>
              </p:cNvPr>
              <p:cNvSpPr/>
              <p:nvPr/>
            </p:nvSpPr>
            <p:spPr>
              <a:xfrm>
                <a:off x="1023738" y="98946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" name="流程图: 接点 332">
                <a:extLst>
                  <a:ext uri="{FF2B5EF4-FFF2-40B4-BE49-F238E27FC236}">
                    <a16:creationId xmlns:a16="http://schemas.microsoft.com/office/drawing/2014/main" id="{BD36990B-2CF1-4364-9EC5-BE67B9FA2EC8}"/>
                  </a:ext>
                </a:extLst>
              </p:cNvPr>
              <p:cNvSpPr/>
              <p:nvPr/>
            </p:nvSpPr>
            <p:spPr>
              <a:xfrm>
                <a:off x="969955" y="106889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4" name="流程图: 接点 333">
                <a:extLst>
                  <a:ext uri="{FF2B5EF4-FFF2-40B4-BE49-F238E27FC236}">
                    <a16:creationId xmlns:a16="http://schemas.microsoft.com/office/drawing/2014/main" id="{0001BD74-0B19-4F70-AB85-6A8FF7E8A3A0}"/>
                  </a:ext>
                </a:extLst>
              </p:cNvPr>
              <p:cNvSpPr/>
              <p:nvPr/>
            </p:nvSpPr>
            <p:spPr>
              <a:xfrm>
                <a:off x="977633" y="102076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5" name="流程图: 接点 334">
                <a:extLst>
                  <a:ext uri="{FF2B5EF4-FFF2-40B4-BE49-F238E27FC236}">
                    <a16:creationId xmlns:a16="http://schemas.microsoft.com/office/drawing/2014/main" id="{488F0AC5-1586-445A-A38D-DAC952D2E163}"/>
                  </a:ext>
                </a:extLst>
              </p:cNvPr>
              <p:cNvSpPr/>
              <p:nvPr/>
            </p:nvSpPr>
            <p:spPr>
              <a:xfrm>
                <a:off x="927929" y="125710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" name="流程图: 接点 335">
                <a:extLst>
                  <a:ext uri="{FF2B5EF4-FFF2-40B4-BE49-F238E27FC236}">
                    <a16:creationId xmlns:a16="http://schemas.microsoft.com/office/drawing/2014/main" id="{D671A0DC-D00E-42BA-8CD8-ADE2A15E2BA8}"/>
                  </a:ext>
                </a:extLst>
              </p:cNvPr>
              <p:cNvSpPr/>
              <p:nvPr/>
            </p:nvSpPr>
            <p:spPr>
              <a:xfrm>
                <a:off x="762899" y="123769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" name="流程图: 接点 336">
                <a:extLst>
                  <a:ext uri="{FF2B5EF4-FFF2-40B4-BE49-F238E27FC236}">
                    <a16:creationId xmlns:a16="http://schemas.microsoft.com/office/drawing/2014/main" id="{56C1FBAB-AAA4-4CFB-AAC8-DC1276A07E00}"/>
                  </a:ext>
                </a:extLst>
              </p:cNvPr>
              <p:cNvSpPr/>
              <p:nvPr/>
            </p:nvSpPr>
            <p:spPr>
              <a:xfrm>
                <a:off x="623866" y="127362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" name="流程图: 接点 337">
                <a:extLst>
                  <a:ext uri="{FF2B5EF4-FFF2-40B4-BE49-F238E27FC236}">
                    <a16:creationId xmlns:a16="http://schemas.microsoft.com/office/drawing/2014/main" id="{CA292030-E1C2-4DAB-88E9-2CBEA316413C}"/>
                  </a:ext>
                </a:extLst>
              </p:cNvPr>
              <p:cNvSpPr/>
              <p:nvPr/>
            </p:nvSpPr>
            <p:spPr>
              <a:xfrm>
                <a:off x="776319" y="128208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" name="流程图: 接点 338">
                <a:extLst>
                  <a:ext uri="{FF2B5EF4-FFF2-40B4-BE49-F238E27FC236}">
                    <a16:creationId xmlns:a16="http://schemas.microsoft.com/office/drawing/2014/main" id="{68340A2B-67A2-4679-8E10-D36699B4984B}"/>
                  </a:ext>
                </a:extLst>
              </p:cNvPr>
              <p:cNvSpPr/>
              <p:nvPr/>
            </p:nvSpPr>
            <p:spPr>
              <a:xfrm>
                <a:off x="722537" y="136150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" name="流程图: 接点 339">
                <a:extLst>
                  <a:ext uri="{FF2B5EF4-FFF2-40B4-BE49-F238E27FC236}">
                    <a16:creationId xmlns:a16="http://schemas.microsoft.com/office/drawing/2014/main" id="{A092ACD4-4E6D-424B-8D3D-10478F8C1FF7}"/>
                  </a:ext>
                </a:extLst>
              </p:cNvPr>
              <p:cNvSpPr/>
              <p:nvPr/>
            </p:nvSpPr>
            <p:spPr>
              <a:xfrm>
                <a:off x="730214" y="131338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" name="流程图: 接点 340">
                <a:extLst>
                  <a:ext uri="{FF2B5EF4-FFF2-40B4-BE49-F238E27FC236}">
                    <a16:creationId xmlns:a16="http://schemas.microsoft.com/office/drawing/2014/main" id="{D1405CAE-2763-403B-AB16-CF677009F99F}"/>
                  </a:ext>
                </a:extLst>
              </p:cNvPr>
              <p:cNvSpPr/>
              <p:nvPr/>
            </p:nvSpPr>
            <p:spPr>
              <a:xfrm>
                <a:off x="653748" y="133278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" name="流程图: 接点 341">
                <a:extLst>
                  <a:ext uri="{FF2B5EF4-FFF2-40B4-BE49-F238E27FC236}">
                    <a16:creationId xmlns:a16="http://schemas.microsoft.com/office/drawing/2014/main" id="{209F7C59-D3EC-4BDB-B98D-078F1B250180}"/>
                  </a:ext>
                </a:extLst>
              </p:cNvPr>
              <p:cNvSpPr/>
              <p:nvPr/>
            </p:nvSpPr>
            <p:spPr>
              <a:xfrm>
                <a:off x="488718" y="131338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" name="流程图: 接点 342">
                <a:extLst>
                  <a:ext uri="{FF2B5EF4-FFF2-40B4-BE49-F238E27FC236}">
                    <a16:creationId xmlns:a16="http://schemas.microsoft.com/office/drawing/2014/main" id="{750FE2F1-A0D2-4444-9F0E-2C6873421563}"/>
                  </a:ext>
                </a:extLst>
              </p:cNvPr>
              <p:cNvSpPr/>
              <p:nvPr/>
            </p:nvSpPr>
            <p:spPr>
              <a:xfrm>
                <a:off x="858066" y="122743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" name="流程图: 接点 343">
                <a:extLst>
                  <a:ext uri="{FF2B5EF4-FFF2-40B4-BE49-F238E27FC236}">
                    <a16:creationId xmlns:a16="http://schemas.microsoft.com/office/drawing/2014/main" id="{D90A6441-F843-4A9B-A636-3B7F85CE443C}"/>
                  </a:ext>
                </a:extLst>
              </p:cNvPr>
              <p:cNvSpPr/>
              <p:nvPr/>
            </p:nvSpPr>
            <p:spPr>
              <a:xfrm>
                <a:off x="865744" y="11793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" name="流程图: 接点 344">
                <a:extLst>
                  <a:ext uri="{FF2B5EF4-FFF2-40B4-BE49-F238E27FC236}">
                    <a16:creationId xmlns:a16="http://schemas.microsoft.com/office/drawing/2014/main" id="{3654D420-46E3-4C53-AEC4-5CD66F637B42}"/>
                  </a:ext>
                </a:extLst>
              </p:cNvPr>
              <p:cNvSpPr/>
              <p:nvPr/>
            </p:nvSpPr>
            <p:spPr>
              <a:xfrm>
                <a:off x="789278" y="119871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" name="流程图: 接点 345">
                <a:extLst>
                  <a:ext uri="{FF2B5EF4-FFF2-40B4-BE49-F238E27FC236}">
                    <a16:creationId xmlns:a16="http://schemas.microsoft.com/office/drawing/2014/main" id="{1FDE0628-A16B-4B5D-9EE3-043EDA50504B}"/>
                  </a:ext>
                </a:extLst>
              </p:cNvPr>
              <p:cNvSpPr/>
              <p:nvPr/>
            </p:nvSpPr>
            <p:spPr>
              <a:xfrm>
                <a:off x="624248" y="11793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" name="流程图: 接点 346">
                <a:extLst>
                  <a:ext uri="{FF2B5EF4-FFF2-40B4-BE49-F238E27FC236}">
                    <a16:creationId xmlns:a16="http://schemas.microsoft.com/office/drawing/2014/main" id="{9DC633E9-0672-4755-A6E9-EB09A7E54C86}"/>
                  </a:ext>
                </a:extLst>
              </p:cNvPr>
              <p:cNvSpPr/>
              <p:nvPr/>
            </p:nvSpPr>
            <p:spPr>
              <a:xfrm>
                <a:off x="485214" y="121523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" name="流程图: 接点 347">
                <a:extLst>
                  <a:ext uri="{FF2B5EF4-FFF2-40B4-BE49-F238E27FC236}">
                    <a16:creationId xmlns:a16="http://schemas.microsoft.com/office/drawing/2014/main" id="{42D98289-64E4-41C2-85B2-CCA130DB82B6}"/>
                  </a:ext>
                </a:extLst>
              </p:cNvPr>
              <p:cNvSpPr/>
              <p:nvPr/>
            </p:nvSpPr>
            <p:spPr>
              <a:xfrm>
                <a:off x="637668" y="122368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" name="流程图: 接点 348">
                <a:extLst>
                  <a:ext uri="{FF2B5EF4-FFF2-40B4-BE49-F238E27FC236}">
                    <a16:creationId xmlns:a16="http://schemas.microsoft.com/office/drawing/2014/main" id="{261A2EA6-6E2D-4DCC-8396-DEBDEB867613}"/>
                  </a:ext>
                </a:extLst>
              </p:cNvPr>
              <p:cNvSpPr/>
              <p:nvPr/>
            </p:nvSpPr>
            <p:spPr>
              <a:xfrm>
                <a:off x="583886" y="130311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0" name="流程图: 接点 349">
                <a:extLst>
                  <a:ext uri="{FF2B5EF4-FFF2-40B4-BE49-F238E27FC236}">
                    <a16:creationId xmlns:a16="http://schemas.microsoft.com/office/drawing/2014/main" id="{8C16F610-1EB9-4B46-9E11-44A7A6717E65}"/>
                  </a:ext>
                </a:extLst>
              </p:cNvPr>
              <p:cNvSpPr/>
              <p:nvPr/>
            </p:nvSpPr>
            <p:spPr>
              <a:xfrm>
                <a:off x="591563" y="125498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" name="流程图: 接点 350">
                <a:extLst>
                  <a:ext uri="{FF2B5EF4-FFF2-40B4-BE49-F238E27FC236}">
                    <a16:creationId xmlns:a16="http://schemas.microsoft.com/office/drawing/2014/main" id="{4AB4CA7F-52F6-4203-A8C4-D646337C7526}"/>
                  </a:ext>
                </a:extLst>
              </p:cNvPr>
              <p:cNvSpPr/>
              <p:nvPr/>
            </p:nvSpPr>
            <p:spPr>
              <a:xfrm>
                <a:off x="515097" y="12743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" name="流程图: 接点 351">
                <a:extLst>
                  <a:ext uri="{FF2B5EF4-FFF2-40B4-BE49-F238E27FC236}">
                    <a16:creationId xmlns:a16="http://schemas.microsoft.com/office/drawing/2014/main" id="{A8288E40-6BAF-4EF2-B07C-36FC13DDD6EA}"/>
                  </a:ext>
                </a:extLst>
              </p:cNvPr>
              <p:cNvSpPr/>
              <p:nvPr/>
            </p:nvSpPr>
            <p:spPr>
              <a:xfrm>
                <a:off x="350067" y="125498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" name="流程图: 接点 352">
                <a:extLst>
                  <a:ext uri="{FF2B5EF4-FFF2-40B4-BE49-F238E27FC236}">
                    <a16:creationId xmlns:a16="http://schemas.microsoft.com/office/drawing/2014/main" id="{A233AD76-FED2-4F0D-928F-E667B3DA50BB}"/>
                  </a:ext>
                </a:extLst>
              </p:cNvPr>
              <p:cNvSpPr/>
              <p:nvPr/>
            </p:nvSpPr>
            <p:spPr>
              <a:xfrm>
                <a:off x="622960" y="127776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" name="流程图: 接点 353">
                <a:extLst>
                  <a:ext uri="{FF2B5EF4-FFF2-40B4-BE49-F238E27FC236}">
                    <a16:creationId xmlns:a16="http://schemas.microsoft.com/office/drawing/2014/main" id="{BE2B6ADA-E7A7-4A72-8885-F40344AEC866}"/>
                  </a:ext>
                </a:extLst>
              </p:cNvPr>
              <p:cNvSpPr/>
              <p:nvPr/>
            </p:nvSpPr>
            <p:spPr>
              <a:xfrm>
                <a:off x="630637" y="122963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" name="流程图: 接点 354">
                <a:extLst>
                  <a:ext uri="{FF2B5EF4-FFF2-40B4-BE49-F238E27FC236}">
                    <a16:creationId xmlns:a16="http://schemas.microsoft.com/office/drawing/2014/main" id="{34C5291B-CF80-4E12-9C5E-36534332A5EC}"/>
                  </a:ext>
                </a:extLst>
              </p:cNvPr>
              <p:cNvSpPr/>
              <p:nvPr/>
            </p:nvSpPr>
            <p:spPr>
              <a:xfrm>
                <a:off x="554171" y="124904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" name="流程图: 接点 355">
                <a:extLst>
                  <a:ext uri="{FF2B5EF4-FFF2-40B4-BE49-F238E27FC236}">
                    <a16:creationId xmlns:a16="http://schemas.microsoft.com/office/drawing/2014/main" id="{99897838-9E09-4EED-9C75-B2EC2C061657}"/>
                  </a:ext>
                </a:extLst>
              </p:cNvPr>
              <p:cNvSpPr/>
              <p:nvPr/>
            </p:nvSpPr>
            <p:spPr>
              <a:xfrm>
                <a:off x="389141" y="122963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" name="流程图: 接点 356">
                <a:extLst>
                  <a:ext uri="{FF2B5EF4-FFF2-40B4-BE49-F238E27FC236}">
                    <a16:creationId xmlns:a16="http://schemas.microsoft.com/office/drawing/2014/main" id="{A1D04AE9-D8D8-4C60-AA28-E6D0096F8E3D}"/>
                  </a:ext>
                </a:extLst>
              </p:cNvPr>
              <p:cNvSpPr/>
              <p:nvPr/>
            </p:nvSpPr>
            <p:spPr>
              <a:xfrm>
                <a:off x="484309" y="121936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" name="流程图: 接点 357">
                <a:extLst>
                  <a:ext uri="{FF2B5EF4-FFF2-40B4-BE49-F238E27FC236}">
                    <a16:creationId xmlns:a16="http://schemas.microsoft.com/office/drawing/2014/main" id="{EA131865-BF7B-4AE5-816B-B3B919D619AF}"/>
                  </a:ext>
                </a:extLst>
              </p:cNvPr>
              <p:cNvSpPr/>
              <p:nvPr/>
            </p:nvSpPr>
            <p:spPr>
              <a:xfrm>
                <a:off x="625797" y="112804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" name="流程图: 接点 358">
                <a:extLst>
                  <a:ext uri="{FF2B5EF4-FFF2-40B4-BE49-F238E27FC236}">
                    <a16:creationId xmlns:a16="http://schemas.microsoft.com/office/drawing/2014/main" id="{0778C0BE-1ED6-40EE-A21B-502063D7A659}"/>
                  </a:ext>
                </a:extLst>
              </p:cNvPr>
              <p:cNvSpPr/>
              <p:nvPr/>
            </p:nvSpPr>
            <p:spPr>
              <a:xfrm>
                <a:off x="665855" y="115922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" name="流程图: 接点 359">
                <a:extLst>
                  <a:ext uri="{FF2B5EF4-FFF2-40B4-BE49-F238E27FC236}">
                    <a16:creationId xmlns:a16="http://schemas.microsoft.com/office/drawing/2014/main" id="{7E8634A2-61B4-42EF-A470-1B22F8622372}"/>
                  </a:ext>
                </a:extLst>
              </p:cNvPr>
              <p:cNvSpPr/>
              <p:nvPr/>
            </p:nvSpPr>
            <p:spPr>
              <a:xfrm>
                <a:off x="597754" y="116867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" name="流程图: 接点 360">
                <a:extLst>
                  <a:ext uri="{FF2B5EF4-FFF2-40B4-BE49-F238E27FC236}">
                    <a16:creationId xmlns:a16="http://schemas.microsoft.com/office/drawing/2014/main" id="{2421EA29-9BC8-45E7-9902-C9B26E00E715}"/>
                  </a:ext>
                </a:extLst>
              </p:cNvPr>
              <p:cNvSpPr/>
              <p:nvPr/>
            </p:nvSpPr>
            <p:spPr>
              <a:xfrm>
                <a:off x="673532" y="111110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" name="流程图: 接点 361">
                <a:extLst>
                  <a:ext uri="{FF2B5EF4-FFF2-40B4-BE49-F238E27FC236}">
                    <a16:creationId xmlns:a16="http://schemas.microsoft.com/office/drawing/2014/main" id="{710BDAFC-31D9-4884-93F5-0B9A1926E395}"/>
                  </a:ext>
                </a:extLst>
              </p:cNvPr>
              <p:cNvSpPr/>
              <p:nvPr/>
            </p:nvSpPr>
            <p:spPr>
              <a:xfrm>
                <a:off x="605431" y="112055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" name="流程图: 接点 362">
                <a:extLst>
                  <a:ext uri="{FF2B5EF4-FFF2-40B4-BE49-F238E27FC236}">
                    <a16:creationId xmlns:a16="http://schemas.microsoft.com/office/drawing/2014/main" id="{A07B4084-D125-4229-96CF-4D3821712A00}"/>
                  </a:ext>
                </a:extLst>
              </p:cNvPr>
              <p:cNvSpPr/>
              <p:nvPr/>
            </p:nvSpPr>
            <p:spPr>
              <a:xfrm>
                <a:off x="704102" y="120843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" name="流程图: 接点 363">
                <a:extLst>
                  <a:ext uri="{FF2B5EF4-FFF2-40B4-BE49-F238E27FC236}">
                    <a16:creationId xmlns:a16="http://schemas.microsoft.com/office/drawing/2014/main" id="{D417FEC0-E854-4714-A1AB-D78A7337BBF6}"/>
                  </a:ext>
                </a:extLst>
              </p:cNvPr>
              <p:cNvSpPr/>
              <p:nvPr/>
            </p:nvSpPr>
            <p:spPr>
              <a:xfrm>
                <a:off x="650320" y="128785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5" name="流程图: 接点 364">
                <a:extLst>
                  <a:ext uri="{FF2B5EF4-FFF2-40B4-BE49-F238E27FC236}">
                    <a16:creationId xmlns:a16="http://schemas.microsoft.com/office/drawing/2014/main" id="{3F537D71-E7ED-4424-8996-0FF1E86DA97C}"/>
                  </a:ext>
                </a:extLst>
              </p:cNvPr>
              <p:cNvSpPr/>
              <p:nvPr/>
            </p:nvSpPr>
            <p:spPr>
              <a:xfrm>
                <a:off x="711779" y="116030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" name="流程图: 接点 365">
                <a:extLst>
                  <a:ext uri="{FF2B5EF4-FFF2-40B4-BE49-F238E27FC236}">
                    <a16:creationId xmlns:a16="http://schemas.microsoft.com/office/drawing/2014/main" id="{83EDEF8C-FCDC-4BD0-9FA2-BFB13AAD75EF}"/>
                  </a:ext>
                </a:extLst>
              </p:cNvPr>
              <p:cNvSpPr/>
              <p:nvPr/>
            </p:nvSpPr>
            <p:spPr>
              <a:xfrm>
                <a:off x="657997" y="123973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7" name="流程图: 接点 366">
                <a:extLst>
                  <a:ext uri="{FF2B5EF4-FFF2-40B4-BE49-F238E27FC236}">
                    <a16:creationId xmlns:a16="http://schemas.microsoft.com/office/drawing/2014/main" id="{021B99DA-045A-4C98-AE69-0D99EEBFF8E5}"/>
                  </a:ext>
                </a:extLst>
              </p:cNvPr>
              <p:cNvSpPr/>
              <p:nvPr/>
            </p:nvSpPr>
            <p:spPr>
              <a:xfrm>
                <a:off x="842293" y="135778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8" name="流程图: 接点 367">
                <a:extLst>
                  <a:ext uri="{FF2B5EF4-FFF2-40B4-BE49-F238E27FC236}">
                    <a16:creationId xmlns:a16="http://schemas.microsoft.com/office/drawing/2014/main" id="{B84AA069-50F5-4E8F-9FF6-E84199892CD2}"/>
                  </a:ext>
                </a:extLst>
              </p:cNvPr>
              <p:cNvSpPr/>
              <p:nvPr/>
            </p:nvSpPr>
            <p:spPr>
              <a:xfrm>
                <a:off x="849970" y="130965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" name="流程图: 接点 368">
                <a:extLst>
                  <a:ext uri="{FF2B5EF4-FFF2-40B4-BE49-F238E27FC236}">
                    <a16:creationId xmlns:a16="http://schemas.microsoft.com/office/drawing/2014/main" id="{67C5FAC2-39F2-41E0-8FD9-53B543DC18B8}"/>
                  </a:ext>
                </a:extLst>
              </p:cNvPr>
              <p:cNvSpPr/>
              <p:nvPr/>
            </p:nvSpPr>
            <p:spPr>
              <a:xfrm>
                <a:off x="838929" y="131705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0" name="流程图: 接点 369">
                <a:extLst>
                  <a:ext uri="{FF2B5EF4-FFF2-40B4-BE49-F238E27FC236}">
                    <a16:creationId xmlns:a16="http://schemas.microsoft.com/office/drawing/2014/main" id="{39CAA685-4F46-4370-A9D6-FC54BBFC4F03}"/>
                  </a:ext>
                </a:extLst>
              </p:cNvPr>
              <p:cNvSpPr/>
              <p:nvPr/>
            </p:nvSpPr>
            <p:spPr>
              <a:xfrm>
                <a:off x="770140" y="128834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1" name="流程图: 接点 370">
                <a:extLst>
                  <a:ext uri="{FF2B5EF4-FFF2-40B4-BE49-F238E27FC236}">
                    <a16:creationId xmlns:a16="http://schemas.microsoft.com/office/drawing/2014/main" id="{FFABFF60-D099-4DD4-8D97-92D4F4C95476}"/>
                  </a:ext>
                </a:extLst>
              </p:cNvPr>
              <p:cNvSpPr/>
              <p:nvPr/>
            </p:nvSpPr>
            <p:spPr>
              <a:xfrm>
                <a:off x="772889" y="128406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" name="流程图: 接点 371">
                <a:extLst>
                  <a:ext uri="{FF2B5EF4-FFF2-40B4-BE49-F238E27FC236}">
                    <a16:creationId xmlns:a16="http://schemas.microsoft.com/office/drawing/2014/main" id="{B80AD854-2F35-4C38-9EC1-5E1910221CB6}"/>
                  </a:ext>
                </a:extLst>
              </p:cNvPr>
              <p:cNvSpPr/>
              <p:nvPr/>
            </p:nvSpPr>
            <p:spPr>
              <a:xfrm>
                <a:off x="772889" y="133219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3" name="流程图: 接点 372">
                <a:extLst>
                  <a:ext uri="{FF2B5EF4-FFF2-40B4-BE49-F238E27FC236}">
                    <a16:creationId xmlns:a16="http://schemas.microsoft.com/office/drawing/2014/main" id="{B71041A3-5D48-4590-B25C-0504DAD2D803}"/>
                  </a:ext>
                </a:extLst>
              </p:cNvPr>
              <p:cNvSpPr/>
              <p:nvPr/>
            </p:nvSpPr>
            <p:spPr>
              <a:xfrm>
                <a:off x="796094" y="128485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" name="流程图: 接点 373">
                <a:extLst>
                  <a:ext uri="{FF2B5EF4-FFF2-40B4-BE49-F238E27FC236}">
                    <a16:creationId xmlns:a16="http://schemas.microsoft.com/office/drawing/2014/main" id="{F6A9157C-D8D8-4325-BE87-63ED7EF4E692}"/>
                  </a:ext>
                </a:extLst>
              </p:cNvPr>
              <p:cNvSpPr/>
              <p:nvPr/>
            </p:nvSpPr>
            <p:spPr>
              <a:xfrm>
                <a:off x="878986" y="134824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" name="流程图: 接点 374">
                <a:extLst>
                  <a:ext uri="{FF2B5EF4-FFF2-40B4-BE49-F238E27FC236}">
                    <a16:creationId xmlns:a16="http://schemas.microsoft.com/office/drawing/2014/main" id="{8C1B1FC3-65A8-4197-A1FD-06853893A300}"/>
                  </a:ext>
                </a:extLst>
              </p:cNvPr>
              <p:cNvSpPr/>
              <p:nvPr/>
            </p:nvSpPr>
            <p:spPr>
              <a:xfrm>
                <a:off x="810885" y="135769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" name="流程图: 接点 375">
                <a:extLst>
                  <a:ext uri="{FF2B5EF4-FFF2-40B4-BE49-F238E27FC236}">
                    <a16:creationId xmlns:a16="http://schemas.microsoft.com/office/drawing/2014/main" id="{EA5B576E-6B96-4951-A797-389E2178E401}"/>
                  </a:ext>
                </a:extLst>
              </p:cNvPr>
              <p:cNvSpPr/>
              <p:nvPr/>
            </p:nvSpPr>
            <p:spPr>
              <a:xfrm>
                <a:off x="780566" y="128406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7" name="流程图: 接点 376">
                <a:extLst>
                  <a:ext uri="{FF2B5EF4-FFF2-40B4-BE49-F238E27FC236}">
                    <a16:creationId xmlns:a16="http://schemas.microsoft.com/office/drawing/2014/main" id="{6FE365AF-D82A-48DA-920D-B1526BDB7158}"/>
                  </a:ext>
                </a:extLst>
              </p:cNvPr>
              <p:cNvSpPr/>
              <p:nvPr/>
            </p:nvSpPr>
            <p:spPr>
              <a:xfrm>
                <a:off x="886663" y="130011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" name="流程图: 接点 377">
                <a:extLst>
                  <a:ext uri="{FF2B5EF4-FFF2-40B4-BE49-F238E27FC236}">
                    <a16:creationId xmlns:a16="http://schemas.microsoft.com/office/drawing/2014/main" id="{5070CFD6-6F04-457A-AE82-3484902BC938}"/>
                  </a:ext>
                </a:extLst>
              </p:cNvPr>
              <p:cNvSpPr/>
              <p:nvPr/>
            </p:nvSpPr>
            <p:spPr>
              <a:xfrm>
                <a:off x="818562" y="130956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9" name="流程图: 接点 378">
                <a:extLst>
                  <a:ext uri="{FF2B5EF4-FFF2-40B4-BE49-F238E27FC236}">
                    <a16:creationId xmlns:a16="http://schemas.microsoft.com/office/drawing/2014/main" id="{E9453CF5-52EF-48FB-80A9-4FFFBDA7D3BA}"/>
                  </a:ext>
                </a:extLst>
              </p:cNvPr>
              <p:cNvSpPr/>
              <p:nvPr/>
            </p:nvSpPr>
            <p:spPr>
              <a:xfrm>
                <a:off x="764780" y="138898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0" name="流程图: 接点 379">
                <a:extLst>
                  <a:ext uri="{FF2B5EF4-FFF2-40B4-BE49-F238E27FC236}">
                    <a16:creationId xmlns:a16="http://schemas.microsoft.com/office/drawing/2014/main" id="{77E7F78E-ECC5-4CBE-A8C7-D1757E1DED40}"/>
                  </a:ext>
                </a:extLst>
              </p:cNvPr>
              <p:cNvSpPr/>
              <p:nvPr/>
            </p:nvSpPr>
            <p:spPr>
              <a:xfrm>
                <a:off x="917233" y="139744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" name="流程图: 接点 380">
                <a:extLst>
                  <a:ext uri="{FF2B5EF4-FFF2-40B4-BE49-F238E27FC236}">
                    <a16:creationId xmlns:a16="http://schemas.microsoft.com/office/drawing/2014/main" id="{E988B3F3-91C6-4EE0-824F-02AB2C0AC781}"/>
                  </a:ext>
                </a:extLst>
              </p:cNvPr>
              <p:cNvSpPr/>
              <p:nvPr/>
            </p:nvSpPr>
            <p:spPr>
              <a:xfrm>
                <a:off x="863451" y="147687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2" name="流程图: 接点 381">
                <a:extLst>
                  <a:ext uri="{FF2B5EF4-FFF2-40B4-BE49-F238E27FC236}">
                    <a16:creationId xmlns:a16="http://schemas.microsoft.com/office/drawing/2014/main" id="{55E2507A-E39B-4DA8-8096-80653CE8DC88}"/>
                  </a:ext>
                </a:extLst>
              </p:cNvPr>
              <p:cNvSpPr/>
              <p:nvPr/>
            </p:nvSpPr>
            <p:spPr>
              <a:xfrm>
                <a:off x="924910" y="134931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" name="流程图: 接点 382">
                <a:extLst>
                  <a:ext uri="{FF2B5EF4-FFF2-40B4-BE49-F238E27FC236}">
                    <a16:creationId xmlns:a16="http://schemas.microsoft.com/office/drawing/2014/main" id="{10C8354C-233B-4F62-83A5-CF7A4E3127E2}"/>
                  </a:ext>
                </a:extLst>
              </p:cNvPr>
              <p:cNvSpPr/>
              <p:nvPr/>
            </p:nvSpPr>
            <p:spPr>
              <a:xfrm>
                <a:off x="871128" y="142874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4" name="流程图: 接点 383">
                <a:extLst>
                  <a:ext uri="{FF2B5EF4-FFF2-40B4-BE49-F238E27FC236}">
                    <a16:creationId xmlns:a16="http://schemas.microsoft.com/office/drawing/2014/main" id="{C4E0C0BF-CFA8-4749-A737-B8BB7085AD72}"/>
                  </a:ext>
                </a:extLst>
              </p:cNvPr>
              <p:cNvSpPr/>
              <p:nvPr/>
            </p:nvSpPr>
            <p:spPr>
              <a:xfrm>
                <a:off x="794662" y="144815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5" name="流程图: 接点 384">
                <a:extLst>
                  <a:ext uri="{FF2B5EF4-FFF2-40B4-BE49-F238E27FC236}">
                    <a16:creationId xmlns:a16="http://schemas.microsoft.com/office/drawing/2014/main" id="{F598A35D-A60B-47B2-BEF6-7CDE40D09B8F}"/>
                  </a:ext>
                </a:extLst>
              </p:cNvPr>
              <p:cNvSpPr/>
              <p:nvPr/>
            </p:nvSpPr>
            <p:spPr>
              <a:xfrm>
                <a:off x="1279859" y="80133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" name="流程图: 接点 385">
                <a:extLst>
                  <a:ext uri="{FF2B5EF4-FFF2-40B4-BE49-F238E27FC236}">
                    <a16:creationId xmlns:a16="http://schemas.microsoft.com/office/drawing/2014/main" id="{3006244E-2184-4F93-B55A-41D5DD967BC6}"/>
                  </a:ext>
                </a:extLst>
              </p:cNvPr>
              <p:cNvSpPr/>
              <p:nvPr/>
            </p:nvSpPr>
            <p:spPr>
              <a:xfrm>
                <a:off x="1287536" y="7532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7" name="流程图: 接点 386">
                <a:extLst>
                  <a:ext uri="{FF2B5EF4-FFF2-40B4-BE49-F238E27FC236}">
                    <a16:creationId xmlns:a16="http://schemas.microsoft.com/office/drawing/2014/main" id="{E8CB49FE-8959-4848-B59F-D7B3FF7984E2}"/>
                  </a:ext>
                </a:extLst>
              </p:cNvPr>
              <p:cNvSpPr/>
              <p:nvPr/>
            </p:nvSpPr>
            <p:spPr>
              <a:xfrm>
                <a:off x="1211070" y="77261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8" name="流程图: 接点 387">
                <a:extLst>
                  <a:ext uri="{FF2B5EF4-FFF2-40B4-BE49-F238E27FC236}">
                    <a16:creationId xmlns:a16="http://schemas.microsoft.com/office/drawing/2014/main" id="{B719C786-C067-4A7F-A2B0-8E374036313E}"/>
                  </a:ext>
                </a:extLst>
              </p:cNvPr>
              <p:cNvSpPr/>
              <p:nvPr/>
            </p:nvSpPr>
            <p:spPr>
              <a:xfrm>
                <a:off x="1046040" y="7532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9" name="流程图: 接点 388">
                <a:extLst>
                  <a:ext uri="{FF2B5EF4-FFF2-40B4-BE49-F238E27FC236}">
                    <a16:creationId xmlns:a16="http://schemas.microsoft.com/office/drawing/2014/main" id="{1F50794F-5247-4E3D-825E-94E38B934C56}"/>
                  </a:ext>
                </a:extLst>
              </p:cNvPr>
              <p:cNvSpPr/>
              <p:nvPr/>
            </p:nvSpPr>
            <p:spPr>
              <a:xfrm>
                <a:off x="907007" y="78913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0" name="流程图: 接点 389">
                <a:extLst>
                  <a:ext uri="{FF2B5EF4-FFF2-40B4-BE49-F238E27FC236}">
                    <a16:creationId xmlns:a16="http://schemas.microsoft.com/office/drawing/2014/main" id="{CE546F18-FD2F-448B-96EC-C7E5C4CE8861}"/>
                  </a:ext>
                </a:extLst>
              </p:cNvPr>
              <p:cNvSpPr/>
              <p:nvPr/>
            </p:nvSpPr>
            <p:spPr>
              <a:xfrm>
                <a:off x="1059461" y="79758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1" name="流程图: 接点 390">
                <a:extLst>
                  <a:ext uri="{FF2B5EF4-FFF2-40B4-BE49-F238E27FC236}">
                    <a16:creationId xmlns:a16="http://schemas.microsoft.com/office/drawing/2014/main" id="{DF5C3542-FB26-4649-8C8E-AA85D50DCDED}"/>
                  </a:ext>
                </a:extLst>
              </p:cNvPr>
              <p:cNvSpPr/>
              <p:nvPr/>
            </p:nvSpPr>
            <p:spPr>
              <a:xfrm>
                <a:off x="1005679" y="87701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2" name="流程图: 接点 391">
                <a:extLst>
                  <a:ext uri="{FF2B5EF4-FFF2-40B4-BE49-F238E27FC236}">
                    <a16:creationId xmlns:a16="http://schemas.microsoft.com/office/drawing/2014/main" id="{CD6999C5-B5A7-4C63-935F-DDEA162E8464}"/>
                  </a:ext>
                </a:extLst>
              </p:cNvPr>
              <p:cNvSpPr/>
              <p:nvPr/>
            </p:nvSpPr>
            <p:spPr>
              <a:xfrm>
                <a:off x="1013356" y="82888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3" name="流程图: 接点 392">
                <a:extLst>
                  <a:ext uri="{FF2B5EF4-FFF2-40B4-BE49-F238E27FC236}">
                    <a16:creationId xmlns:a16="http://schemas.microsoft.com/office/drawing/2014/main" id="{CBB87AFF-0AD2-4375-9F49-1F4CCEF45098}"/>
                  </a:ext>
                </a:extLst>
              </p:cNvPr>
              <p:cNvSpPr/>
              <p:nvPr/>
            </p:nvSpPr>
            <p:spPr>
              <a:xfrm>
                <a:off x="936890" y="84829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" name="流程图: 接点 393">
                <a:extLst>
                  <a:ext uri="{FF2B5EF4-FFF2-40B4-BE49-F238E27FC236}">
                    <a16:creationId xmlns:a16="http://schemas.microsoft.com/office/drawing/2014/main" id="{224B6921-84F5-4164-85F5-EFCE3F797152}"/>
                  </a:ext>
                </a:extLst>
              </p:cNvPr>
              <p:cNvSpPr/>
              <p:nvPr/>
            </p:nvSpPr>
            <p:spPr>
              <a:xfrm>
                <a:off x="1141208" y="74294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" name="流程图: 接点 394">
                <a:extLst>
                  <a:ext uri="{FF2B5EF4-FFF2-40B4-BE49-F238E27FC236}">
                    <a16:creationId xmlns:a16="http://schemas.microsoft.com/office/drawing/2014/main" id="{59F3A8A4-D8B7-4E12-B8EF-AF43839F2E20}"/>
                  </a:ext>
                </a:extLst>
              </p:cNvPr>
              <p:cNvSpPr/>
              <p:nvPr/>
            </p:nvSpPr>
            <p:spPr>
              <a:xfrm>
                <a:off x="920810" y="7391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6" name="流程图: 接点 395">
                <a:extLst>
                  <a:ext uri="{FF2B5EF4-FFF2-40B4-BE49-F238E27FC236}">
                    <a16:creationId xmlns:a16="http://schemas.microsoft.com/office/drawing/2014/main" id="{B62CBF37-4761-4BD2-99CB-ECDDD19E570D}"/>
                  </a:ext>
                </a:extLst>
              </p:cNvPr>
              <p:cNvSpPr/>
              <p:nvPr/>
            </p:nvSpPr>
            <p:spPr>
              <a:xfrm>
                <a:off x="906102" y="79326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" name="流程图: 接点 396">
                <a:extLst>
                  <a:ext uri="{FF2B5EF4-FFF2-40B4-BE49-F238E27FC236}">
                    <a16:creationId xmlns:a16="http://schemas.microsoft.com/office/drawing/2014/main" id="{5719C21A-7E0E-4F04-BFBE-55ABDC5A79C7}"/>
                  </a:ext>
                </a:extLst>
              </p:cNvPr>
              <p:cNvSpPr/>
              <p:nvPr/>
            </p:nvSpPr>
            <p:spPr>
              <a:xfrm>
                <a:off x="913779" y="74514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8" name="流程图: 接点 397">
                <a:extLst>
                  <a:ext uri="{FF2B5EF4-FFF2-40B4-BE49-F238E27FC236}">
                    <a16:creationId xmlns:a16="http://schemas.microsoft.com/office/drawing/2014/main" id="{314AC633-21D9-40F0-BAD6-6AC3C92F1D6C}"/>
                  </a:ext>
                </a:extLst>
              </p:cNvPr>
              <p:cNvSpPr/>
              <p:nvPr/>
            </p:nvSpPr>
            <p:spPr>
              <a:xfrm>
                <a:off x="987244" y="72393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9" name="流程图: 接点 398">
                <a:extLst>
                  <a:ext uri="{FF2B5EF4-FFF2-40B4-BE49-F238E27FC236}">
                    <a16:creationId xmlns:a16="http://schemas.microsoft.com/office/drawing/2014/main" id="{75824D0A-0891-4A14-BC49-3C609C149093}"/>
                  </a:ext>
                </a:extLst>
              </p:cNvPr>
              <p:cNvSpPr/>
              <p:nvPr/>
            </p:nvSpPr>
            <p:spPr>
              <a:xfrm>
                <a:off x="933462" y="80336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" name="流程图: 接点 399">
                <a:extLst>
                  <a:ext uri="{FF2B5EF4-FFF2-40B4-BE49-F238E27FC236}">
                    <a16:creationId xmlns:a16="http://schemas.microsoft.com/office/drawing/2014/main" id="{88BB59A2-938F-4F92-9B4F-16492D55077B}"/>
                  </a:ext>
                </a:extLst>
              </p:cNvPr>
              <p:cNvSpPr/>
              <p:nvPr/>
            </p:nvSpPr>
            <p:spPr>
              <a:xfrm>
                <a:off x="941139" y="75523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1" name="流程图: 接点 400">
                <a:extLst>
                  <a:ext uri="{FF2B5EF4-FFF2-40B4-BE49-F238E27FC236}">
                    <a16:creationId xmlns:a16="http://schemas.microsoft.com/office/drawing/2014/main" id="{AFA2CFF3-F028-4E80-A093-907A48B06525}"/>
                  </a:ext>
                </a:extLst>
              </p:cNvPr>
              <p:cNvSpPr/>
              <p:nvPr/>
            </p:nvSpPr>
            <p:spPr>
              <a:xfrm>
                <a:off x="1125435" y="87329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2" name="流程图: 接点 401">
                <a:extLst>
                  <a:ext uri="{FF2B5EF4-FFF2-40B4-BE49-F238E27FC236}">
                    <a16:creationId xmlns:a16="http://schemas.microsoft.com/office/drawing/2014/main" id="{F8AEBB49-3E52-4217-BD38-836FD8B9301F}"/>
                  </a:ext>
                </a:extLst>
              </p:cNvPr>
              <p:cNvSpPr/>
              <p:nvPr/>
            </p:nvSpPr>
            <p:spPr>
              <a:xfrm>
                <a:off x="1133112" y="82516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3" name="流程图: 接点 402">
                <a:extLst>
                  <a:ext uri="{FF2B5EF4-FFF2-40B4-BE49-F238E27FC236}">
                    <a16:creationId xmlns:a16="http://schemas.microsoft.com/office/drawing/2014/main" id="{9132C7BE-ED66-4E3E-BC51-5A6F2FB5514B}"/>
                  </a:ext>
                </a:extLst>
              </p:cNvPr>
              <p:cNvSpPr/>
              <p:nvPr/>
            </p:nvSpPr>
            <p:spPr>
              <a:xfrm>
                <a:off x="1122070" y="83256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流程图: 接点 403">
                <a:extLst>
                  <a:ext uri="{FF2B5EF4-FFF2-40B4-BE49-F238E27FC236}">
                    <a16:creationId xmlns:a16="http://schemas.microsoft.com/office/drawing/2014/main" id="{1310B6CD-30F1-488A-82D1-94A462B3EBE8}"/>
                  </a:ext>
                </a:extLst>
              </p:cNvPr>
              <p:cNvSpPr/>
              <p:nvPr/>
            </p:nvSpPr>
            <p:spPr>
              <a:xfrm>
                <a:off x="1053281" y="80384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5" name="流程图: 接点 404">
                <a:extLst>
                  <a:ext uri="{FF2B5EF4-FFF2-40B4-BE49-F238E27FC236}">
                    <a16:creationId xmlns:a16="http://schemas.microsoft.com/office/drawing/2014/main" id="{A1F6B8D1-84C7-4737-BEBE-00265ADBEB58}"/>
                  </a:ext>
                </a:extLst>
              </p:cNvPr>
              <p:cNvSpPr/>
              <p:nvPr/>
            </p:nvSpPr>
            <p:spPr>
              <a:xfrm>
                <a:off x="1056030" y="79957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流程图: 接点 405">
                <a:extLst>
                  <a:ext uri="{FF2B5EF4-FFF2-40B4-BE49-F238E27FC236}">
                    <a16:creationId xmlns:a16="http://schemas.microsoft.com/office/drawing/2014/main" id="{D7986C47-618D-4ECF-B579-0C40A6475191}"/>
                  </a:ext>
                </a:extLst>
              </p:cNvPr>
              <p:cNvSpPr/>
              <p:nvPr/>
            </p:nvSpPr>
            <p:spPr>
              <a:xfrm>
                <a:off x="1056030" y="84770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流程图: 接点 406">
                <a:extLst>
                  <a:ext uri="{FF2B5EF4-FFF2-40B4-BE49-F238E27FC236}">
                    <a16:creationId xmlns:a16="http://schemas.microsoft.com/office/drawing/2014/main" id="{0B5DE90B-D549-465D-9159-D693C2EC1A3B}"/>
                  </a:ext>
                </a:extLst>
              </p:cNvPr>
              <p:cNvSpPr/>
              <p:nvPr/>
            </p:nvSpPr>
            <p:spPr>
              <a:xfrm>
                <a:off x="1079236" y="80036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流程图: 接点 407">
                <a:extLst>
                  <a:ext uri="{FF2B5EF4-FFF2-40B4-BE49-F238E27FC236}">
                    <a16:creationId xmlns:a16="http://schemas.microsoft.com/office/drawing/2014/main" id="{35B6DEB7-5ECA-4623-9870-114F930DEC98}"/>
                  </a:ext>
                </a:extLst>
              </p:cNvPr>
              <p:cNvSpPr/>
              <p:nvPr/>
            </p:nvSpPr>
            <p:spPr>
              <a:xfrm>
                <a:off x="1162128" y="86374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流程图: 接点 408">
                <a:extLst>
                  <a:ext uri="{FF2B5EF4-FFF2-40B4-BE49-F238E27FC236}">
                    <a16:creationId xmlns:a16="http://schemas.microsoft.com/office/drawing/2014/main" id="{3ECA1372-B179-4BCB-9EBB-3023ACEC279D}"/>
                  </a:ext>
                </a:extLst>
              </p:cNvPr>
              <p:cNvSpPr/>
              <p:nvPr/>
            </p:nvSpPr>
            <p:spPr>
              <a:xfrm>
                <a:off x="1094026" y="87319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0" name="流程图: 接点 409">
                <a:extLst>
                  <a:ext uri="{FF2B5EF4-FFF2-40B4-BE49-F238E27FC236}">
                    <a16:creationId xmlns:a16="http://schemas.microsoft.com/office/drawing/2014/main" id="{B48CD116-71E8-499F-8515-F0327865E835}"/>
                  </a:ext>
                </a:extLst>
              </p:cNvPr>
              <p:cNvSpPr/>
              <p:nvPr/>
            </p:nvSpPr>
            <p:spPr>
              <a:xfrm>
                <a:off x="1063707" y="79957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1" name="流程图: 接点 410">
                <a:extLst>
                  <a:ext uri="{FF2B5EF4-FFF2-40B4-BE49-F238E27FC236}">
                    <a16:creationId xmlns:a16="http://schemas.microsoft.com/office/drawing/2014/main" id="{A7BFD62D-B39D-45F0-8749-2C0CD5D2981E}"/>
                  </a:ext>
                </a:extLst>
              </p:cNvPr>
              <p:cNvSpPr/>
              <p:nvPr/>
            </p:nvSpPr>
            <p:spPr>
              <a:xfrm>
                <a:off x="1169805" y="81561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2" name="流程图: 接点 411">
                <a:extLst>
                  <a:ext uri="{FF2B5EF4-FFF2-40B4-BE49-F238E27FC236}">
                    <a16:creationId xmlns:a16="http://schemas.microsoft.com/office/drawing/2014/main" id="{E9C9AC8B-185B-443D-AA25-E13FC2D84E26}"/>
                  </a:ext>
                </a:extLst>
              </p:cNvPr>
              <p:cNvSpPr/>
              <p:nvPr/>
            </p:nvSpPr>
            <p:spPr>
              <a:xfrm>
                <a:off x="1101703" y="82506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3" name="流程图: 接点 412">
                <a:extLst>
                  <a:ext uri="{FF2B5EF4-FFF2-40B4-BE49-F238E27FC236}">
                    <a16:creationId xmlns:a16="http://schemas.microsoft.com/office/drawing/2014/main" id="{BFF71147-0231-4390-8831-081C09848E43}"/>
                  </a:ext>
                </a:extLst>
              </p:cNvPr>
              <p:cNvSpPr/>
              <p:nvPr/>
            </p:nvSpPr>
            <p:spPr>
              <a:xfrm>
                <a:off x="1047921" y="90449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4" name="流程图: 接点 413">
                <a:extLst>
                  <a:ext uri="{FF2B5EF4-FFF2-40B4-BE49-F238E27FC236}">
                    <a16:creationId xmlns:a16="http://schemas.microsoft.com/office/drawing/2014/main" id="{09704F66-78B2-4ED9-A2ED-5BDDB8901D09}"/>
                  </a:ext>
                </a:extLst>
              </p:cNvPr>
              <p:cNvSpPr/>
              <p:nvPr/>
            </p:nvSpPr>
            <p:spPr>
              <a:xfrm>
                <a:off x="1200375" y="91295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5" name="流程图: 接点 414">
                <a:extLst>
                  <a:ext uri="{FF2B5EF4-FFF2-40B4-BE49-F238E27FC236}">
                    <a16:creationId xmlns:a16="http://schemas.microsoft.com/office/drawing/2014/main" id="{B889A7DC-4601-4307-A1D2-1A280A378B2E}"/>
                  </a:ext>
                </a:extLst>
              </p:cNvPr>
              <p:cNvSpPr/>
              <p:nvPr/>
            </p:nvSpPr>
            <p:spPr>
              <a:xfrm>
                <a:off x="1146593" y="99237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6" name="流程图: 接点 415">
                <a:extLst>
                  <a:ext uri="{FF2B5EF4-FFF2-40B4-BE49-F238E27FC236}">
                    <a16:creationId xmlns:a16="http://schemas.microsoft.com/office/drawing/2014/main" id="{3F82145A-1FB9-42BD-AB1A-03EA49AC3F6E}"/>
                  </a:ext>
                </a:extLst>
              </p:cNvPr>
              <p:cNvSpPr/>
              <p:nvPr/>
            </p:nvSpPr>
            <p:spPr>
              <a:xfrm>
                <a:off x="1208052" y="8648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7" name="流程图: 接点 416">
                <a:extLst>
                  <a:ext uri="{FF2B5EF4-FFF2-40B4-BE49-F238E27FC236}">
                    <a16:creationId xmlns:a16="http://schemas.microsoft.com/office/drawing/2014/main" id="{9694145B-74A8-4662-8A56-32FBA6CBD91D}"/>
                  </a:ext>
                </a:extLst>
              </p:cNvPr>
              <p:cNvSpPr/>
              <p:nvPr/>
            </p:nvSpPr>
            <p:spPr>
              <a:xfrm>
                <a:off x="1154270" y="94424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8" name="流程图: 接点 417">
                <a:extLst>
                  <a:ext uri="{FF2B5EF4-FFF2-40B4-BE49-F238E27FC236}">
                    <a16:creationId xmlns:a16="http://schemas.microsoft.com/office/drawing/2014/main" id="{803F6999-A60F-4C20-A9D1-43BD03F78FF6}"/>
                  </a:ext>
                </a:extLst>
              </p:cNvPr>
              <p:cNvSpPr/>
              <p:nvPr/>
            </p:nvSpPr>
            <p:spPr>
              <a:xfrm>
                <a:off x="1077804" y="96365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9" name="流程图: 接点 418">
                <a:extLst>
                  <a:ext uri="{FF2B5EF4-FFF2-40B4-BE49-F238E27FC236}">
                    <a16:creationId xmlns:a16="http://schemas.microsoft.com/office/drawing/2014/main" id="{1D40B3FB-C3CC-4112-9139-F134B6B908EF}"/>
                  </a:ext>
                </a:extLst>
              </p:cNvPr>
              <p:cNvSpPr/>
              <p:nvPr/>
            </p:nvSpPr>
            <p:spPr>
              <a:xfrm>
                <a:off x="957590" y="81238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0" name="流程图: 接点 419">
                <a:extLst>
                  <a:ext uri="{FF2B5EF4-FFF2-40B4-BE49-F238E27FC236}">
                    <a16:creationId xmlns:a16="http://schemas.microsoft.com/office/drawing/2014/main" id="{85D752F9-F076-4800-AFDA-C9DD01D9433E}"/>
                  </a:ext>
                </a:extLst>
              </p:cNvPr>
              <p:cNvSpPr/>
              <p:nvPr/>
            </p:nvSpPr>
            <p:spPr>
              <a:xfrm>
                <a:off x="1163737" y="58407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1" name="流程图: 接点 420">
                <a:extLst>
                  <a:ext uri="{FF2B5EF4-FFF2-40B4-BE49-F238E27FC236}">
                    <a16:creationId xmlns:a16="http://schemas.microsoft.com/office/drawing/2014/main" id="{CFC43DB5-22CE-46E9-86A0-D90135595A55}"/>
                  </a:ext>
                </a:extLst>
              </p:cNvPr>
              <p:cNvSpPr/>
              <p:nvPr/>
            </p:nvSpPr>
            <p:spPr>
              <a:xfrm>
                <a:off x="1171414" y="53594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2" name="流程图: 接点 421">
                <a:extLst>
                  <a:ext uri="{FF2B5EF4-FFF2-40B4-BE49-F238E27FC236}">
                    <a16:creationId xmlns:a16="http://schemas.microsoft.com/office/drawing/2014/main" id="{DE112925-107B-41E1-B176-E005A760E171}"/>
                  </a:ext>
                </a:extLst>
              </p:cNvPr>
              <p:cNvSpPr/>
              <p:nvPr/>
            </p:nvSpPr>
            <p:spPr>
              <a:xfrm>
                <a:off x="1094948" y="55535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3" name="流程图: 接点 422">
                <a:extLst>
                  <a:ext uri="{FF2B5EF4-FFF2-40B4-BE49-F238E27FC236}">
                    <a16:creationId xmlns:a16="http://schemas.microsoft.com/office/drawing/2014/main" id="{FF84F990-353C-4BBC-B7FF-1843EE7966BB}"/>
                  </a:ext>
                </a:extLst>
              </p:cNvPr>
              <p:cNvSpPr/>
              <p:nvPr/>
            </p:nvSpPr>
            <p:spPr>
              <a:xfrm>
                <a:off x="1025086" y="52568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" name="流程图: 接点 423">
                <a:extLst>
                  <a:ext uri="{FF2B5EF4-FFF2-40B4-BE49-F238E27FC236}">
                    <a16:creationId xmlns:a16="http://schemas.microsoft.com/office/drawing/2014/main" id="{423987FB-F274-4A69-811D-7EFC1A85BEBB}"/>
                  </a:ext>
                </a:extLst>
              </p:cNvPr>
              <p:cNvSpPr/>
              <p:nvPr/>
            </p:nvSpPr>
            <p:spPr>
              <a:xfrm>
                <a:off x="1009313" y="65603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5" name="流程图: 接点 424">
                <a:extLst>
                  <a:ext uri="{FF2B5EF4-FFF2-40B4-BE49-F238E27FC236}">
                    <a16:creationId xmlns:a16="http://schemas.microsoft.com/office/drawing/2014/main" id="{BC1CB34D-C36C-408D-BA1B-A0C78E630947}"/>
                  </a:ext>
                </a:extLst>
              </p:cNvPr>
              <p:cNvSpPr/>
              <p:nvPr/>
            </p:nvSpPr>
            <p:spPr>
              <a:xfrm>
                <a:off x="1016990" y="60790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" name="流程图: 接点 425">
                <a:extLst>
                  <a:ext uri="{FF2B5EF4-FFF2-40B4-BE49-F238E27FC236}">
                    <a16:creationId xmlns:a16="http://schemas.microsoft.com/office/drawing/2014/main" id="{3F5BB32C-B1DA-490C-9DFD-558B0E24C382}"/>
                  </a:ext>
                </a:extLst>
              </p:cNvPr>
              <p:cNvSpPr/>
              <p:nvPr/>
            </p:nvSpPr>
            <p:spPr>
              <a:xfrm>
                <a:off x="1005948" y="61530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" name="流程图: 接点 426">
                <a:extLst>
                  <a:ext uri="{FF2B5EF4-FFF2-40B4-BE49-F238E27FC236}">
                    <a16:creationId xmlns:a16="http://schemas.microsoft.com/office/drawing/2014/main" id="{9C2679B3-C53E-416C-A3B1-1AB7AA1EA647}"/>
                  </a:ext>
                </a:extLst>
              </p:cNvPr>
              <p:cNvSpPr/>
              <p:nvPr/>
            </p:nvSpPr>
            <p:spPr>
              <a:xfrm>
                <a:off x="963114" y="58310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8" name="流程图: 接点 427">
                <a:extLst>
                  <a:ext uri="{FF2B5EF4-FFF2-40B4-BE49-F238E27FC236}">
                    <a16:creationId xmlns:a16="http://schemas.microsoft.com/office/drawing/2014/main" id="{5B63A3D3-495E-4305-B6F7-7468E3621F7D}"/>
                  </a:ext>
                </a:extLst>
              </p:cNvPr>
              <p:cNvSpPr/>
              <p:nvPr/>
            </p:nvSpPr>
            <p:spPr>
              <a:xfrm>
                <a:off x="1046006" y="64649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9" name="流程图: 接点 428">
                <a:extLst>
                  <a:ext uri="{FF2B5EF4-FFF2-40B4-BE49-F238E27FC236}">
                    <a16:creationId xmlns:a16="http://schemas.microsoft.com/office/drawing/2014/main" id="{F9B14F38-EB60-42A0-B9D5-D99C41B802E7}"/>
                  </a:ext>
                </a:extLst>
              </p:cNvPr>
              <p:cNvSpPr/>
              <p:nvPr/>
            </p:nvSpPr>
            <p:spPr>
              <a:xfrm>
                <a:off x="977904" y="65594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" name="流程图: 接点 429">
                <a:extLst>
                  <a:ext uri="{FF2B5EF4-FFF2-40B4-BE49-F238E27FC236}">
                    <a16:creationId xmlns:a16="http://schemas.microsoft.com/office/drawing/2014/main" id="{BEDCA3FE-2D77-4F5C-80F3-D28DC12B969C}"/>
                  </a:ext>
                </a:extLst>
              </p:cNvPr>
              <p:cNvSpPr/>
              <p:nvPr/>
            </p:nvSpPr>
            <p:spPr>
              <a:xfrm>
                <a:off x="1053683" y="59836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1" name="流程图: 接点 430">
                <a:extLst>
                  <a:ext uri="{FF2B5EF4-FFF2-40B4-BE49-F238E27FC236}">
                    <a16:creationId xmlns:a16="http://schemas.microsoft.com/office/drawing/2014/main" id="{74DD853C-E4C4-40C8-8776-EB13F671DCD2}"/>
                  </a:ext>
                </a:extLst>
              </p:cNvPr>
              <p:cNvSpPr/>
              <p:nvPr/>
            </p:nvSpPr>
            <p:spPr>
              <a:xfrm>
                <a:off x="985581" y="60781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2" name="流程图: 接点 431">
                <a:extLst>
                  <a:ext uri="{FF2B5EF4-FFF2-40B4-BE49-F238E27FC236}">
                    <a16:creationId xmlns:a16="http://schemas.microsoft.com/office/drawing/2014/main" id="{096D2489-9CCE-4C6D-9D67-8C0C52FB3CEA}"/>
                  </a:ext>
                </a:extLst>
              </p:cNvPr>
              <p:cNvSpPr/>
              <p:nvPr/>
            </p:nvSpPr>
            <p:spPr>
              <a:xfrm>
                <a:off x="1084253" y="69569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3" name="流程图: 接点 432">
                <a:extLst>
                  <a:ext uri="{FF2B5EF4-FFF2-40B4-BE49-F238E27FC236}">
                    <a16:creationId xmlns:a16="http://schemas.microsoft.com/office/drawing/2014/main" id="{3239013A-01CE-45D4-A2F2-E31B72CBDB5B}"/>
                  </a:ext>
                </a:extLst>
              </p:cNvPr>
              <p:cNvSpPr/>
              <p:nvPr/>
            </p:nvSpPr>
            <p:spPr>
              <a:xfrm>
                <a:off x="1030471" y="77512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4" name="流程图: 接点 433">
                <a:extLst>
                  <a:ext uri="{FF2B5EF4-FFF2-40B4-BE49-F238E27FC236}">
                    <a16:creationId xmlns:a16="http://schemas.microsoft.com/office/drawing/2014/main" id="{FBD97AE6-2918-4820-B014-4D1F49339DC2}"/>
                  </a:ext>
                </a:extLst>
              </p:cNvPr>
              <p:cNvSpPr/>
              <p:nvPr/>
            </p:nvSpPr>
            <p:spPr>
              <a:xfrm>
                <a:off x="1091930" y="64756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5" name="流程图: 接点 434">
                <a:extLst>
                  <a:ext uri="{FF2B5EF4-FFF2-40B4-BE49-F238E27FC236}">
                    <a16:creationId xmlns:a16="http://schemas.microsoft.com/office/drawing/2014/main" id="{00FD7D15-5148-42AC-8471-0FF58E109B7C}"/>
                  </a:ext>
                </a:extLst>
              </p:cNvPr>
              <p:cNvSpPr/>
              <p:nvPr/>
            </p:nvSpPr>
            <p:spPr>
              <a:xfrm>
                <a:off x="1038148" y="72699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6" name="流程图: 接点 435">
                <a:extLst>
                  <a:ext uri="{FF2B5EF4-FFF2-40B4-BE49-F238E27FC236}">
                    <a16:creationId xmlns:a16="http://schemas.microsoft.com/office/drawing/2014/main" id="{0D36EC39-9356-45DA-8F8E-62EB46A3E797}"/>
                  </a:ext>
                </a:extLst>
              </p:cNvPr>
              <p:cNvSpPr/>
              <p:nvPr/>
            </p:nvSpPr>
            <p:spPr>
              <a:xfrm>
                <a:off x="961682" y="74640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7" name="流程图: 接点 436">
                <a:extLst>
                  <a:ext uri="{FF2B5EF4-FFF2-40B4-BE49-F238E27FC236}">
                    <a16:creationId xmlns:a16="http://schemas.microsoft.com/office/drawing/2014/main" id="{59F0D7C7-8A8D-4A5B-A535-FD7E809F0BD5}"/>
                  </a:ext>
                </a:extLst>
              </p:cNvPr>
              <p:cNvSpPr/>
              <p:nvPr/>
            </p:nvSpPr>
            <p:spPr>
              <a:xfrm>
                <a:off x="432399" y="68798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8" name="流程图: 接点 437">
                <a:extLst>
                  <a:ext uri="{FF2B5EF4-FFF2-40B4-BE49-F238E27FC236}">
                    <a16:creationId xmlns:a16="http://schemas.microsoft.com/office/drawing/2014/main" id="{689C9B70-DD8A-4947-96A4-ABD7F54B1D27}"/>
                  </a:ext>
                </a:extLst>
              </p:cNvPr>
              <p:cNvSpPr/>
              <p:nvPr/>
            </p:nvSpPr>
            <p:spPr>
              <a:xfrm>
                <a:off x="440076" y="63986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9" name="流程图: 接点 438">
                <a:extLst>
                  <a:ext uri="{FF2B5EF4-FFF2-40B4-BE49-F238E27FC236}">
                    <a16:creationId xmlns:a16="http://schemas.microsoft.com/office/drawing/2014/main" id="{BC41061C-A4D0-4CA9-B56E-CF59CBBA37C7}"/>
                  </a:ext>
                </a:extLst>
              </p:cNvPr>
              <p:cNvSpPr/>
              <p:nvPr/>
            </p:nvSpPr>
            <p:spPr>
              <a:xfrm>
                <a:off x="363610" y="65927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0" name="流程图: 接点 439">
                <a:extLst>
                  <a:ext uri="{FF2B5EF4-FFF2-40B4-BE49-F238E27FC236}">
                    <a16:creationId xmlns:a16="http://schemas.microsoft.com/office/drawing/2014/main" id="{D7422A37-617E-4247-BBA2-E57467B9A5DB}"/>
                  </a:ext>
                </a:extLst>
              </p:cNvPr>
              <p:cNvSpPr/>
              <p:nvPr/>
            </p:nvSpPr>
            <p:spPr>
              <a:xfrm>
                <a:off x="552155" y="68426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1" name="流程图: 接点 440">
                <a:extLst>
                  <a:ext uri="{FF2B5EF4-FFF2-40B4-BE49-F238E27FC236}">
                    <a16:creationId xmlns:a16="http://schemas.microsoft.com/office/drawing/2014/main" id="{48D9892E-097A-4CB4-8AFA-BC4E23CB1E1C}"/>
                  </a:ext>
                </a:extLst>
              </p:cNvPr>
              <p:cNvSpPr/>
              <p:nvPr/>
            </p:nvSpPr>
            <p:spPr>
              <a:xfrm>
                <a:off x="559833" y="63613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2" name="流程图: 接点 441">
                <a:extLst>
                  <a:ext uri="{FF2B5EF4-FFF2-40B4-BE49-F238E27FC236}">
                    <a16:creationId xmlns:a16="http://schemas.microsoft.com/office/drawing/2014/main" id="{79D936E6-2279-40B9-B5B5-9EBF74F2CE4C}"/>
                  </a:ext>
                </a:extLst>
              </p:cNvPr>
              <p:cNvSpPr/>
              <p:nvPr/>
            </p:nvSpPr>
            <p:spPr>
              <a:xfrm>
                <a:off x="548791" y="64354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3" name="流程图: 接点 442">
                <a:extLst>
                  <a:ext uri="{FF2B5EF4-FFF2-40B4-BE49-F238E27FC236}">
                    <a16:creationId xmlns:a16="http://schemas.microsoft.com/office/drawing/2014/main" id="{CBD7B98D-ED77-4D2E-A155-AC7B9EBF13B8}"/>
                  </a:ext>
                </a:extLst>
              </p:cNvPr>
              <p:cNvSpPr/>
              <p:nvPr/>
            </p:nvSpPr>
            <p:spPr>
              <a:xfrm>
                <a:off x="482751" y="65867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4" name="流程图: 接点 443">
                <a:extLst>
                  <a:ext uri="{FF2B5EF4-FFF2-40B4-BE49-F238E27FC236}">
                    <a16:creationId xmlns:a16="http://schemas.microsoft.com/office/drawing/2014/main" id="{D117C9AD-42E0-42D2-9FDD-ADB5DBC76D68}"/>
                  </a:ext>
                </a:extLst>
              </p:cNvPr>
              <p:cNvSpPr/>
              <p:nvPr/>
            </p:nvSpPr>
            <p:spPr>
              <a:xfrm>
                <a:off x="588848" y="67472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5" name="流程图: 接点 444">
                <a:extLst>
                  <a:ext uri="{FF2B5EF4-FFF2-40B4-BE49-F238E27FC236}">
                    <a16:creationId xmlns:a16="http://schemas.microsoft.com/office/drawing/2014/main" id="{82ADD63E-14CD-43B7-94A3-34F6E0076A28}"/>
                  </a:ext>
                </a:extLst>
              </p:cNvPr>
              <p:cNvSpPr/>
              <p:nvPr/>
            </p:nvSpPr>
            <p:spPr>
              <a:xfrm>
                <a:off x="520747" y="68417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6" name="流程图: 接点 445">
                <a:extLst>
                  <a:ext uri="{FF2B5EF4-FFF2-40B4-BE49-F238E27FC236}">
                    <a16:creationId xmlns:a16="http://schemas.microsoft.com/office/drawing/2014/main" id="{2D469423-8833-4CA7-AB2D-EBB504D3E3DB}"/>
                  </a:ext>
                </a:extLst>
              </p:cNvPr>
              <p:cNvSpPr/>
              <p:nvPr/>
            </p:nvSpPr>
            <p:spPr>
              <a:xfrm>
                <a:off x="596526" y="62659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7" name="流程图: 接点 446">
                <a:extLst>
                  <a:ext uri="{FF2B5EF4-FFF2-40B4-BE49-F238E27FC236}">
                    <a16:creationId xmlns:a16="http://schemas.microsoft.com/office/drawing/2014/main" id="{CD966A90-219F-49C9-AC3B-DE2156AE92CB}"/>
                  </a:ext>
                </a:extLst>
              </p:cNvPr>
              <p:cNvSpPr/>
              <p:nvPr/>
            </p:nvSpPr>
            <p:spPr>
              <a:xfrm>
                <a:off x="528424" y="63604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8" name="流程图: 接点 447">
                <a:extLst>
                  <a:ext uri="{FF2B5EF4-FFF2-40B4-BE49-F238E27FC236}">
                    <a16:creationId xmlns:a16="http://schemas.microsoft.com/office/drawing/2014/main" id="{B1B6518B-2E30-4A44-8093-CBD119481F5D}"/>
                  </a:ext>
                </a:extLst>
              </p:cNvPr>
              <p:cNvSpPr/>
              <p:nvPr/>
            </p:nvSpPr>
            <p:spPr>
              <a:xfrm>
                <a:off x="474642" y="71547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9" name="流程图: 接点 448">
                <a:extLst>
                  <a:ext uri="{FF2B5EF4-FFF2-40B4-BE49-F238E27FC236}">
                    <a16:creationId xmlns:a16="http://schemas.microsoft.com/office/drawing/2014/main" id="{765E7B0A-3998-4AE1-9AD5-35374F6DBE77}"/>
                  </a:ext>
                </a:extLst>
              </p:cNvPr>
              <p:cNvSpPr/>
              <p:nvPr/>
            </p:nvSpPr>
            <p:spPr>
              <a:xfrm>
                <a:off x="627095" y="72392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0" name="流程图: 接点 449">
                <a:extLst>
                  <a:ext uri="{FF2B5EF4-FFF2-40B4-BE49-F238E27FC236}">
                    <a16:creationId xmlns:a16="http://schemas.microsoft.com/office/drawing/2014/main" id="{4D70802B-6795-448B-9BE5-0337DC15C964}"/>
                  </a:ext>
                </a:extLst>
              </p:cNvPr>
              <p:cNvSpPr/>
              <p:nvPr/>
            </p:nvSpPr>
            <p:spPr>
              <a:xfrm>
                <a:off x="573313" y="80335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1" name="流程图: 接点 450">
                <a:extLst>
                  <a:ext uri="{FF2B5EF4-FFF2-40B4-BE49-F238E27FC236}">
                    <a16:creationId xmlns:a16="http://schemas.microsoft.com/office/drawing/2014/main" id="{BF8B1BDC-13C9-44F1-B04E-853101BFDD02}"/>
                  </a:ext>
                </a:extLst>
              </p:cNvPr>
              <p:cNvSpPr/>
              <p:nvPr/>
            </p:nvSpPr>
            <p:spPr>
              <a:xfrm>
                <a:off x="634773" y="67579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2" name="流程图: 接点 451">
                <a:extLst>
                  <a:ext uri="{FF2B5EF4-FFF2-40B4-BE49-F238E27FC236}">
                    <a16:creationId xmlns:a16="http://schemas.microsoft.com/office/drawing/2014/main" id="{B9479141-27E6-4184-B26E-C4CCEA2D0A99}"/>
                  </a:ext>
                </a:extLst>
              </p:cNvPr>
              <p:cNvSpPr/>
              <p:nvPr/>
            </p:nvSpPr>
            <p:spPr>
              <a:xfrm>
                <a:off x="580990" y="75522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3" name="流程图: 接点 452">
                <a:extLst>
                  <a:ext uri="{FF2B5EF4-FFF2-40B4-BE49-F238E27FC236}">
                    <a16:creationId xmlns:a16="http://schemas.microsoft.com/office/drawing/2014/main" id="{BE057F04-D778-4B1C-809B-20C1B2D210D2}"/>
                  </a:ext>
                </a:extLst>
              </p:cNvPr>
              <p:cNvSpPr/>
              <p:nvPr/>
            </p:nvSpPr>
            <p:spPr>
              <a:xfrm>
                <a:off x="504524" y="77463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4" name="流程图: 接点 453">
                <a:extLst>
                  <a:ext uri="{FF2B5EF4-FFF2-40B4-BE49-F238E27FC236}">
                    <a16:creationId xmlns:a16="http://schemas.microsoft.com/office/drawing/2014/main" id="{28F076FE-706E-4516-87BE-1DC0FB2BFCEF}"/>
                  </a:ext>
                </a:extLst>
              </p:cNvPr>
              <p:cNvSpPr/>
              <p:nvPr/>
            </p:nvSpPr>
            <p:spPr>
              <a:xfrm>
                <a:off x="775807" y="50095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5" name="流程图: 接点 454">
                <a:extLst>
                  <a:ext uri="{FF2B5EF4-FFF2-40B4-BE49-F238E27FC236}">
                    <a16:creationId xmlns:a16="http://schemas.microsoft.com/office/drawing/2014/main" id="{7B9DC557-7684-48D9-92A7-4A4041555ED0}"/>
                  </a:ext>
                </a:extLst>
              </p:cNvPr>
              <p:cNvSpPr/>
              <p:nvPr/>
            </p:nvSpPr>
            <p:spPr>
              <a:xfrm>
                <a:off x="775807" y="50095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6" name="流程图: 接点 455">
                <a:extLst>
                  <a:ext uri="{FF2B5EF4-FFF2-40B4-BE49-F238E27FC236}">
                    <a16:creationId xmlns:a16="http://schemas.microsoft.com/office/drawing/2014/main" id="{BAEE3536-5431-4EB8-91CF-122FD2EBAB78}"/>
                  </a:ext>
                </a:extLst>
              </p:cNvPr>
              <p:cNvSpPr/>
              <p:nvPr/>
            </p:nvSpPr>
            <p:spPr>
              <a:xfrm>
                <a:off x="757447" y="75816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7" name="流程图: 接点 456">
                <a:extLst>
                  <a:ext uri="{FF2B5EF4-FFF2-40B4-BE49-F238E27FC236}">
                    <a16:creationId xmlns:a16="http://schemas.microsoft.com/office/drawing/2014/main" id="{B71E3A69-34C7-45AD-B509-FA1525D1E906}"/>
                  </a:ext>
                </a:extLst>
              </p:cNvPr>
              <p:cNvSpPr/>
              <p:nvPr/>
            </p:nvSpPr>
            <p:spPr>
              <a:xfrm>
                <a:off x="796521" y="73281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86" name="流程图: 接点 2985">
                <a:extLst>
                  <a:ext uri="{FF2B5EF4-FFF2-40B4-BE49-F238E27FC236}">
                    <a16:creationId xmlns:a16="http://schemas.microsoft.com/office/drawing/2014/main" id="{10F38DCF-1F44-42D2-9A1E-8E7156C429DD}"/>
                  </a:ext>
                </a:extLst>
              </p:cNvPr>
              <p:cNvSpPr/>
              <p:nvPr/>
            </p:nvSpPr>
            <p:spPr>
              <a:xfrm>
                <a:off x="876097" y="95247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87" name="流程图: 接点 2986">
                <a:extLst>
                  <a:ext uri="{FF2B5EF4-FFF2-40B4-BE49-F238E27FC236}">
                    <a16:creationId xmlns:a16="http://schemas.microsoft.com/office/drawing/2014/main" id="{308FADA0-06F9-4A6C-B14E-B5512784C6FD}"/>
                  </a:ext>
                </a:extLst>
              </p:cNvPr>
              <p:cNvSpPr/>
              <p:nvPr/>
            </p:nvSpPr>
            <p:spPr>
              <a:xfrm>
                <a:off x="655698" y="94872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88" name="流程图: 接点 2987">
                <a:extLst>
                  <a:ext uri="{FF2B5EF4-FFF2-40B4-BE49-F238E27FC236}">
                    <a16:creationId xmlns:a16="http://schemas.microsoft.com/office/drawing/2014/main" id="{ECD83F7B-E1AC-48C0-BCEC-D10F302B9CBA}"/>
                  </a:ext>
                </a:extLst>
              </p:cNvPr>
              <p:cNvSpPr/>
              <p:nvPr/>
            </p:nvSpPr>
            <p:spPr>
              <a:xfrm>
                <a:off x="601916" y="102815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89" name="流程图: 接点 2988">
                <a:extLst>
                  <a:ext uri="{FF2B5EF4-FFF2-40B4-BE49-F238E27FC236}">
                    <a16:creationId xmlns:a16="http://schemas.microsoft.com/office/drawing/2014/main" id="{4DF43436-CF7C-4385-94CA-2C80D4A59245}"/>
                  </a:ext>
                </a:extLst>
              </p:cNvPr>
              <p:cNvSpPr/>
              <p:nvPr/>
            </p:nvSpPr>
            <p:spPr>
              <a:xfrm>
                <a:off x="609593" y="98002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0" name="流程图: 接点 2989">
                <a:extLst>
                  <a:ext uri="{FF2B5EF4-FFF2-40B4-BE49-F238E27FC236}">
                    <a16:creationId xmlns:a16="http://schemas.microsoft.com/office/drawing/2014/main" id="{5BDEB10D-AC1C-46E8-9478-7780C9B56FF3}"/>
                  </a:ext>
                </a:extLst>
              </p:cNvPr>
              <p:cNvSpPr/>
              <p:nvPr/>
            </p:nvSpPr>
            <p:spPr>
              <a:xfrm>
                <a:off x="533127" y="99943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1" name="流程图: 接点 2990">
                <a:extLst>
                  <a:ext uri="{FF2B5EF4-FFF2-40B4-BE49-F238E27FC236}">
                    <a16:creationId xmlns:a16="http://schemas.microsoft.com/office/drawing/2014/main" id="{23D09D79-77B5-41B6-85B5-15FFE47DDAE3}"/>
                  </a:ext>
                </a:extLst>
              </p:cNvPr>
              <p:cNvSpPr/>
              <p:nvPr/>
            </p:nvSpPr>
            <p:spPr>
              <a:xfrm>
                <a:off x="502339" y="94440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2" name="流程图: 接点 2991">
                <a:extLst>
                  <a:ext uri="{FF2B5EF4-FFF2-40B4-BE49-F238E27FC236}">
                    <a16:creationId xmlns:a16="http://schemas.microsoft.com/office/drawing/2014/main" id="{2B3ECE03-2C63-4CA0-895C-BD15EA4C1C97}"/>
                  </a:ext>
                </a:extLst>
              </p:cNvPr>
              <p:cNvSpPr/>
              <p:nvPr/>
            </p:nvSpPr>
            <p:spPr>
              <a:xfrm>
                <a:off x="529699" y="9545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3" name="流程图: 接点 2992">
                <a:extLst>
                  <a:ext uri="{FF2B5EF4-FFF2-40B4-BE49-F238E27FC236}">
                    <a16:creationId xmlns:a16="http://schemas.microsoft.com/office/drawing/2014/main" id="{949C8408-F123-4E46-8F99-027D73034352}"/>
                  </a:ext>
                </a:extLst>
              </p:cNvPr>
              <p:cNvSpPr/>
              <p:nvPr/>
            </p:nvSpPr>
            <p:spPr>
              <a:xfrm>
                <a:off x="721672" y="102443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4" name="流程图: 接点 2993">
                <a:extLst>
                  <a:ext uri="{FF2B5EF4-FFF2-40B4-BE49-F238E27FC236}">
                    <a16:creationId xmlns:a16="http://schemas.microsoft.com/office/drawing/2014/main" id="{69D2003E-5F3D-4E7D-A9EE-7B5489FF3E62}"/>
                  </a:ext>
                </a:extLst>
              </p:cNvPr>
              <p:cNvSpPr/>
              <p:nvPr/>
            </p:nvSpPr>
            <p:spPr>
              <a:xfrm>
                <a:off x="729349" y="97630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5" name="流程图: 接点 2994">
                <a:extLst>
                  <a:ext uri="{FF2B5EF4-FFF2-40B4-BE49-F238E27FC236}">
                    <a16:creationId xmlns:a16="http://schemas.microsoft.com/office/drawing/2014/main" id="{65458AC5-2C1D-4DC7-AD5C-EBF512151E2D}"/>
                  </a:ext>
                </a:extLst>
              </p:cNvPr>
              <p:cNvSpPr/>
              <p:nvPr/>
            </p:nvSpPr>
            <p:spPr>
              <a:xfrm>
                <a:off x="718308" y="9837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6" name="流程图: 接点 2995">
                <a:extLst>
                  <a:ext uri="{FF2B5EF4-FFF2-40B4-BE49-F238E27FC236}">
                    <a16:creationId xmlns:a16="http://schemas.microsoft.com/office/drawing/2014/main" id="{0DB89E59-8D04-4199-9203-B408EF4A6890}"/>
                  </a:ext>
                </a:extLst>
              </p:cNvPr>
              <p:cNvSpPr/>
              <p:nvPr/>
            </p:nvSpPr>
            <p:spPr>
              <a:xfrm>
                <a:off x="649519" y="95498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7" name="流程图: 接点 2996">
                <a:extLst>
                  <a:ext uri="{FF2B5EF4-FFF2-40B4-BE49-F238E27FC236}">
                    <a16:creationId xmlns:a16="http://schemas.microsoft.com/office/drawing/2014/main" id="{32F6B81B-65B4-4387-9AEB-1A9C766E81BE}"/>
                  </a:ext>
                </a:extLst>
              </p:cNvPr>
              <p:cNvSpPr/>
              <p:nvPr/>
            </p:nvSpPr>
            <p:spPr>
              <a:xfrm>
                <a:off x="652268" y="95071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8" name="流程图: 接点 2997">
                <a:extLst>
                  <a:ext uri="{FF2B5EF4-FFF2-40B4-BE49-F238E27FC236}">
                    <a16:creationId xmlns:a16="http://schemas.microsoft.com/office/drawing/2014/main" id="{EFA24802-56F0-4C75-9D71-F05906F12248}"/>
                  </a:ext>
                </a:extLst>
              </p:cNvPr>
              <p:cNvSpPr/>
              <p:nvPr/>
            </p:nvSpPr>
            <p:spPr>
              <a:xfrm>
                <a:off x="652268" y="99884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9" name="流程图: 接点 2998">
                <a:extLst>
                  <a:ext uri="{FF2B5EF4-FFF2-40B4-BE49-F238E27FC236}">
                    <a16:creationId xmlns:a16="http://schemas.microsoft.com/office/drawing/2014/main" id="{1327EC9C-B654-4E2D-87E9-C108DE8EA071}"/>
                  </a:ext>
                </a:extLst>
              </p:cNvPr>
              <p:cNvSpPr/>
              <p:nvPr/>
            </p:nvSpPr>
            <p:spPr>
              <a:xfrm>
                <a:off x="675473" y="95150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00" name="流程图: 接点 2999">
                <a:extLst>
                  <a:ext uri="{FF2B5EF4-FFF2-40B4-BE49-F238E27FC236}">
                    <a16:creationId xmlns:a16="http://schemas.microsoft.com/office/drawing/2014/main" id="{0E1E0C7F-55EE-48D7-9FD1-09ECAFAEAB00}"/>
                  </a:ext>
                </a:extLst>
              </p:cNvPr>
              <p:cNvSpPr/>
              <p:nvPr/>
            </p:nvSpPr>
            <p:spPr>
              <a:xfrm>
                <a:off x="758365" y="101488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01" name="流程图: 接点 3000">
                <a:extLst>
                  <a:ext uri="{FF2B5EF4-FFF2-40B4-BE49-F238E27FC236}">
                    <a16:creationId xmlns:a16="http://schemas.microsoft.com/office/drawing/2014/main" id="{D2BBE354-154A-4182-966F-BFF9A8799647}"/>
                  </a:ext>
                </a:extLst>
              </p:cNvPr>
              <p:cNvSpPr/>
              <p:nvPr/>
            </p:nvSpPr>
            <p:spPr>
              <a:xfrm>
                <a:off x="690264" y="102433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02" name="流程图: 接点 3001">
                <a:extLst>
                  <a:ext uri="{FF2B5EF4-FFF2-40B4-BE49-F238E27FC236}">
                    <a16:creationId xmlns:a16="http://schemas.microsoft.com/office/drawing/2014/main" id="{B7DE16AF-CEC9-4E5A-B4A2-9302D6386583}"/>
                  </a:ext>
                </a:extLst>
              </p:cNvPr>
              <p:cNvSpPr/>
              <p:nvPr/>
            </p:nvSpPr>
            <p:spPr>
              <a:xfrm>
                <a:off x="659945" y="95071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03" name="流程图: 接点 3002">
                <a:extLst>
                  <a:ext uri="{FF2B5EF4-FFF2-40B4-BE49-F238E27FC236}">
                    <a16:creationId xmlns:a16="http://schemas.microsoft.com/office/drawing/2014/main" id="{C556FFC8-E9CF-4846-A44D-AFE70EF42B07}"/>
                  </a:ext>
                </a:extLst>
              </p:cNvPr>
              <p:cNvSpPr/>
              <p:nvPr/>
            </p:nvSpPr>
            <p:spPr>
              <a:xfrm>
                <a:off x="766042" y="96675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04" name="流程图: 接点 3003">
                <a:extLst>
                  <a:ext uri="{FF2B5EF4-FFF2-40B4-BE49-F238E27FC236}">
                    <a16:creationId xmlns:a16="http://schemas.microsoft.com/office/drawing/2014/main" id="{F043735F-798F-4E45-9FB7-03B8D7862D3F}"/>
                  </a:ext>
                </a:extLst>
              </p:cNvPr>
              <p:cNvSpPr/>
              <p:nvPr/>
            </p:nvSpPr>
            <p:spPr>
              <a:xfrm>
                <a:off x="697941" y="97620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05" name="流程图: 接点 3004">
                <a:extLst>
                  <a:ext uri="{FF2B5EF4-FFF2-40B4-BE49-F238E27FC236}">
                    <a16:creationId xmlns:a16="http://schemas.microsoft.com/office/drawing/2014/main" id="{3A40A6DC-6A26-489C-8393-D197E7CC3D82}"/>
                  </a:ext>
                </a:extLst>
              </p:cNvPr>
              <p:cNvSpPr/>
              <p:nvPr/>
            </p:nvSpPr>
            <p:spPr>
              <a:xfrm>
                <a:off x="644159" y="105563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06" name="流程图: 接点 3005">
                <a:extLst>
                  <a:ext uri="{FF2B5EF4-FFF2-40B4-BE49-F238E27FC236}">
                    <a16:creationId xmlns:a16="http://schemas.microsoft.com/office/drawing/2014/main" id="{9968F155-32B8-444B-8E1B-13E722E73F75}"/>
                  </a:ext>
                </a:extLst>
              </p:cNvPr>
              <p:cNvSpPr/>
              <p:nvPr/>
            </p:nvSpPr>
            <p:spPr>
              <a:xfrm>
                <a:off x="796612" y="106408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07" name="流程图: 接点 3006">
                <a:extLst>
                  <a:ext uri="{FF2B5EF4-FFF2-40B4-BE49-F238E27FC236}">
                    <a16:creationId xmlns:a16="http://schemas.microsoft.com/office/drawing/2014/main" id="{DF216B74-2462-4DE9-86C6-DA3283CE2BB7}"/>
                  </a:ext>
                </a:extLst>
              </p:cNvPr>
              <p:cNvSpPr/>
              <p:nvPr/>
            </p:nvSpPr>
            <p:spPr>
              <a:xfrm>
                <a:off x="742830" y="114351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08" name="流程图: 接点 3007">
                <a:extLst>
                  <a:ext uri="{FF2B5EF4-FFF2-40B4-BE49-F238E27FC236}">
                    <a16:creationId xmlns:a16="http://schemas.microsoft.com/office/drawing/2014/main" id="{46C22E89-9F8B-43A9-ADBC-6C60EA59BA73}"/>
                  </a:ext>
                </a:extLst>
              </p:cNvPr>
              <p:cNvSpPr/>
              <p:nvPr/>
            </p:nvSpPr>
            <p:spPr>
              <a:xfrm>
                <a:off x="804289" y="101596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09" name="流程图: 接点 3008">
                <a:extLst>
                  <a:ext uri="{FF2B5EF4-FFF2-40B4-BE49-F238E27FC236}">
                    <a16:creationId xmlns:a16="http://schemas.microsoft.com/office/drawing/2014/main" id="{9F6C89E2-B537-411F-B77C-F62296AE0DE5}"/>
                  </a:ext>
                </a:extLst>
              </p:cNvPr>
              <p:cNvSpPr/>
              <p:nvPr/>
            </p:nvSpPr>
            <p:spPr>
              <a:xfrm>
                <a:off x="750507" y="109538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0" name="流程图: 接点 3009">
                <a:extLst>
                  <a:ext uri="{FF2B5EF4-FFF2-40B4-BE49-F238E27FC236}">
                    <a16:creationId xmlns:a16="http://schemas.microsoft.com/office/drawing/2014/main" id="{4442A7F4-B140-4D8E-B0DC-D0DBE0FAD9BB}"/>
                  </a:ext>
                </a:extLst>
              </p:cNvPr>
              <p:cNvSpPr/>
              <p:nvPr/>
            </p:nvSpPr>
            <p:spPr>
              <a:xfrm>
                <a:off x="674041" y="111479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1" name="流程图: 接点 3010">
                <a:extLst>
                  <a:ext uri="{FF2B5EF4-FFF2-40B4-BE49-F238E27FC236}">
                    <a16:creationId xmlns:a16="http://schemas.microsoft.com/office/drawing/2014/main" id="{18027A66-07F2-4DC7-9D9E-50B167BBD0B5}"/>
                  </a:ext>
                </a:extLst>
              </p:cNvPr>
              <p:cNvSpPr/>
              <p:nvPr/>
            </p:nvSpPr>
            <p:spPr>
              <a:xfrm>
                <a:off x="565688" y="97770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2" name="流程图: 接点 3011">
                <a:extLst>
                  <a:ext uri="{FF2B5EF4-FFF2-40B4-BE49-F238E27FC236}">
                    <a16:creationId xmlns:a16="http://schemas.microsoft.com/office/drawing/2014/main" id="{4AA086C3-809E-4C6A-A092-802F0124E57C}"/>
                  </a:ext>
                </a:extLst>
              </p:cNvPr>
              <p:cNvSpPr/>
              <p:nvPr/>
            </p:nvSpPr>
            <p:spPr>
              <a:xfrm>
                <a:off x="880339" y="97529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3" name="流程图: 接点 3012">
                <a:extLst>
                  <a:ext uri="{FF2B5EF4-FFF2-40B4-BE49-F238E27FC236}">
                    <a16:creationId xmlns:a16="http://schemas.microsoft.com/office/drawing/2014/main" id="{24315896-F24B-4A4A-8CC3-9C5E1EF254EA}"/>
                  </a:ext>
                </a:extLst>
              </p:cNvPr>
              <p:cNvSpPr/>
              <p:nvPr/>
            </p:nvSpPr>
            <p:spPr>
              <a:xfrm>
                <a:off x="1032793" y="98374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4" name="流程图: 接点 3013">
                <a:extLst>
                  <a:ext uri="{FF2B5EF4-FFF2-40B4-BE49-F238E27FC236}">
                    <a16:creationId xmlns:a16="http://schemas.microsoft.com/office/drawing/2014/main" id="{D85334D6-3B99-47E1-8541-FB56D7D75D4F}"/>
                  </a:ext>
                </a:extLst>
              </p:cNvPr>
              <p:cNvSpPr/>
              <p:nvPr/>
            </p:nvSpPr>
            <p:spPr>
              <a:xfrm>
                <a:off x="979011" y="106317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5" name="流程图: 接点 3014">
                <a:extLst>
                  <a:ext uri="{FF2B5EF4-FFF2-40B4-BE49-F238E27FC236}">
                    <a16:creationId xmlns:a16="http://schemas.microsoft.com/office/drawing/2014/main" id="{2C6E6DB9-5D4F-4A4F-8991-2B8C5E5E5333}"/>
                  </a:ext>
                </a:extLst>
              </p:cNvPr>
              <p:cNvSpPr/>
              <p:nvPr/>
            </p:nvSpPr>
            <p:spPr>
              <a:xfrm>
                <a:off x="986688" y="101504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6" name="流程图: 接点 3015">
                <a:extLst>
                  <a:ext uri="{FF2B5EF4-FFF2-40B4-BE49-F238E27FC236}">
                    <a16:creationId xmlns:a16="http://schemas.microsoft.com/office/drawing/2014/main" id="{62A38C1C-BABD-4959-AFE0-4DDAC61949E1}"/>
                  </a:ext>
                </a:extLst>
              </p:cNvPr>
              <p:cNvSpPr/>
              <p:nvPr/>
            </p:nvSpPr>
            <p:spPr>
              <a:xfrm>
                <a:off x="910222" y="103445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7" name="流程图: 接点 3016">
                <a:extLst>
                  <a:ext uri="{FF2B5EF4-FFF2-40B4-BE49-F238E27FC236}">
                    <a16:creationId xmlns:a16="http://schemas.microsoft.com/office/drawing/2014/main" id="{2867829C-C875-437E-A779-394301A515A2}"/>
                  </a:ext>
                </a:extLst>
              </p:cNvPr>
              <p:cNvSpPr/>
              <p:nvPr/>
            </p:nvSpPr>
            <p:spPr>
              <a:xfrm>
                <a:off x="745192" y="101504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8" name="流程图: 接点 3017">
                <a:extLst>
                  <a:ext uri="{FF2B5EF4-FFF2-40B4-BE49-F238E27FC236}">
                    <a16:creationId xmlns:a16="http://schemas.microsoft.com/office/drawing/2014/main" id="{48F46074-4547-4DBA-8A78-5F0CB00466CA}"/>
                  </a:ext>
                </a:extLst>
              </p:cNvPr>
              <p:cNvSpPr/>
              <p:nvPr/>
            </p:nvSpPr>
            <p:spPr>
              <a:xfrm>
                <a:off x="606159" y="105097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9" name="流程图: 接点 3018">
                <a:extLst>
                  <a:ext uri="{FF2B5EF4-FFF2-40B4-BE49-F238E27FC236}">
                    <a16:creationId xmlns:a16="http://schemas.microsoft.com/office/drawing/2014/main" id="{94254256-C865-4188-9C40-DE1496AB6CE7}"/>
                  </a:ext>
                </a:extLst>
              </p:cNvPr>
              <p:cNvSpPr/>
              <p:nvPr/>
            </p:nvSpPr>
            <p:spPr>
              <a:xfrm>
                <a:off x="758612" y="105942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20" name="流程图: 接点 3019">
                <a:extLst>
                  <a:ext uri="{FF2B5EF4-FFF2-40B4-BE49-F238E27FC236}">
                    <a16:creationId xmlns:a16="http://schemas.microsoft.com/office/drawing/2014/main" id="{84EEA154-8BE7-4B9E-8A1F-D8546EE4E217}"/>
                  </a:ext>
                </a:extLst>
              </p:cNvPr>
              <p:cNvSpPr/>
              <p:nvPr/>
            </p:nvSpPr>
            <p:spPr>
              <a:xfrm>
                <a:off x="704830" y="113885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21" name="流程图: 接点 3020">
                <a:extLst>
                  <a:ext uri="{FF2B5EF4-FFF2-40B4-BE49-F238E27FC236}">
                    <a16:creationId xmlns:a16="http://schemas.microsoft.com/office/drawing/2014/main" id="{587E9DEE-A9EF-4F22-9938-1ACB33E5693C}"/>
                  </a:ext>
                </a:extLst>
              </p:cNvPr>
              <p:cNvSpPr/>
              <p:nvPr/>
            </p:nvSpPr>
            <p:spPr>
              <a:xfrm>
                <a:off x="712507" y="109072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22" name="流程图: 接点 3021">
                <a:extLst>
                  <a:ext uri="{FF2B5EF4-FFF2-40B4-BE49-F238E27FC236}">
                    <a16:creationId xmlns:a16="http://schemas.microsoft.com/office/drawing/2014/main" id="{D92695DC-28CA-4728-B4AA-E23E48380FA0}"/>
                  </a:ext>
                </a:extLst>
              </p:cNvPr>
              <p:cNvSpPr/>
              <p:nvPr/>
            </p:nvSpPr>
            <p:spPr>
              <a:xfrm>
                <a:off x="636041" y="111013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23" name="流程图: 接点 3022">
                <a:extLst>
                  <a:ext uri="{FF2B5EF4-FFF2-40B4-BE49-F238E27FC236}">
                    <a16:creationId xmlns:a16="http://schemas.microsoft.com/office/drawing/2014/main" id="{41A15350-21A2-42E1-B361-1E42400FB2B3}"/>
                  </a:ext>
                </a:extLst>
              </p:cNvPr>
              <p:cNvSpPr/>
              <p:nvPr/>
            </p:nvSpPr>
            <p:spPr>
              <a:xfrm>
                <a:off x="840359" y="100478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24" name="流程图: 接点 3023">
                <a:extLst>
                  <a:ext uri="{FF2B5EF4-FFF2-40B4-BE49-F238E27FC236}">
                    <a16:creationId xmlns:a16="http://schemas.microsoft.com/office/drawing/2014/main" id="{6BB4284D-11B0-4238-8AFB-7507E13064EB}"/>
                  </a:ext>
                </a:extLst>
              </p:cNvPr>
              <p:cNvSpPr/>
              <p:nvPr/>
            </p:nvSpPr>
            <p:spPr>
              <a:xfrm>
                <a:off x="771571" y="97606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25" name="流程图: 接点 3024">
                <a:extLst>
                  <a:ext uri="{FF2B5EF4-FFF2-40B4-BE49-F238E27FC236}">
                    <a16:creationId xmlns:a16="http://schemas.microsoft.com/office/drawing/2014/main" id="{65669455-A202-4663-BBC8-FC5E9F5A8A99}"/>
                  </a:ext>
                </a:extLst>
              </p:cNvPr>
              <p:cNvSpPr/>
              <p:nvPr/>
            </p:nvSpPr>
            <p:spPr>
              <a:xfrm>
                <a:off x="619961" y="100103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26" name="流程图: 接点 3025">
                <a:extLst>
                  <a:ext uri="{FF2B5EF4-FFF2-40B4-BE49-F238E27FC236}">
                    <a16:creationId xmlns:a16="http://schemas.microsoft.com/office/drawing/2014/main" id="{4C64FF25-A2E9-4D6E-BF2E-F147E5246470}"/>
                  </a:ext>
                </a:extLst>
              </p:cNvPr>
              <p:cNvSpPr/>
              <p:nvPr/>
            </p:nvSpPr>
            <p:spPr>
              <a:xfrm>
                <a:off x="566179" y="108046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27" name="流程图: 接点 3026">
                <a:extLst>
                  <a:ext uri="{FF2B5EF4-FFF2-40B4-BE49-F238E27FC236}">
                    <a16:creationId xmlns:a16="http://schemas.microsoft.com/office/drawing/2014/main" id="{61EBA1FA-0A1B-4E7E-8DBA-7895F38DF792}"/>
                  </a:ext>
                </a:extLst>
              </p:cNvPr>
              <p:cNvSpPr/>
              <p:nvPr/>
            </p:nvSpPr>
            <p:spPr>
              <a:xfrm>
                <a:off x="573856" y="103233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28" name="流程图: 接点 3027">
                <a:extLst>
                  <a:ext uri="{FF2B5EF4-FFF2-40B4-BE49-F238E27FC236}">
                    <a16:creationId xmlns:a16="http://schemas.microsoft.com/office/drawing/2014/main" id="{0E7B5BD7-3BCD-4E1E-A615-99A64A180974}"/>
                  </a:ext>
                </a:extLst>
              </p:cNvPr>
              <p:cNvSpPr/>
              <p:nvPr/>
            </p:nvSpPr>
            <p:spPr>
              <a:xfrm>
                <a:off x="605253" y="105510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29" name="流程图: 接点 3028">
                <a:extLst>
                  <a:ext uri="{FF2B5EF4-FFF2-40B4-BE49-F238E27FC236}">
                    <a16:creationId xmlns:a16="http://schemas.microsoft.com/office/drawing/2014/main" id="{97843903-7F84-4DA8-AC5D-622D00039400}"/>
                  </a:ext>
                </a:extLst>
              </p:cNvPr>
              <p:cNvSpPr/>
              <p:nvPr/>
            </p:nvSpPr>
            <p:spPr>
              <a:xfrm>
                <a:off x="612930" y="100698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30" name="流程图: 接点 3029">
                <a:extLst>
                  <a:ext uri="{FF2B5EF4-FFF2-40B4-BE49-F238E27FC236}">
                    <a16:creationId xmlns:a16="http://schemas.microsoft.com/office/drawing/2014/main" id="{1827B835-082C-40D5-8738-E5FEAA8CFF05}"/>
                  </a:ext>
                </a:extLst>
              </p:cNvPr>
              <p:cNvSpPr/>
              <p:nvPr/>
            </p:nvSpPr>
            <p:spPr>
              <a:xfrm>
                <a:off x="536464" y="102639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31" name="流程图: 接点 3030">
                <a:extLst>
                  <a:ext uri="{FF2B5EF4-FFF2-40B4-BE49-F238E27FC236}">
                    <a16:creationId xmlns:a16="http://schemas.microsoft.com/office/drawing/2014/main" id="{29B033DB-A32C-4793-AEE9-527A98C898CF}"/>
                  </a:ext>
                </a:extLst>
              </p:cNvPr>
              <p:cNvSpPr/>
              <p:nvPr/>
            </p:nvSpPr>
            <p:spPr>
              <a:xfrm>
                <a:off x="686395" y="98578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32" name="流程图: 接点 3031">
                <a:extLst>
                  <a:ext uri="{FF2B5EF4-FFF2-40B4-BE49-F238E27FC236}">
                    <a16:creationId xmlns:a16="http://schemas.microsoft.com/office/drawing/2014/main" id="{F41C73F1-88FB-4E6E-9203-65FA7E1351A0}"/>
                  </a:ext>
                </a:extLst>
              </p:cNvPr>
              <p:cNvSpPr/>
              <p:nvPr/>
            </p:nvSpPr>
            <p:spPr>
              <a:xfrm>
                <a:off x="632613" y="106520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33" name="流程图: 接点 3032">
                <a:extLst>
                  <a:ext uri="{FF2B5EF4-FFF2-40B4-BE49-F238E27FC236}">
                    <a16:creationId xmlns:a16="http://schemas.microsoft.com/office/drawing/2014/main" id="{DF6EF6F2-DC1A-4199-AFF1-7FCF2C790CA0}"/>
                  </a:ext>
                </a:extLst>
              </p:cNvPr>
              <p:cNvSpPr/>
              <p:nvPr/>
            </p:nvSpPr>
            <p:spPr>
              <a:xfrm>
                <a:off x="640290" y="101707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34" name="流程图: 接点 3033">
                <a:extLst>
                  <a:ext uri="{FF2B5EF4-FFF2-40B4-BE49-F238E27FC236}">
                    <a16:creationId xmlns:a16="http://schemas.microsoft.com/office/drawing/2014/main" id="{AADF0469-AA8C-4E1E-91FB-1420A2E58D45}"/>
                  </a:ext>
                </a:extLst>
              </p:cNvPr>
              <p:cNvSpPr/>
              <p:nvPr/>
            </p:nvSpPr>
            <p:spPr>
              <a:xfrm>
                <a:off x="824586" y="113513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35" name="流程图: 接点 3034">
                <a:extLst>
                  <a:ext uri="{FF2B5EF4-FFF2-40B4-BE49-F238E27FC236}">
                    <a16:creationId xmlns:a16="http://schemas.microsoft.com/office/drawing/2014/main" id="{455686C8-0F71-4B7F-A04E-4141F09BCFCA}"/>
                  </a:ext>
                </a:extLst>
              </p:cNvPr>
              <p:cNvSpPr/>
              <p:nvPr/>
            </p:nvSpPr>
            <p:spPr>
              <a:xfrm>
                <a:off x="832263" y="108700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36" name="流程图: 接点 3035">
                <a:extLst>
                  <a:ext uri="{FF2B5EF4-FFF2-40B4-BE49-F238E27FC236}">
                    <a16:creationId xmlns:a16="http://schemas.microsoft.com/office/drawing/2014/main" id="{FB884AFF-1ED3-4E45-A0E9-9B2999EE5004}"/>
                  </a:ext>
                </a:extLst>
              </p:cNvPr>
              <p:cNvSpPr/>
              <p:nvPr/>
            </p:nvSpPr>
            <p:spPr>
              <a:xfrm>
                <a:off x="821222" y="109440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37" name="流程图: 接点 3036">
                <a:extLst>
                  <a:ext uri="{FF2B5EF4-FFF2-40B4-BE49-F238E27FC236}">
                    <a16:creationId xmlns:a16="http://schemas.microsoft.com/office/drawing/2014/main" id="{47F3B0E3-7FB7-4C57-848E-E84BA5CAFB62}"/>
                  </a:ext>
                </a:extLst>
              </p:cNvPr>
              <p:cNvSpPr/>
              <p:nvPr/>
            </p:nvSpPr>
            <p:spPr>
              <a:xfrm>
                <a:off x="752433" y="106568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38" name="流程图: 接点 3037">
                <a:extLst>
                  <a:ext uri="{FF2B5EF4-FFF2-40B4-BE49-F238E27FC236}">
                    <a16:creationId xmlns:a16="http://schemas.microsoft.com/office/drawing/2014/main" id="{F259A067-442D-4BAB-AF0A-F64FD16DDE2D}"/>
                  </a:ext>
                </a:extLst>
              </p:cNvPr>
              <p:cNvSpPr/>
              <p:nvPr/>
            </p:nvSpPr>
            <p:spPr>
              <a:xfrm>
                <a:off x="755182" y="106141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39" name="流程图: 接点 3038">
                <a:extLst>
                  <a:ext uri="{FF2B5EF4-FFF2-40B4-BE49-F238E27FC236}">
                    <a16:creationId xmlns:a16="http://schemas.microsoft.com/office/drawing/2014/main" id="{02865C09-D07B-4C81-9248-F89A66BD75CC}"/>
                  </a:ext>
                </a:extLst>
              </p:cNvPr>
              <p:cNvSpPr/>
              <p:nvPr/>
            </p:nvSpPr>
            <p:spPr>
              <a:xfrm>
                <a:off x="755182" y="110954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0" name="流程图: 接点 3039">
                <a:extLst>
                  <a:ext uri="{FF2B5EF4-FFF2-40B4-BE49-F238E27FC236}">
                    <a16:creationId xmlns:a16="http://schemas.microsoft.com/office/drawing/2014/main" id="{67D1E171-8B11-40C7-BC1B-45F4811D9022}"/>
                  </a:ext>
                </a:extLst>
              </p:cNvPr>
              <p:cNvSpPr/>
              <p:nvPr/>
            </p:nvSpPr>
            <p:spPr>
              <a:xfrm>
                <a:off x="778387" y="106220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1" name="流程图: 接点 3040">
                <a:extLst>
                  <a:ext uri="{FF2B5EF4-FFF2-40B4-BE49-F238E27FC236}">
                    <a16:creationId xmlns:a16="http://schemas.microsoft.com/office/drawing/2014/main" id="{DB2F8DAB-3589-48F3-B615-A459BD1A327A}"/>
                  </a:ext>
                </a:extLst>
              </p:cNvPr>
              <p:cNvSpPr/>
              <p:nvPr/>
            </p:nvSpPr>
            <p:spPr>
              <a:xfrm>
                <a:off x="861279" y="112558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2" name="流程图: 接点 3041">
                <a:extLst>
                  <a:ext uri="{FF2B5EF4-FFF2-40B4-BE49-F238E27FC236}">
                    <a16:creationId xmlns:a16="http://schemas.microsoft.com/office/drawing/2014/main" id="{281C609A-D540-4DFB-A2AB-2C63E1C15C61}"/>
                  </a:ext>
                </a:extLst>
              </p:cNvPr>
              <p:cNvSpPr/>
              <p:nvPr/>
            </p:nvSpPr>
            <p:spPr>
              <a:xfrm>
                <a:off x="793178" y="113503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3" name="流程图: 接点 3042">
                <a:extLst>
                  <a:ext uri="{FF2B5EF4-FFF2-40B4-BE49-F238E27FC236}">
                    <a16:creationId xmlns:a16="http://schemas.microsoft.com/office/drawing/2014/main" id="{3C156763-B024-488E-BB38-07F1E43F031A}"/>
                  </a:ext>
                </a:extLst>
              </p:cNvPr>
              <p:cNvSpPr/>
              <p:nvPr/>
            </p:nvSpPr>
            <p:spPr>
              <a:xfrm>
                <a:off x="762859" y="106141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4" name="流程图: 接点 3043">
                <a:extLst>
                  <a:ext uri="{FF2B5EF4-FFF2-40B4-BE49-F238E27FC236}">
                    <a16:creationId xmlns:a16="http://schemas.microsoft.com/office/drawing/2014/main" id="{7EBE11A3-5372-4752-85E9-563CF359CF34}"/>
                  </a:ext>
                </a:extLst>
              </p:cNvPr>
              <p:cNvSpPr/>
              <p:nvPr/>
            </p:nvSpPr>
            <p:spPr>
              <a:xfrm>
                <a:off x="868956" y="107746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5" name="流程图: 接点 3044">
                <a:extLst>
                  <a:ext uri="{FF2B5EF4-FFF2-40B4-BE49-F238E27FC236}">
                    <a16:creationId xmlns:a16="http://schemas.microsoft.com/office/drawing/2014/main" id="{3DDDBEA7-F4BA-4EE8-A786-F7A9E11CFB10}"/>
                  </a:ext>
                </a:extLst>
              </p:cNvPr>
              <p:cNvSpPr/>
              <p:nvPr/>
            </p:nvSpPr>
            <p:spPr>
              <a:xfrm>
                <a:off x="800855" y="108691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6" name="流程图: 接点 3045">
                <a:extLst>
                  <a:ext uri="{FF2B5EF4-FFF2-40B4-BE49-F238E27FC236}">
                    <a16:creationId xmlns:a16="http://schemas.microsoft.com/office/drawing/2014/main" id="{5D839972-51A0-491E-ADA4-259AEADEEE39}"/>
                  </a:ext>
                </a:extLst>
              </p:cNvPr>
              <p:cNvSpPr/>
              <p:nvPr/>
            </p:nvSpPr>
            <p:spPr>
              <a:xfrm>
                <a:off x="747073" y="116633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7" name="流程图: 接点 3046">
                <a:extLst>
                  <a:ext uri="{FF2B5EF4-FFF2-40B4-BE49-F238E27FC236}">
                    <a16:creationId xmlns:a16="http://schemas.microsoft.com/office/drawing/2014/main" id="{1830C4D0-38C8-4F94-BC20-70C28F0019D7}"/>
                  </a:ext>
                </a:extLst>
              </p:cNvPr>
              <p:cNvSpPr/>
              <p:nvPr/>
            </p:nvSpPr>
            <p:spPr>
              <a:xfrm>
                <a:off x="899526" y="117479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8" name="流程图: 接点 3047">
                <a:extLst>
                  <a:ext uri="{FF2B5EF4-FFF2-40B4-BE49-F238E27FC236}">
                    <a16:creationId xmlns:a16="http://schemas.microsoft.com/office/drawing/2014/main" id="{08F2DABE-BDC6-4ABA-8E55-A78F8BB5C894}"/>
                  </a:ext>
                </a:extLst>
              </p:cNvPr>
              <p:cNvSpPr/>
              <p:nvPr/>
            </p:nvSpPr>
            <p:spPr>
              <a:xfrm>
                <a:off x="845744" y="125421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9" name="流程图: 接点 3048">
                <a:extLst>
                  <a:ext uri="{FF2B5EF4-FFF2-40B4-BE49-F238E27FC236}">
                    <a16:creationId xmlns:a16="http://schemas.microsoft.com/office/drawing/2014/main" id="{0D425B3E-91A8-422B-9A4C-A82E0EC15128}"/>
                  </a:ext>
                </a:extLst>
              </p:cNvPr>
              <p:cNvSpPr/>
              <p:nvPr/>
            </p:nvSpPr>
            <p:spPr>
              <a:xfrm>
                <a:off x="907203" y="112666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0" name="流程图: 接点 3049">
                <a:extLst>
                  <a:ext uri="{FF2B5EF4-FFF2-40B4-BE49-F238E27FC236}">
                    <a16:creationId xmlns:a16="http://schemas.microsoft.com/office/drawing/2014/main" id="{468A5506-A18E-4601-BCCF-653806C4803E}"/>
                  </a:ext>
                </a:extLst>
              </p:cNvPr>
              <p:cNvSpPr/>
              <p:nvPr/>
            </p:nvSpPr>
            <p:spPr>
              <a:xfrm>
                <a:off x="853421" y="120609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1" name="流程图: 接点 3050">
                <a:extLst>
                  <a:ext uri="{FF2B5EF4-FFF2-40B4-BE49-F238E27FC236}">
                    <a16:creationId xmlns:a16="http://schemas.microsoft.com/office/drawing/2014/main" id="{84C70EFD-8230-4D7B-9E47-025701F7C6C5}"/>
                  </a:ext>
                </a:extLst>
              </p:cNvPr>
              <p:cNvSpPr/>
              <p:nvPr/>
            </p:nvSpPr>
            <p:spPr>
              <a:xfrm>
                <a:off x="776955" y="122549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2" name="流程图: 接点 3051">
                <a:extLst>
                  <a:ext uri="{FF2B5EF4-FFF2-40B4-BE49-F238E27FC236}">
                    <a16:creationId xmlns:a16="http://schemas.microsoft.com/office/drawing/2014/main" id="{5101B568-4FBE-4062-9A62-D2B5813CF890}"/>
                  </a:ext>
                </a:extLst>
              </p:cNvPr>
              <p:cNvSpPr/>
              <p:nvPr/>
            </p:nvSpPr>
            <p:spPr>
              <a:xfrm>
                <a:off x="1160892" y="87188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3" name="流程图: 接点 3052">
                <a:extLst>
                  <a:ext uri="{FF2B5EF4-FFF2-40B4-BE49-F238E27FC236}">
                    <a16:creationId xmlns:a16="http://schemas.microsoft.com/office/drawing/2014/main" id="{80928A81-1F7B-4BA2-9417-0C722D88D990}"/>
                  </a:ext>
                </a:extLst>
              </p:cNvPr>
              <p:cNvSpPr/>
              <p:nvPr/>
            </p:nvSpPr>
            <p:spPr>
              <a:xfrm>
                <a:off x="1168569" y="82375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4" name="流程图: 接点 3053">
                <a:extLst>
                  <a:ext uri="{FF2B5EF4-FFF2-40B4-BE49-F238E27FC236}">
                    <a16:creationId xmlns:a16="http://schemas.microsoft.com/office/drawing/2014/main" id="{D1FA3BDE-0702-4D65-B171-DF66BFDAD1EF}"/>
                  </a:ext>
                </a:extLst>
              </p:cNvPr>
              <p:cNvSpPr/>
              <p:nvPr/>
            </p:nvSpPr>
            <p:spPr>
              <a:xfrm>
                <a:off x="1092103" y="84316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5" name="流程图: 接点 3054">
                <a:extLst>
                  <a:ext uri="{FF2B5EF4-FFF2-40B4-BE49-F238E27FC236}">
                    <a16:creationId xmlns:a16="http://schemas.microsoft.com/office/drawing/2014/main" id="{B466431B-44DA-4475-8CEC-7328FB169096}"/>
                  </a:ext>
                </a:extLst>
              </p:cNvPr>
              <p:cNvSpPr/>
              <p:nvPr/>
            </p:nvSpPr>
            <p:spPr>
              <a:xfrm>
                <a:off x="927073" y="82375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6" name="流程图: 接点 3055">
                <a:extLst>
                  <a:ext uri="{FF2B5EF4-FFF2-40B4-BE49-F238E27FC236}">
                    <a16:creationId xmlns:a16="http://schemas.microsoft.com/office/drawing/2014/main" id="{87B8C591-087E-4183-A8BE-A79760DD066D}"/>
                  </a:ext>
                </a:extLst>
              </p:cNvPr>
              <p:cNvSpPr/>
              <p:nvPr/>
            </p:nvSpPr>
            <p:spPr>
              <a:xfrm>
                <a:off x="940493" y="86813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7" name="流程图: 接点 3056">
                <a:extLst>
                  <a:ext uri="{FF2B5EF4-FFF2-40B4-BE49-F238E27FC236}">
                    <a16:creationId xmlns:a16="http://schemas.microsoft.com/office/drawing/2014/main" id="{91B190BC-012B-4197-B27E-800F2F103E8A}"/>
                  </a:ext>
                </a:extLst>
              </p:cNvPr>
              <p:cNvSpPr/>
              <p:nvPr/>
            </p:nvSpPr>
            <p:spPr>
              <a:xfrm>
                <a:off x="886711" y="94756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8" name="流程图: 接点 3057">
                <a:extLst>
                  <a:ext uri="{FF2B5EF4-FFF2-40B4-BE49-F238E27FC236}">
                    <a16:creationId xmlns:a16="http://schemas.microsoft.com/office/drawing/2014/main" id="{EB4A7408-7737-48D0-998D-A6FE6E647558}"/>
                  </a:ext>
                </a:extLst>
              </p:cNvPr>
              <p:cNvSpPr/>
              <p:nvPr/>
            </p:nvSpPr>
            <p:spPr>
              <a:xfrm>
                <a:off x="894388" y="89943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9" name="流程图: 接点 3058">
                <a:extLst>
                  <a:ext uri="{FF2B5EF4-FFF2-40B4-BE49-F238E27FC236}">
                    <a16:creationId xmlns:a16="http://schemas.microsoft.com/office/drawing/2014/main" id="{175BF722-3C2F-4D3A-B998-EC673A28E54F}"/>
                  </a:ext>
                </a:extLst>
              </p:cNvPr>
              <p:cNvSpPr/>
              <p:nvPr/>
            </p:nvSpPr>
            <p:spPr>
              <a:xfrm>
                <a:off x="1006467" y="94384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60" name="流程图: 接点 3059">
                <a:extLst>
                  <a:ext uri="{FF2B5EF4-FFF2-40B4-BE49-F238E27FC236}">
                    <a16:creationId xmlns:a16="http://schemas.microsoft.com/office/drawing/2014/main" id="{4AAC0A16-4321-42BA-AF97-0F2A766AB1ED}"/>
                  </a:ext>
                </a:extLst>
              </p:cNvPr>
              <p:cNvSpPr/>
              <p:nvPr/>
            </p:nvSpPr>
            <p:spPr>
              <a:xfrm>
                <a:off x="1014144" y="89571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61" name="流程图: 接点 3060">
                <a:extLst>
                  <a:ext uri="{FF2B5EF4-FFF2-40B4-BE49-F238E27FC236}">
                    <a16:creationId xmlns:a16="http://schemas.microsoft.com/office/drawing/2014/main" id="{ED2FD363-2DE9-4165-A867-819E529AD986}"/>
                  </a:ext>
                </a:extLst>
              </p:cNvPr>
              <p:cNvSpPr/>
              <p:nvPr/>
            </p:nvSpPr>
            <p:spPr>
              <a:xfrm>
                <a:off x="1003103" y="90311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62" name="流程图: 接点 3061">
                <a:extLst>
                  <a:ext uri="{FF2B5EF4-FFF2-40B4-BE49-F238E27FC236}">
                    <a16:creationId xmlns:a16="http://schemas.microsoft.com/office/drawing/2014/main" id="{4B87CBA4-AEEB-469B-BDB9-1A2626D872C4}"/>
                  </a:ext>
                </a:extLst>
              </p:cNvPr>
              <p:cNvSpPr/>
              <p:nvPr/>
            </p:nvSpPr>
            <p:spPr>
              <a:xfrm>
                <a:off x="934314" y="8743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63" name="流程图: 接点 3062">
                <a:extLst>
                  <a:ext uri="{FF2B5EF4-FFF2-40B4-BE49-F238E27FC236}">
                    <a16:creationId xmlns:a16="http://schemas.microsoft.com/office/drawing/2014/main" id="{59845407-2C31-41E2-AE78-874C6FFE9E91}"/>
                  </a:ext>
                </a:extLst>
              </p:cNvPr>
              <p:cNvSpPr/>
              <p:nvPr/>
            </p:nvSpPr>
            <p:spPr>
              <a:xfrm>
                <a:off x="937063" y="87012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64" name="流程图: 接点 3063">
                <a:extLst>
                  <a:ext uri="{FF2B5EF4-FFF2-40B4-BE49-F238E27FC236}">
                    <a16:creationId xmlns:a16="http://schemas.microsoft.com/office/drawing/2014/main" id="{ECDD9FDE-8777-41D6-A091-5C4D7DE2AD13}"/>
                  </a:ext>
                </a:extLst>
              </p:cNvPr>
              <p:cNvSpPr/>
              <p:nvPr/>
            </p:nvSpPr>
            <p:spPr>
              <a:xfrm>
                <a:off x="937063" y="91825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65" name="流程图: 接点 3064">
                <a:extLst>
                  <a:ext uri="{FF2B5EF4-FFF2-40B4-BE49-F238E27FC236}">
                    <a16:creationId xmlns:a16="http://schemas.microsoft.com/office/drawing/2014/main" id="{5BA17C26-E993-4A08-ADB6-A11BBA3BD802}"/>
                  </a:ext>
                </a:extLst>
              </p:cNvPr>
              <p:cNvSpPr/>
              <p:nvPr/>
            </p:nvSpPr>
            <p:spPr>
              <a:xfrm>
                <a:off x="960268" y="87091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66" name="流程图: 接点 3065">
                <a:extLst>
                  <a:ext uri="{FF2B5EF4-FFF2-40B4-BE49-F238E27FC236}">
                    <a16:creationId xmlns:a16="http://schemas.microsoft.com/office/drawing/2014/main" id="{2D12758B-C0B7-4C86-A5C6-A9DC760341E4}"/>
                  </a:ext>
                </a:extLst>
              </p:cNvPr>
              <p:cNvSpPr/>
              <p:nvPr/>
            </p:nvSpPr>
            <p:spPr>
              <a:xfrm>
                <a:off x="1043160" y="9342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67" name="流程图: 接点 3066">
                <a:extLst>
                  <a:ext uri="{FF2B5EF4-FFF2-40B4-BE49-F238E27FC236}">
                    <a16:creationId xmlns:a16="http://schemas.microsoft.com/office/drawing/2014/main" id="{9539C5DA-4002-4FDF-B181-28277C9325AD}"/>
                  </a:ext>
                </a:extLst>
              </p:cNvPr>
              <p:cNvSpPr/>
              <p:nvPr/>
            </p:nvSpPr>
            <p:spPr>
              <a:xfrm>
                <a:off x="975059" y="94374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68" name="流程图: 接点 3067">
                <a:extLst>
                  <a:ext uri="{FF2B5EF4-FFF2-40B4-BE49-F238E27FC236}">
                    <a16:creationId xmlns:a16="http://schemas.microsoft.com/office/drawing/2014/main" id="{2F438962-6E7C-400B-9F49-C7CFC2C6FC94}"/>
                  </a:ext>
                </a:extLst>
              </p:cNvPr>
              <p:cNvSpPr/>
              <p:nvPr/>
            </p:nvSpPr>
            <p:spPr>
              <a:xfrm>
                <a:off x="944740" y="87012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69" name="流程图: 接点 3068">
                <a:extLst>
                  <a:ext uri="{FF2B5EF4-FFF2-40B4-BE49-F238E27FC236}">
                    <a16:creationId xmlns:a16="http://schemas.microsoft.com/office/drawing/2014/main" id="{B1261828-3C59-4477-B7DD-0EC6B263FC6B}"/>
                  </a:ext>
                </a:extLst>
              </p:cNvPr>
              <p:cNvSpPr/>
              <p:nvPr/>
            </p:nvSpPr>
            <p:spPr>
              <a:xfrm>
                <a:off x="1050837" y="88616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0" name="流程图: 接点 3069">
                <a:extLst>
                  <a:ext uri="{FF2B5EF4-FFF2-40B4-BE49-F238E27FC236}">
                    <a16:creationId xmlns:a16="http://schemas.microsoft.com/office/drawing/2014/main" id="{819F79AD-E70D-4E16-A847-3802E4FCC8AB}"/>
                  </a:ext>
                </a:extLst>
              </p:cNvPr>
              <p:cNvSpPr/>
              <p:nvPr/>
            </p:nvSpPr>
            <p:spPr>
              <a:xfrm>
                <a:off x="982736" y="89561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1" name="流程图: 接点 3070">
                <a:extLst>
                  <a:ext uri="{FF2B5EF4-FFF2-40B4-BE49-F238E27FC236}">
                    <a16:creationId xmlns:a16="http://schemas.microsoft.com/office/drawing/2014/main" id="{E6400B58-71F7-4F72-9AED-B22BB42E2A26}"/>
                  </a:ext>
                </a:extLst>
              </p:cNvPr>
              <p:cNvSpPr/>
              <p:nvPr/>
            </p:nvSpPr>
            <p:spPr>
              <a:xfrm>
                <a:off x="928954" y="97504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2" name="流程图: 接点 3071">
                <a:extLst>
                  <a:ext uri="{FF2B5EF4-FFF2-40B4-BE49-F238E27FC236}">
                    <a16:creationId xmlns:a16="http://schemas.microsoft.com/office/drawing/2014/main" id="{70694A45-A516-4BC9-9AB4-C861D450B158}"/>
                  </a:ext>
                </a:extLst>
              </p:cNvPr>
              <p:cNvSpPr/>
              <p:nvPr/>
            </p:nvSpPr>
            <p:spPr>
              <a:xfrm>
                <a:off x="1081407" y="98349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3" name="流程图: 接点 3072">
                <a:extLst>
                  <a:ext uri="{FF2B5EF4-FFF2-40B4-BE49-F238E27FC236}">
                    <a16:creationId xmlns:a16="http://schemas.microsoft.com/office/drawing/2014/main" id="{508B5D4B-7620-4B76-A516-A826C671810B}"/>
                  </a:ext>
                </a:extLst>
              </p:cNvPr>
              <p:cNvSpPr/>
              <p:nvPr/>
            </p:nvSpPr>
            <p:spPr>
              <a:xfrm>
                <a:off x="1027625" y="106292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4" name="流程图: 接点 3073">
                <a:extLst>
                  <a:ext uri="{FF2B5EF4-FFF2-40B4-BE49-F238E27FC236}">
                    <a16:creationId xmlns:a16="http://schemas.microsoft.com/office/drawing/2014/main" id="{85F0AD13-1991-4356-AC10-30CAB9C2CE4F}"/>
                  </a:ext>
                </a:extLst>
              </p:cNvPr>
              <p:cNvSpPr/>
              <p:nvPr/>
            </p:nvSpPr>
            <p:spPr>
              <a:xfrm>
                <a:off x="1089084" y="93537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5" name="流程图: 接点 3074">
                <a:extLst>
                  <a:ext uri="{FF2B5EF4-FFF2-40B4-BE49-F238E27FC236}">
                    <a16:creationId xmlns:a16="http://schemas.microsoft.com/office/drawing/2014/main" id="{F53B4E7A-100F-418D-B9E5-1712A5FA19B4}"/>
                  </a:ext>
                </a:extLst>
              </p:cNvPr>
              <p:cNvSpPr/>
              <p:nvPr/>
            </p:nvSpPr>
            <p:spPr>
              <a:xfrm>
                <a:off x="1035302" y="101479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6" name="流程图: 接点 3075">
                <a:extLst>
                  <a:ext uri="{FF2B5EF4-FFF2-40B4-BE49-F238E27FC236}">
                    <a16:creationId xmlns:a16="http://schemas.microsoft.com/office/drawing/2014/main" id="{D4F56800-A08F-4B0F-BC74-67176B218502}"/>
                  </a:ext>
                </a:extLst>
              </p:cNvPr>
              <p:cNvSpPr/>
              <p:nvPr/>
            </p:nvSpPr>
            <p:spPr>
              <a:xfrm>
                <a:off x="958836" y="103420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7" name="流程图: 接点 3076">
                <a:extLst>
                  <a:ext uri="{FF2B5EF4-FFF2-40B4-BE49-F238E27FC236}">
                    <a16:creationId xmlns:a16="http://schemas.microsoft.com/office/drawing/2014/main" id="{FC5AD4AA-BD4A-4363-AC33-EDC760024F5A}"/>
                  </a:ext>
                </a:extLst>
              </p:cNvPr>
              <p:cNvSpPr/>
              <p:nvPr/>
            </p:nvSpPr>
            <p:spPr>
              <a:xfrm>
                <a:off x="1009918" y="84027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8" name="流程图: 接点 3077">
                <a:extLst>
                  <a:ext uri="{FF2B5EF4-FFF2-40B4-BE49-F238E27FC236}">
                    <a16:creationId xmlns:a16="http://schemas.microsoft.com/office/drawing/2014/main" id="{0B212E28-D708-425F-9666-3639AA9732D5}"/>
                  </a:ext>
                </a:extLst>
              </p:cNvPr>
              <p:cNvSpPr/>
              <p:nvPr/>
            </p:nvSpPr>
            <p:spPr>
              <a:xfrm>
                <a:off x="443020" y="84824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9" name="流程图: 接点 3078">
                <a:extLst>
                  <a:ext uri="{FF2B5EF4-FFF2-40B4-BE49-F238E27FC236}">
                    <a16:creationId xmlns:a16="http://schemas.microsoft.com/office/drawing/2014/main" id="{1D9265F6-E042-49C9-ADC8-FD929D857542}"/>
                  </a:ext>
                </a:extLst>
              </p:cNvPr>
              <p:cNvSpPr/>
              <p:nvPr/>
            </p:nvSpPr>
            <p:spPr>
              <a:xfrm>
                <a:off x="757671" y="84583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0" name="流程图: 接点 3079">
                <a:extLst>
                  <a:ext uri="{FF2B5EF4-FFF2-40B4-BE49-F238E27FC236}">
                    <a16:creationId xmlns:a16="http://schemas.microsoft.com/office/drawing/2014/main" id="{3B117FAE-C480-4B5D-B70C-4EDE3B5ACA3B}"/>
                  </a:ext>
                </a:extLst>
              </p:cNvPr>
              <p:cNvSpPr/>
              <p:nvPr/>
            </p:nvSpPr>
            <p:spPr>
              <a:xfrm>
                <a:off x="910125" y="85429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1" name="流程图: 接点 3080">
                <a:extLst>
                  <a:ext uri="{FF2B5EF4-FFF2-40B4-BE49-F238E27FC236}">
                    <a16:creationId xmlns:a16="http://schemas.microsoft.com/office/drawing/2014/main" id="{508198EF-FD28-415C-B62A-5391EBB20A11}"/>
                  </a:ext>
                </a:extLst>
              </p:cNvPr>
              <p:cNvSpPr/>
              <p:nvPr/>
            </p:nvSpPr>
            <p:spPr>
              <a:xfrm>
                <a:off x="856343" y="93371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2" name="流程图: 接点 3081">
                <a:extLst>
                  <a:ext uri="{FF2B5EF4-FFF2-40B4-BE49-F238E27FC236}">
                    <a16:creationId xmlns:a16="http://schemas.microsoft.com/office/drawing/2014/main" id="{5E5C9ED8-AB5B-4E24-8BF7-E7BFBA63A6A6}"/>
                  </a:ext>
                </a:extLst>
              </p:cNvPr>
              <p:cNvSpPr/>
              <p:nvPr/>
            </p:nvSpPr>
            <p:spPr>
              <a:xfrm>
                <a:off x="864020" y="88558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3" name="流程图: 接点 3082">
                <a:extLst>
                  <a:ext uri="{FF2B5EF4-FFF2-40B4-BE49-F238E27FC236}">
                    <a16:creationId xmlns:a16="http://schemas.microsoft.com/office/drawing/2014/main" id="{D19D4DA9-2D71-4E3D-B54D-1C3F42D33CA0}"/>
                  </a:ext>
                </a:extLst>
              </p:cNvPr>
              <p:cNvSpPr/>
              <p:nvPr/>
            </p:nvSpPr>
            <p:spPr>
              <a:xfrm>
                <a:off x="787554" y="90499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4" name="流程图: 接点 3083">
                <a:extLst>
                  <a:ext uri="{FF2B5EF4-FFF2-40B4-BE49-F238E27FC236}">
                    <a16:creationId xmlns:a16="http://schemas.microsoft.com/office/drawing/2014/main" id="{4CB5C5E1-F47E-4E0F-9533-3A9CC3DDCBA4}"/>
                  </a:ext>
                </a:extLst>
              </p:cNvPr>
              <p:cNvSpPr/>
              <p:nvPr/>
            </p:nvSpPr>
            <p:spPr>
              <a:xfrm>
                <a:off x="622524" y="88558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5" name="流程图: 接点 3084">
                <a:extLst>
                  <a:ext uri="{FF2B5EF4-FFF2-40B4-BE49-F238E27FC236}">
                    <a16:creationId xmlns:a16="http://schemas.microsoft.com/office/drawing/2014/main" id="{08FE78A6-534B-48B0-B420-82AD8210192D}"/>
                  </a:ext>
                </a:extLst>
              </p:cNvPr>
              <p:cNvSpPr/>
              <p:nvPr/>
            </p:nvSpPr>
            <p:spPr>
              <a:xfrm>
                <a:off x="483491" y="92151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6" name="流程图: 接点 3085">
                <a:extLst>
                  <a:ext uri="{FF2B5EF4-FFF2-40B4-BE49-F238E27FC236}">
                    <a16:creationId xmlns:a16="http://schemas.microsoft.com/office/drawing/2014/main" id="{C24E7F43-0C42-46CA-AEFE-B929BA736AAC}"/>
                  </a:ext>
                </a:extLst>
              </p:cNvPr>
              <p:cNvSpPr/>
              <p:nvPr/>
            </p:nvSpPr>
            <p:spPr>
              <a:xfrm>
                <a:off x="635944" y="92997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7" name="流程图: 接点 3086">
                <a:extLst>
                  <a:ext uri="{FF2B5EF4-FFF2-40B4-BE49-F238E27FC236}">
                    <a16:creationId xmlns:a16="http://schemas.microsoft.com/office/drawing/2014/main" id="{AA48A156-B9E0-4FBB-A25E-F2F27871A179}"/>
                  </a:ext>
                </a:extLst>
              </p:cNvPr>
              <p:cNvSpPr/>
              <p:nvPr/>
            </p:nvSpPr>
            <p:spPr>
              <a:xfrm>
                <a:off x="582162" y="100939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8" name="流程图: 接点 3087">
                <a:extLst>
                  <a:ext uri="{FF2B5EF4-FFF2-40B4-BE49-F238E27FC236}">
                    <a16:creationId xmlns:a16="http://schemas.microsoft.com/office/drawing/2014/main" id="{57A6C6CD-5DF6-476F-9F20-53345EFBD10E}"/>
                  </a:ext>
                </a:extLst>
              </p:cNvPr>
              <p:cNvSpPr/>
              <p:nvPr/>
            </p:nvSpPr>
            <p:spPr>
              <a:xfrm>
                <a:off x="589839" y="96127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9" name="流程图: 接点 3088">
                <a:extLst>
                  <a:ext uri="{FF2B5EF4-FFF2-40B4-BE49-F238E27FC236}">
                    <a16:creationId xmlns:a16="http://schemas.microsoft.com/office/drawing/2014/main" id="{5B68B230-7B4C-47EA-B18E-C87DB8E27621}"/>
                  </a:ext>
                </a:extLst>
              </p:cNvPr>
              <p:cNvSpPr/>
              <p:nvPr/>
            </p:nvSpPr>
            <p:spPr>
              <a:xfrm>
                <a:off x="513373" y="98068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0" name="流程图: 接点 3089">
                <a:extLst>
                  <a:ext uri="{FF2B5EF4-FFF2-40B4-BE49-F238E27FC236}">
                    <a16:creationId xmlns:a16="http://schemas.microsoft.com/office/drawing/2014/main" id="{001F6C45-47B0-49C7-9AEF-3EBDE7DE383C}"/>
                  </a:ext>
                </a:extLst>
              </p:cNvPr>
              <p:cNvSpPr/>
              <p:nvPr/>
            </p:nvSpPr>
            <p:spPr>
              <a:xfrm>
                <a:off x="717691" y="87532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1" name="流程图: 接点 3090">
                <a:extLst>
                  <a:ext uri="{FF2B5EF4-FFF2-40B4-BE49-F238E27FC236}">
                    <a16:creationId xmlns:a16="http://schemas.microsoft.com/office/drawing/2014/main" id="{7BBE6DC4-6143-4B47-97A1-C622BDD0CB25}"/>
                  </a:ext>
                </a:extLst>
              </p:cNvPr>
              <p:cNvSpPr/>
              <p:nvPr/>
            </p:nvSpPr>
            <p:spPr>
              <a:xfrm>
                <a:off x="648903" y="8466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2" name="流程图: 接点 3091">
                <a:extLst>
                  <a:ext uri="{FF2B5EF4-FFF2-40B4-BE49-F238E27FC236}">
                    <a16:creationId xmlns:a16="http://schemas.microsoft.com/office/drawing/2014/main" id="{AE89592F-B8FF-447C-BEB3-739FEC206DA2}"/>
                  </a:ext>
                </a:extLst>
              </p:cNvPr>
              <p:cNvSpPr/>
              <p:nvPr/>
            </p:nvSpPr>
            <p:spPr>
              <a:xfrm>
                <a:off x="497293" y="87157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3" name="流程图: 接点 3092">
                <a:extLst>
                  <a:ext uri="{FF2B5EF4-FFF2-40B4-BE49-F238E27FC236}">
                    <a16:creationId xmlns:a16="http://schemas.microsoft.com/office/drawing/2014/main" id="{9B146E8B-4010-43E1-923C-149D1B2E1138}"/>
                  </a:ext>
                </a:extLst>
              </p:cNvPr>
              <p:cNvSpPr/>
              <p:nvPr/>
            </p:nvSpPr>
            <p:spPr>
              <a:xfrm>
                <a:off x="443511" y="9510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4" name="流程图: 接点 3093">
                <a:extLst>
                  <a:ext uri="{FF2B5EF4-FFF2-40B4-BE49-F238E27FC236}">
                    <a16:creationId xmlns:a16="http://schemas.microsoft.com/office/drawing/2014/main" id="{940E0327-763D-4209-97D5-845747D26678}"/>
                  </a:ext>
                </a:extLst>
              </p:cNvPr>
              <p:cNvSpPr/>
              <p:nvPr/>
            </p:nvSpPr>
            <p:spPr>
              <a:xfrm>
                <a:off x="451188" y="90287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5" name="流程图: 接点 3094">
                <a:extLst>
                  <a:ext uri="{FF2B5EF4-FFF2-40B4-BE49-F238E27FC236}">
                    <a16:creationId xmlns:a16="http://schemas.microsoft.com/office/drawing/2014/main" id="{162AB2F7-F562-4A5B-9FF1-AF5AE2009B01}"/>
                  </a:ext>
                </a:extLst>
              </p:cNvPr>
              <p:cNvSpPr/>
              <p:nvPr/>
            </p:nvSpPr>
            <p:spPr>
              <a:xfrm>
                <a:off x="482585" y="92565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6" name="流程图: 接点 3095">
                <a:extLst>
                  <a:ext uri="{FF2B5EF4-FFF2-40B4-BE49-F238E27FC236}">
                    <a16:creationId xmlns:a16="http://schemas.microsoft.com/office/drawing/2014/main" id="{DD7E35A4-A141-4D26-8793-5EEE3B4C07DB}"/>
                  </a:ext>
                </a:extLst>
              </p:cNvPr>
              <p:cNvSpPr/>
              <p:nvPr/>
            </p:nvSpPr>
            <p:spPr>
              <a:xfrm>
                <a:off x="490262" y="87752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7" name="流程图: 接点 3096">
                <a:extLst>
                  <a:ext uri="{FF2B5EF4-FFF2-40B4-BE49-F238E27FC236}">
                    <a16:creationId xmlns:a16="http://schemas.microsoft.com/office/drawing/2014/main" id="{0D03FEC9-4D76-462F-8EA6-0C00ECF22565}"/>
                  </a:ext>
                </a:extLst>
              </p:cNvPr>
              <p:cNvSpPr/>
              <p:nvPr/>
            </p:nvSpPr>
            <p:spPr>
              <a:xfrm>
                <a:off x="413796" y="89693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8" name="流程图: 接点 3097">
                <a:extLst>
                  <a:ext uri="{FF2B5EF4-FFF2-40B4-BE49-F238E27FC236}">
                    <a16:creationId xmlns:a16="http://schemas.microsoft.com/office/drawing/2014/main" id="{0E7F0D1F-FCE9-4BEA-B94D-2DA6F23BDF90}"/>
                  </a:ext>
                </a:extLst>
              </p:cNvPr>
              <p:cNvSpPr/>
              <p:nvPr/>
            </p:nvSpPr>
            <p:spPr>
              <a:xfrm>
                <a:off x="563727" y="85632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9" name="流程图: 接点 3098">
                <a:extLst>
                  <a:ext uri="{FF2B5EF4-FFF2-40B4-BE49-F238E27FC236}">
                    <a16:creationId xmlns:a16="http://schemas.microsoft.com/office/drawing/2014/main" id="{311BC2FD-524B-4E5E-B44A-9C6056316AB2}"/>
                  </a:ext>
                </a:extLst>
              </p:cNvPr>
              <p:cNvSpPr/>
              <p:nvPr/>
            </p:nvSpPr>
            <p:spPr>
              <a:xfrm>
                <a:off x="509945" y="93575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00" name="流程图: 接点 3099">
                <a:extLst>
                  <a:ext uri="{FF2B5EF4-FFF2-40B4-BE49-F238E27FC236}">
                    <a16:creationId xmlns:a16="http://schemas.microsoft.com/office/drawing/2014/main" id="{6B1C9A0A-3F29-4D0C-AFF7-B2D833B31106}"/>
                  </a:ext>
                </a:extLst>
              </p:cNvPr>
              <p:cNvSpPr/>
              <p:nvPr/>
            </p:nvSpPr>
            <p:spPr>
              <a:xfrm>
                <a:off x="517622" y="8876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01" name="流程图: 接点 3100">
                <a:extLst>
                  <a:ext uri="{FF2B5EF4-FFF2-40B4-BE49-F238E27FC236}">
                    <a16:creationId xmlns:a16="http://schemas.microsoft.com/office/drawing/2014/main" id="{D8D0821A-7EEA-4D49-97F0-89A5B0380912}"/>
                  </a:ext>
                </a:extLst>
              </p:cNvPr>
              <p:cNvSpPr/>
              <p:nvPr/>
            </p:nvSpPr>
            <p:spPr>
              <a:xfrm>
                <a:off x="701918" y="100567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02" name="流程图: 接点 3101">
                <a:extLst>
                  <a:ext uri="{FF2B5EF4-FFF2-40B4-BE49-F238E27FC236}">
                    <a16:creationId xmlns:a16="http://schemas.microsoft.com/office/drawing/2014/main" id="{2462B035-B0BF-4D0C-BAF3-7490989C7C41}"/>
                  </a:ext>
                </a:extLst>
              </p:cNvPr>
              <p:cNvSpPr/>
              <p:nvPr/>
            </p:nvSpPr>
            <p:spPr>
              <a:xfrm>
                <a:off x="709595" y="95754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03" name="流程图: 接点 3102">
                <a:extLst>
                  <a:ext uri="{FF2B5EF4-FFF2-40B4-BE49-F238E27FC236}">
                    <a16:creationId xmlns:a16="http://schemas.microsoft.com/office/drawing/2014/main" id="{F7CC893E-E9D2-437C-868D-78A564D3A5A8}"/>
                  </a:ext>
                </a:extLst>
              </p:cNvPr>
              <p:cNvSpPr/>
              <p:nvPr/>
            </p:nvSpPr>
            <p:spPr>
              <a:xfrm>
                <a:off x="698554" y="96495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04" name="流程图: 接点 3103">
                <a:extLst>
                  <a:ext uri="{FF2B5EF4-FFF2-40B4-BE49-F238E27FC236}">
                    <a16:creationId xmlns:a16="http://schemas.microsoft.com/office/drawing/2014/main" id="{C9233CD5-B617-4334-AEF6-7D3C3ED19D13}"/>
                  </a:ext>
                </a:extLst>
              </p:cNvPr>
              <p:cNvSpPr/>
              <p:nvPr/>
            </p:nvSpPr>
            <p:spPr>
              <a:xfrm>
                <a:off x="629765" y="93623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05" name="流程图: 接点 3104">
                <a:extLst>
                  <a:ext uri="{FF2B5EF4-FFF2-40B4-BE49-F238E27FC236}">
                    <a16:creationId xmlns:a16="http://schemas.microsoft.com/office/drawing/2014/main" id="{77C4FDF1-78C6-4229-BE5D-2CE7B37655B1}"/>
                  </a:ext>
                </a:extLst>
              </p:cNvPr>
              <p:cNvSpPr/>
              <p:nvPr/>
            </p:nvSpPr>
            <p:spPr>
              <a:xfrm>
                <a:off x="632514" y="93196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06" name="流程图: 接点 3105">
                <a:extLst>
                  <a:ext uri="{FF2B5EF4-FFF2-40B4-BE49-F238E27FC236}">
                    <a16:creationId xmlns:a16="http://schemas.microsoft.com/office/drawing/2014/main" id="{94B6D685-4994-4515-9B62-4D543D71F216}"/>
                  </a:ext>
                </a:extLst>
              </p:cNvPr>
              <p:cNvSpPr/>
              <p:nvPr/>
            </p:nvSpPr>
            <p:spPr>
              <a:xfrm>
                <a:off x="632514" y="98008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07" name="流程图: 接点 3106">
                <a:extLst>
                  <a:ext uri="{FF2B5EF4-FFF2-40B4-BE49-F238E27FC236}">
                    <a16:creationId xmlns:a16="http://schemas.microsoft.com/office/drawing/2014/main" id="{4ABDAA4F-D8DB-4B7A-928B-76A0A4D6A5EB}"/>
                  </a:ext>
                </a:extLst>
              </p:cNvPr>
              <p:cNvSpPr/>
              <p:nvPr/>
            </p:nvSpPr>
            <p:spPr>
              <a:xfrm>
                <a:off x="655719" y="93274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08" name="流程图: 接点 3107">
                <a:extLst>
                  <a:ext uri="{FF2B5EF4-FFF2-40B4-BE49-F238E27FC236}">
                    <a16:creationId xmlns:a16="http://schemas.microsoft.com/office/drawing/2014/main" id="{04B4E8E2-6922-43F7-8400-724CAC064D56}"/>
                  </a:ext>
                </a:extLst>
              </p:cNvPr>
              <p:cNvSpPr/>
              <p:nvPr/>
            </p:nvSpPr>
            <p:spPr>
              <a:xfrm>
                <a:off x="738611" y="99613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09" name="流程图: 接点 3108">
                <a:extLst>
                  <a:ext uri="{FF2B5EF4-FFF2-40B4-BE49-F238E27FC236}">
                    <a16:creationId xmlns:a16="http://schemas.microsoft.com/office/drawing/2014/main" id="{488BE832-DE46-4957-9D99-344F32E02625}"/>
                  </a:ext>
                </a:extLst>
              </p:cNvPr>
              <p:cNvSpPr/>
              <p:nvPr/>
            </p:nvSpPr>
            <p:spPr>
              <a:xfrm>
                <a:off x="670510" y="100558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0" name="流程图: 接点 3109">
                <a:extLst>
                  <a:ext uri="{FF2B5EF4-FFF2-40B4-BE49-F238E27FC236}">
                    <a16:creationId xmlns:a16="http://schemas.microsoft.com/office/drawing/2014/main" id="{1E6C340D-D52E-4E97-A9BB-83A8B4CCE76B}"/>
                  </a:ext>
                </a:extLst>
              </p:cNvPr>
              <p:cNvSpPr/>
              <p:nvPr/>
            </p:nvSpPr>
            <p:spPr>
              <a:xfrm>
                <a:off x="640191" y="93196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1" name="流程图: 接点 3110">
                <a:extLst>
                  <a:ext uri="{FF2B5EF4-FFF2-40B4-BE49-F238E27FC236}">
                    <a16:creationId xmlns:a16="http://schemas.microsoft.com/office/drawing/2014/main" id="{87CE1933-EF83-490F-BF56-E054EB133B02}"/>
                  </a:ext>
                </a:extLst>
              </p:cNvPr>
              <p:cNvSpPr/>
              <p:nvPr/>
            </p:nvSpPr>
            <p:spPr>
              <a:xfrm>
                <a:off x="746288" y="94800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2" name="流程图: 接点 3111">
                <a:extLst>
                  <a:ext uri="{FF2B5EF4-FFF2-40B4-BE49-F238E27FC236}">
                    <a16:creationId xmlns:a16="http://schemas.microsoft.com/office/drawing/2014/main" id="{42D27D46-32FE-425B-AE4F-F34F52BFD6CB}"/>
                  </a:ext>
                </a:extLst>
              </p:cNvPr>
              <p:cNvSpPr/>
              <p:nvPr/>
            </p:nvSpPr>
            <p:spPr>
              <a:xfrm>
                <a:off x="678187" y="95745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3" name="流程图: 接点 3112">
                <a:extLst>
                  <a:ext uri="{FF2B5EF4-FFF2-40B4-BE49-F238E27FC236}">
                    <a16:creationId xmlns:a16="http://schemas.microsoft.com/office/drawing/2014/main" id="{811AAB33-CE7F-4395-ABD0-A6ED962F9744}"/>
                  </a:ext>
                </a:extLst>
              </p:cNvPr>
              <p:cNvSpPr/>
              <p:nvPr/>
            </p:nvSpPr>
            <p:spPr>
              <a:xfrm>
                <a:off x="624405" y="103688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4" name="流程图: 接点 3113">
                <a:extLst>
                  <a:ext uri="{FF2B5EF4-FFF2-40B4-BE49-F238E27FC236}">
                    <a16:creationId xmlns:a16="http://schemas.microsoft.com/office/drawing/2014/main" id="{3436D7C5-DC55-4AE8-8C87-CD13F7C09E1B}"/>
                  </a:ext>
                </a:extLst>
              </p:cNvPr>
              <p:cNvSpPr/>
              <p:nvPr/>
            </p:nvSpPr>
            <p:spPr>
              <a:xfrm>
                <a:off x="776858" y="104533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5" name="流程图: 接点 3114">
                <a:extLst>
                  <a:ext uri="{FF2B5EF4-FFF2-40B4-BE49-F238E27FC236}">
                    <a16:creationId xmlns:a16="http://schemas.microsoft.com/office/drawing/2014/main" id="{097A77A7-FFC8-49B5-A9E5-C10F34436FB8}"/>
                  </a:ext>
                </a:extLst>
              </p:cNvPr>
              <p:cNvSpPr/>
              <p:nvPr/>
            </p:nvSpPr>
            <p:spPr>
              <a:xfrm>
                <a:off x="723076" y="112476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6" name="流程图: 接点 3115">
                <a:extLst>
                  <a:ext uri="{FF2B5EF4-FFF2-40B4-BE49-F238E27FC236}">
                    <a16:creationId xmlns:a16="http://schemas.microsoft.com/office/drawing/2014/main" id="{B8220ACC-BA06-41E3-A88D-A45C8A65F6B2}"/>
                  </a:ext>
                </a:extLst>
              </p:cNvPr>
              <p:cNvSpPr/>
              <p:nvPr/>
            </p:nvSpPr>
            <p:spPr>
              <a:xfrm>
                <a:off x="784535" y="99720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7" name="流程图: 接点 3116">
                <a:extLst>
                  <a:ext uri="{FF2B5EF4-FFF2-40B4-BE49-F238E27FC236}">
                    <a16:creationId xmlns:a16="http://schemas.microsoft.com/office/drawing/2014/main" id="{2EAAD8AE-AE44-44A4-BDD7-9C6C14898E32}"/>
                  </a:ext>
                </a:extLst>
              </p:cNvPr>
              <p:cNvSpPr/>
              <p:nvPr/>
            </p:nvSpPr>
            <p:spPr>
              <a:xfrm>
                <a:off x="730753" y="107663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8" name="流程图: 接点 3117">
                <a:extLst>
                  <a:ext uri="{FF2B5EF4-FFF2-40B4-BE49-F238E27FC236}">
                    <a16:creationId xmlns:a16="http://schemas.microsoft.com/office/drawing/2014/main" id="{B9B5A43A-207E-413E-815B-21985FBBB497}"/>
                  </a:ext>
                </a:extLst>
              </p:cNvPr>
              <p:cNvSpPr/>
              <p:nvPr/>
            </p:nvSpPr>
            <p:spPr>
              <a:xfrm>
                <a:off x="654287" y="109604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9" name="流程图: 接点 3118">
                <a:extLst>
                  <a:ext uri="{FF2B5EF4-FFF2-40B4-BE49-F238E27FC236}">
                    <a16:creationId xmlns:a16="http://schemas.microsoft.com/office/drawing/2014/main" id="{D08F667E-D5E5-4C49-8462-99B4FEDF5170}"/>
                  </a:ext>
                </a:extLst>
              </p:cNvPr>
              <p:cNvSpPr/>
              <p:nvPr/>
            </p:nvSpPr>
            <p:spPr>
              <a:xfrm>
                <a:off x="705369" y="90210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0" name="流程图: 接点 3119">
                <a:extLst>
                  <a:ext uri="{FF2B5EF4-FFF2-40B4-BE49-F238E27FC236}">
                    <a16:creationId xmlns:a16="http://schemas.microsoft.com/office/drawing/2014/main" id="{0F8CA7C2-FD4A-429A-8B1A-F4024FE151E6}"/>
                  </a:ext>
                </a:extLst>
              </p:cNvPr>
              <p:cNvSpPr/>
              <p:nvPr/>
            </p:nvSpPr>
            <p:spPr>
              <a:xfrm>
                <a:off x="713046" y="85398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1" name="流程图: 接点 3120">
                <a:extLst>
                  <a:ext uri="{FF2B5EF4-FFF2-40B4-BE49-F238E27FC236}">
                    <a16:creationId xmlns:a16="http://schemas.microsoft.com/office/drawing/2014/main" id="{CF57F7A5-EF9F-4236-8319-284C66D8D46C}"/>
                  </a:ext>
                </a:extLst>
              </p:cNvPr>
              <p:cNvSpPr/>
              <p:nvPr/>
            </p:nvSpPr>
            <p:spPr>
              <a:xfrm>
                <a:off x="636580" y="87339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2" name="流程图: 接点 3121">
                <a:extLst>
                  <a:ext uri="{FF2B5EF4-FFF2-40B4-BE49-F238E27FC236}">
                    <a16:creationId xmlns:a16="http://schemas.microsoft.com/office/drawing/2014/main" id="{078D0F80-EE20-4F18-B37F-64768EBA3469}"/>
                  </a:ext>
                </a:extLst>
              </p:cNvPr>
              <p:cNvSpPr/>
              <p:nvPr/>
            </p:nvSpPr>
            <p:spPr>
              <a:xfrm>
                <a:off x="578762" y="106551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3" name="流程图: 接点 3122">
                <a:extLst>
                  <a:ext uri="{FF2B5EF4-FFF2-40B4-BE49-F238E27FC236}">
                    <a16:creationId xmlns:a16="http://schemas.microsoft.com/office/drawing/2014/main" id="{590A915E-7E5D-49C4-958E-F3CE447A4837}"/>
                  </a:ext>
                </a:extLst>
              </p:cNvPr>
              <p:cNvSpPr/>
              <p:nvPr/>
            </p:nvSpPr>
            <p:spPr>
              <a:xfrm>
                <a:off x="844991" y="104188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4" name="流程图: 接点 3123">
                <a:extLst>
                  <a:ext uri="{FF2B5EF4-FFF2-40B4-BE49-F238E27FC236}">
                    <a16:creationId xmlns:a16="http://schemas.microsoft.com/office/drawing/2014/main" id="{709A9FF3-978D-45CF-8767-DFBD40B26562}"/>
                  </a:ext>
                </a:extLst>
              </p:cNvPr>
              <p:cNvSpPr/>
              <p:nvPr/>
            </p:nvSpPr>
            <p:spPr>
              <a:xfrm>
                <a:off x="1007620" y="102235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5" name="流程图: 接点 3124">
                <a:extLst>
                  <a:ext uri="{FF2B5EF4-FFF2-40B4-BE49-F238E27FC236}">
                    <a16:creationId xmlns:a16="http://schemas.microsoft.com/office/drawing/2014/main" id="{A2889500-4EBC-4E47-B73C-B594EA9E3B44}"/>
                  </a:ext>
                </a:extLst>
              </p:cNvPr>
              <p:cNvSpPr/>
              <p:nvPr/>
            </p:nvSpPr>
            <p:spPr>
              <a:xfrm>
                <a:off x="939518" y="103181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6" name="流程图: 接点 3125">
                <a:extLst>
                  <a:ext uri="{FF2B5EF4-FFF2-40B4-BE49-F238E27FC236}">
                    <a16:creationId xmlns:a16="http://schemas.microsoft.com/office/drawing/2014/main" id="{9BF06707-BE2C-48C3-8393-FDD459005CB7}"/>
                  </a:ext>
                </a:extLst>
              </p:cNvPr>
              <p:cNvSpPr/>
              <p:nvPr/>
            </p:nvSpPr>
            <p:spPr>
              <a:xfrm>
                <a:off x="893413" y="106310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7" name="流程图: 接点 3126">
                <a:extLst>
                  <a:ext uri="{FF2B5EF4-FFF2-40B4-BE49-F238E27FC236}">
                    <a16:creationId xmlns:a16="http://schemas.microsoft.com/office/drawing/2014/main" id="{93C3F4D7-FF3F-4C53-A37F-4E0CD1730B22}"/>
                  </a:ext>
                </a:extLst>
              </p:cNvPr>
              <p:cNvSpPr/>
              <p:nvPr/>
            </p:nvSpPr>
            <p:spPr>
              <a:xfrm>
                <a:off x="1045867" y="107156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8" name="流程图: 接点 3127">
                <a:extLst>
                  <a:ext uri="{FF2B5EF4-FFF2-40B4-BE49-F238E27FC236}">
                    <a16:creationId xmlns:a16="http://schemas.microsoft.com/office/drawing/2014/main" id="{68D13783-4272-4C72-A87C-7A6E460B5352}"/>
                  </a:ext>
                </a:extLst>
              </p:cNvPr>
              <p:cNvSpPr/>
              <p:nvPr/>
            </p:nvSpPr>
            <p:spPr>
              <a:xfrm>
                <a:off x="992085" y="115098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9" name="流程图: 接点 3128">
                <a:extLst>
                  <a:ext uri="{FF2B5EF4-FFF2-40B4-BE49-F238E27FC236}">
                    <a16:creationId xmlns:a16="http://schemas.microsoft.com/office/drawing/2014/main" id="{CF4C1343-9AC0-46E9-84D0-EF2FDDB9CC6A}"/>
                  </a:ext>
                </a:extLst>
              </p:cNvPr>
              <p:cNvSpPr/>
              <p:nvPr/>
            </p:nvSpPr>
            <p:spPr>
              <a:xfrm>
                <a:off x="1053544" y="102343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0" name="流程图: 接点 3129">
                <a:extLst>
                  <a:ext uri="{FF2B5EF4-FFF2-40B4-BE49-F238E27FC236}">
                    <a16:creationId xmlns:a16="http://schemas.microsoft.com/office/drawing/2014/main" id="{59D6BC14-0DEB-42BF-B38E-D44674D4A1E8}"/>
                  </a:ext>
                </a:extLst>
              </p:cNvPr>
              <p:cNvSpPr/>
              <p:nvPr/>
            </p:nvSpPr>
            <p:spPr>
              <a:xfrm>
                <a:off x="999762" y="110286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1" name="流程图: 接点 3130">
                <a:extLst>
                  <a:ext uri="{FF2B5EF4-FFF2-40B4-BE49-F238E27FC236}">
                    <a16:creationId xmlns:a16="http://schemas.microsoft.com/office/drawing/2014/main" id="{727D8FA4-3733-49E9-ABBF-4DA753AD5628}"/>
                  </a:ext>
                </a:extLst>
              </p:cNvPr>
              <p:cNvSpPr/>
              <p:nvPr/>
            </p:nvSpPr>
            <p:spPr>
              <a:xfrm>
                <a:off x="923296" y="112227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2" name="流程图: 接点 3131">
                <a:extLst>
                  <a:ext uri="{FF2B5EF4-FFF2-40B4-BE49-F238E27FC236}">
                    <a16:creationId xmlns:a16="http://schemas.microsoft.com/office/drawing/2014/main" id="{994108C5-2A19-4D7E-9F2D-02F27E4DE050}"/>
                  </a:ext>
                </a:extLst>
              </p:cNvPr>
              <p:cNvSpPr/>
              <p:nvPr/>
            </p:nvSpPr>
            <p:spPr>
              <a:xfrm>
                <a:off x="758266" y="110286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3" name="流程图: 接点 3132">
                <a:extLst>
                  <a:ext uri="{FF2B5EF4-FFF2-40B4-BE49-F238E27FC236}">
                    <a16:creationId xmlns:a16="http://schemas.microsoft.com/office/drawing/2014/main" id="{76FAB96E-F2D6-41A2-A6C8-E218F879055A}"/>
                  </a:ext>
                </a:extLst>
              </p:cNvPr>
              <p:cNvSpPr/>
              <p:nvPr/>
            </p:nvSpPr>
            <p:spPr>
              <a:xfrm>
                <a:off x="619233" y="113879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4" name="流程图: 接点 3133">
                <a:extLst>
                  <a:ext uri="{FF2B5EF4-FFF2-40B4-BE49-F238E27FC236}">
                    <a16:creationId xmlns:a16="http://schemas.microsoft.com/office/drawing/2014/main" id="{10E2D546-D918-4312-8403-8D9975ED4A59}"/>
                  </a:ext>
                </a:extLst>
              </p:cNvPr>
              <p:cNvSpPr/>
              <p:nvPr/>
            </p:nvSpPr>
            <p:spPr>
              <a:xfrm>
                <a:off x="771686" y="114724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5" name="流程图: 接点 3134">
                <a:extLst>
                  <a:ext uri="{FF2B5EF4-FFF2-40B4-BE49-F238E27FC236}">
                    <a16:creationId xmlns:a16="http://schemas.microsoft.com/office/drawing/2014/main" id="{7F3D1608-ACF1-4FD6-8A15-6D42EF5585DE}"/>
                  </a:ext>
                </a:extLst>
              </p:cNvPr>
              <p:cNvSpPr/>
              <p:nvPr/>
            </p:nvSpPr>
            <p:spPr>
              <a:xfrm>
                <a:off x="717904" y="122667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6" name="流程图: 接点 3135">
                <a:extLst>
                  <a:ext uri="{FF2B5EF4-FFF2-40B4-BE49-F238E27FC236}">
                    <a16:creationId xmlns:a16="http://schemas.microsoft.com/office/drawing/2014/main" id="{1365FF34-33F1-4D9D-BA40-731BDDDA02AD}"/>
                  </a:ext>
                </a:extLst>
              </p:cNvPr>
              <p:cNvSpPr/>
              <p:nvPr/>
            </p:nvSpPr>
            <p:spPr>
              <a:xfrm>
                <a:off x="725581" y="117854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7" name="流程图: 接点 3136">
                <a:extLst>
                  <a:ext uri="{FF2B5EF4-FFF2-40B4-BE49-F238E27FC236}">
                    <a16:creationId xmlns:a16="http://schemas.microsoft.com/office/drawing/2014/main" id="{608DB3EE-6399-4D38-BA72-6A76934C8AA3}"/>
                  </a:ext>
                </a:extLst>
              </p:cNvPr>
              <p:cNvSpPr/>
              <p:nvPr/>
            </p:nvSpPr>
            <p:spPr>
              <a:xfrm>
                <a:off x="649115" y="119795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8" name="流程图: 接点 3137">
                <a:extLst>
                  <a:ext uri="{FF2B5EF4-FFF2-40B4-BE49-F238E27FC236}">
                    <a16:creationId xmlns:a16="http://schemas.microsoft.com/office/drawing/2014/main" id="{E7358427-472E-4F22-BA93-DAE3BA5716AE}"/>
                  </a:ext>
                </a:extLst>
              </p:cNvPr>
              <p:cNvSpPr/>
              <p:nvPr/>
            </p:nvSpPr>
            <p:spPr>
              <a:xfrm>
                <a:off x="853433" y="109259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9" name="流程图: 接点 3138">
                <a:extLst>
                  <a:ext uri="{FF2B5EF4-FFF2-40B4-BE49-F238E27FC236}">
                    <a16:creationId xmlns:a16="http://schemas.microsoft.com/office/drawing/2014/main" id="{DB18A6CC-6867-4EEE-BD3E-76A622DAFDD1}"/>
                  </a:ext>
                </a:extLst>
              </p:cNvPr>
              <p:cNvSpPr/>
              <p:nvPr/>
            </p:nvSpPr>
            <p:spPr>
              <a:xfrm>
                <a:off x="861111" y="104446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0" name="流程图: 接点 3139">
                <a:extLst>
                  <a:ext uri="{FF2B5EF4-FFF2-40B4-BE49-F238E27FC236}">
                    <a16:creationId xmlns:a16="http://schemas.microsoft.com/office/drawing/2014/main" id="{84AE79AC-7789-46A1-A534-32E2F813185A}"/>
                  </a:ext>
                </a:extLst>
              </p:cNvPr>
              <p:cNvSpPr/>
              <p:nvPr/>
            </p:nvSpPr>
            <p:spPr>
              <a:xfrm>
                <a:off x="784645" y="106387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1" name="流程图: 接点 3140">
                <a:extLst>
                  <a:ext uri="{FF2B5EF4-FFF2-40B4-BE49-F238E27FC236}">
                    <a16:creationId xmlns:a16="http://schemas.microsoft.com/office/drawing/2014/main" id="{2C3ADF4F-EF27-4FA0-9613-4723EB57D7D4}"/>
                  </a:ext>
                </a:extLst>
              </p:cNvPr>
              <p:cNvSpPr/>
              <p:nvPr/>
            </p:nvSpPr>
            <p:spPr>
              <a:xfrm>
                <a:off x="619615" y="104446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2" name="流程图: 接点 3141">
                <a:extLst>
                  <a:ext uri="{FF2B5EF4-FFF2-40B4-BE49-F238E27FC236}">
                    <a16:creationId xmlns:a16="http://schemas.microsoft.com/office/drawing/2014/main" id="{BDF1E31D-3119-41AB-B8FD-59AA3E82DA4F}"/>
                  </a:ext>
                </a:extLst>
              </p:cNvPr>
              <p:cNvSpPr/>
              <p:nvPr/>
            </p:nvSpPr>
            <p:spPr>
              <a:xfrm>
                <a:off x="633035" y="108885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3" name="流程图: 接点 3142">
                <a:extLst>
                  <a:ext uri="{FF2B5EF4-FFF2-40B4-BE49-F238E27FC236}">
                    <a16:creationId xmlns:a16="http://schemas.microsoft.com/office/drawing/2014/main" id="{07182536-8269-452D-91D4-7C11C786271B}"/>
                  </a:ext>
                </a:extLst>
              </p:cNvPr>
              <p:cNvSpPr/>
              <p:nvPr/>
            </p:nvSpPr>
            <p:spPr>
              <a:xfrm>
                <a:off x="579253" y="116827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4" name="流程图: 接点 3143">
                <a:extLst>
                  <a:ext uri="{FF2B5EF4-FFF2-40B4-BE49-F238E27FC236}">
                    <a16:creationId xmlns:a16="http://schemas.microsoft.com/office/drawing/2014/main" id="{71B18A9F-CA19-4337-ABE5-040195A4D5D7}"/>
                  </a:ext>
                </a:extLst>
              </p:cNvPr>
              <p:cNvSpPr/>
              <p:nvPr/>
            </p:nvSpPr>
            <p:spPr>
              <a:xfrm>
                <a:off x="586930" y="112014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5" name="流程图: 接点 3144">
                <a:extLst>
                  <a:ext uri="{FF2B5EF4-FFF2-40B4-BE49-F238E27FC236}">
                    <a16:creationId xmlns:a16="http://schemas.microsoft.com/office/drawing/2014/main" id="{DCA6660D-40AB-481F-8F91-3BBF545D019D}"/>
                  </a:ext>
                </a:extLst>
              </p:cNvPr>
              <p:cNvSpPr/>
              <p:nvPr/>
            </p:nvSpPr>
            <p:spPr>
              <a:xfrm>
                <a:off x="618327" y="114292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6" name="流程图: 接点 3145">
                <a:extLst>
                  <a:ext uri="{FF2B5EF4-FFF2-40B4-BE49-F238E27FC236}">
                    <a16:creationId xmlns:a16="http://schemas.microsoft.com/office/drawing/2014/main" id="{E2F0AC69-745E-4104-868E-EB5CEF46D9C1}"/>
                  </a:ext>
                </a:extLst>
              </p:cNvPr>
              <p:cNvSpPr/>
              <p:nvPr/>
            </p:nvSpPr>
            <p:spPr>
              <a:xfrm>
                <a:off x="626004" y="109479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7" name="流程图: 接点 3146">
                <a:extLst>
                  <a:ext uri="{FF2B5EF4-FFF2-40B4-BE49-F238E27FC236}">
                    <a16:creationId xmlns:a16="http://schemas.microsoft.com/office/drawing/2014/main" id="{5B6E6066-2A2F-4248-86F2-6B523BF08CFB}"/>
                  </a:ext>
                </a:extLst>
              </p:cNvPr>
              <p:cNvSpPr/>
              <p:nvPr/>
            </p:nvSpPr>
            <p:spPr>
              <a:xfrm>
                <a:off x="661222" y="102439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8" name="流程图: 接点 3147">
                <a:extLst>
                  <a:ext uri="{FF2B5EF4-FFF2-40B4-BE49-F238E27FC236}">
                    <a16:creationId xmlns:a16="http://schemas.microsoft.com/office/drawing/2014/main" id="{49CCEE93-7FAD-42E1-8189-F004DF168A75}"/>
                  </a:ext>
                </a:extLst>
              </p:cNvPr>
              <p:cNvSpPr/>
              <p:nvPr/>
            </p:nvSpPr>
            <p:spPr>
              <a:xfrm>
                <a:off x="593121" y="103384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9" name="流程图: 接点 3148">
                <a:extLst>
                  <a:ext uri="{FF2B5EF4-FFF2-40B4-BE49-F238E27FC236}">
                    <a16:creationId xmlns:a16="http://schemas.microsoft.com/office/drawing/2014/main" id="{3553E958-1179-4EE8-ADE5-F512E4079EAA}"/>
                  </a:ext>
                </a:extLst>
              </p:cNvPr>
              <p:cNvSpPr/>
              <p:nvPr/>
            </p:nvSpPr>
            <p:spPr>
              <a:xfrm>
                <a:off x="699469" y="10735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0" name="流程图: 接点 3149">
                <a:extLst>
                  <a:ext uri="{FF2B5EF4-FFF2-40B4-BE49-F238E27FC236}">
                    <a16:creationId xmlns:a16="http://schemas.microsoft.com/office/drawing/2014/main" id="{3E717B8D-3A4E-4923-B95D-0E9DB1E1A937}"/>
                  </a:ext>
                </a:extLst>
              </p:cNvPr>
              <p:cNvSpPr/>
              <p:nvPr/>
            </p:nvSpPr>
            <p:spPr>
              <a:xfrm>
                <a:off x="645687" y="11530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1" name="流程图: 接点 3150">
                <a:extLst>
                  <a:ext uri="{FF2B5EF4-FFF2-40B4-BE49-F238E27FC236}">
                    <a16:creationId xmlns:a16="http://schemas.microsoft.com/office/drawing/2014/main" id="{DC066FD6-96C7-4B10-9C90-7A3E148672D0}"/>
                  </a:ext>
                </a:extLst>
              </p:cNvPr>
              <p:cNvSpPr/>
              <p:nvPr/>
            </p:nvSpPr>
            <p:spPr>
              <a:xfrm>
                <a:off x="707146" y="102546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2" name="流程图: 接点 3151">
                <a:extLst>
                  <a:ext uri="{FF2B5EF4-FFF2-40B4-BE49-F238E27FC236}">
                    <a16:creationId xmlns:a16="http://schemas.microsoft.com/office/drawing/2014/main" id="{15E9CCA2-A81D-442A-8736-8F8BB7322FDA}"/>
                  </a:ext>
                </a:extLst>
              </p:cNvPr>
              <p:cNvSpPr/>
              <p:nvPr/>
            </p:nvSpPr>
            <p:spPr>
              <a:xfrm>
                <a:off x="653364" y="110489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3" name="流程图: 接点 3152">
                <a:extLst>
                  <a:ext uri="{FF2B5EF4-FFF2-40B4-BE49-F238E27FC236}">
                    <a16:creationId xmlns:a16="http://schemas.microsoft.com/office/drawing/2014/main" id="{BD422A94-DA65-48E7-99BF-1A84DFE6E84E}"/>
                  </a:ext>
                </a:extLst>
              </p:cNvPr>
              <p:cNvSpPr/>
              <p:nvPr/>
            </p:nvSpPr>
            <p:spPr>
              <a:xfrm>
                <a:off x="837660" y="122294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4" name="流程图: 接点 3153">
                <a:extLst>
                  <a:ext uri="{FF2B5EF4-FFF2-40B4-BE49-F238E27FC236}">
                    <a16:creationId xmlns:a16="http://schemas.microsoft.com/office/drawing/2014/main" id="{8312FE2E-B195-4C72-98FE-DA54EBE5BD87}"/>
                  </a:ext>
                </a:extLst>
              </p:cNvPr>
              <p:cNvSpPr/>
              <p:nvPr/>
            </p:nvSpPr>
            <p:spPr>
              <a:xfrm>
                <a:off x="845337" y="117482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5" name="流程图: 接点 3154">
                <a:extLst>
                  <a:ext uri="{FF2B5EF4-FFF2-40B4-BE49-F238E27FC236}">
                    <a16:creationId xmlns:a16="http://schemas.microsoft.com/office/drawing/2014/main" id="{87E00BA9-4A8D-49CA-9CBB-CAA7BA636537}"/>
                  </a:ext>
                </a:extLst>
              </p:cNvPr>
              <p:cNvSpPr/>
              <p:nvPr/>
            </p:nvSpPr>
            <p:spPr>
              <a:xfrm>
                <a:off x="834296" y="11822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6" name="流程图: 接点 3155">
                <a:extLst>
                  <a:ext uri="{FF2B5EF4-FFF2-40B4-BE49-F238E27FC236}">
                    <a16:creationId xmlns:a16="http://schemas.microsoft.com/office/drawing/2014/main" id="{9049F55B-33E2-405C-8EA6-91483C67B71C}"/>
                  </a:ext>
                </a:extLst>
              </p:cNvPr>
              <p:cNvSpPr/>
              <p:nvPr/>
            </p:nvSpPr>
            <p:spPr>
              <a:xfrm>
                <a:off x="765507" y="115350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7" name="流程图: 接点 3156">
                <a:extLst>
                  <a:ext uri="{FF2B5EF4-FFF2-40B4-BE49-F238E27FC236}">
                    <a16:creationId xmlns:a16="http://schemas.microsoft.com/office/drawing/2014/main" id="{5A607B77-574C-4247-93EB-255DB2A00C66}"/>
                  </a:ext>
                </a:extLst>
              </p:cNvPr>
              <p:cNvSpPr/>
              <p:nvPr/>
            </p:nvSpPr>
            <p:spPr>
              <a:xfrm>
                <a:off x="768256" y="114923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8" name="流程图: 接点 3157">
                <a:extLst>
                  <a:ext uri="{FF2B5EF4-FFF2-40B4-BE49-F238E27FC236}">
                    <a16:creationId xmlns:a16="http://schemas.microsoft.com/office/drawing/2014/main" id="{72722BD3-7A4D-4376-B6E4-81CDDC7DA2BC}"/>
                  </a:ext>
                </a:extLst>
              </p:cNvPr>
              <p:cNvSpPr/>
              <p:nvPr/>
            </p:nvSpPr>
            <p:spPr>
              <a:xfrm>
                <a:off x="768256" y="119736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9" name="流程图: 接点 3158">
                <a:extLst>
                  <a:ext uri="{FF2B5EF4-FFF2-40B4-BE49-F238E27FC236}">
                    <a16:creationId xmlns:a16="http://schemas.microsoft.com/office/drawing/2014/main" id="{F6DC84D4-4D4B-497A-8426-524D27A90D7E}"/>
                  </a:ext>
                </a:extLst>
              </p:cNvPr>
              <p:cNvSpPr/>
              <p:nvPr/>
            </p:nvSpPr>
            <p:spPr>
              <a:xfrm>
                <a:off x="791461" y="115001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0" name="流程图: 接点 3159">
                <a:extLst>
                  <a:ext uri="{FF2B5EF4-FFF2-40B4-BE49-F238E27FC236}">
                    <a16:creationId xmlns:a16="http://schemas.microsoft.com/office/drawing/2014/main" id="{F8E742A0-24E7-40AC-8C6E-0257ED0D302C}"/>
                  </a:ext>
                </a:extLst>
              </p:cNvPr>
              <p:cNvSpPr/>
              <p:nvPr/>
            </p:nvSpPr>
            <p:spPr>
              <a:xfrm>
                <a:off x="874353" y="121340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1" name="流程图: 接点 3160">
                <a:extLst>
                  <a:ext uri="{FF2B5EF4-FFF2-40B4-BE49-F238E27FC236}">
                    <a16:creationId xmlns:a16="http://schemas.microsoft.com/office/drawing/2014/main" id="{554C5D93-CBEA-4FFC-AEC1-2C68C6D9588B}"/>
                  </a:ext>
                </a:extLst>
              </p:cNvPr>
              <p:cNvSpPr/>
              <p:nvPr/>
            </p:nvSpPr>
            <p:spPr>
              <a:xfrm>
                <a:off x="806252" y="122285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2" name="流程图: 接点 3161">
                <a:extLst>
                  <a:ext uri="{FF2B5EF4-FFF2-40B4-BE49-F238E27FC236}">
                    <a16:creationId xmlns:a16="http://schemas.microsoft.com/office/drawing/2014/main" id="{ED12C132-63CE-4DDD-A164-C94E4F264405}"/>
                  </a:ext>
                </a:extLst>
              </p:cNvPr>
              <p:cNvSpPr/>
              <p:nvPr/>
            </p:nvSpPr>
            <p:spPr>
              <a:xfrm>
                <a:off x="775933" y="114923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3" name="流程图: 接点 3162">
                <a:extLst>
                  <a:ext uri="{FF2B5EF4-FFF2-40B4-BE49-F238E27FC236}">
                    <a16:creationId xmlns:a16="http://schemas.microsoft.com/office/drawing/2014/main" id="{E1112E30-4E9B-4241-A095-32E14B53576D}"/>
                  </a:ext>
                </a:extLst>
              </p:cNvPr>
              <p:cNvSpPr/>
              <p:nvPr/>
            </p:nvSpPr>
            <p:spPr>
              <a:xfrm>
                <a:off x="882030" y="116527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4" name="流程图: 接点 3163">
                <a:extLst>
                  <a:ext uri="{FF2B5EF4-FFF2-40B4-BE49-F238E27FC236}">
                    <a16:creationId xmlns:a16="http://schemas.microsoft.com/office/drawing/2014/main" id="{A6767FA0-3799-4829-BAEA-4F0EAF32A5BE}"/>
                  </a:ext>
                </a:extLst>
              </p:cNvPr>
              <p:cNvSpPr/>
              <p:nvPr/>
            </p:nvSpPr>
            <p:spPr>
              <a:xfrm>
                <a:off x="813929" y="117472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5" name="流程图: 接点 3164">
                <a:extLst>
                  <a:ext uri="{FF2B5EF4-FFF2-40B4-BE49-F238E27FC236}">
                    <a16:creationId xmlns:a16="http://schemas.microsoft.com/office/drawing/2014/main" id="{3083D729-20FC-437C-BB1C-A1C92FC7582A}"/>
                  </a:ext>
                </a:extLst>
              </p:cNvPr>
              <p:cNvSpPr/>
              <p:nvPr/>
            </p:nvSpPr>
            <p:spPr>
              <a:xfrm>
                <a:off x="760147" y="125415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6" name="流程图: 接点 3165">
                <a:extLst>
                  <a:ext uri="{FF2B5EF4-FFF2-40B4-BE49-F238E27FC236}">
                    <a16:creationId xmlns:a16="http://schemas.microsoft.com/office/drawing/2014/main" id="{E9D3ACB1-E6C8-404D-B1CF-92DF2B1F3C1C}"/>
                  </a:ext>
                </a:extLst>
              </p:cNvPr>
              <p:cNvSpPr/>
              <p:nvPr/>
            </p:nvSpPr>
            <p:spPr>
              <a:xfrm>
                <a:off x="912600" y="126260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7" name="流程图: 接点 3166">
                <a:extLst>
                  <a:ext uri="{FF2B5EF4-FFF2-40B4-BE49-F238E27FC236}">
                    <a16:creationId xmlns:a16="http://schemas.microsoft.com/office/drawing/2014/main" id="{48C4925B-4D23-4B5C-A6D3-F061605CCCAE}"/>
                  </a:ext>
                </a:extLst>
              </p:cNvPr>
              <p:cNvSpPr/>
              <p:nvPr/>
            </p:nvSpPr>
            <p:spPr>
              <a:xfrm>
                <a:off x="858818" y="134203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8" name="流程图: 接点 3167">
                <a:extLst>
                  <a:ext uri="{FF2B5EF4-FFF2-40B4-BE49-F238E27FC236}">
                    <a16:creationId xmlns:a16="http://schemas.microsoft.com/office/drawing/2014/main" id="{3BD85933-986A-4DC6-9E40-3109159240F8}"/>
                  </a:ext>
                </a:extLst>
              </p:cNvPr>
              <p:cNvSpPr/>
              <p:nvPr/>
            </p:nvSpPr>
            <p:spPr>
              <a:xfrm>
                <a:off x="920277" y="121447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9" name="流程图: 接点 3168">
                <a:extLst>
                  <a:ext uri="{FF2B5EF4-FFF2-40B4-BE49-F238E27FC236}">
                    <a16:creationId xmlns:a16="http://schemas.microsoft.com/office/drawing/2014/main" id="{108A1322-E3F7-4366-9E5D-700866D379C2}"/>
                  </a:ext>
                </a:extLst>
              </p:cNvPr>
              <p:cNvSpPr/>
              <p:nvPr/>
            </p:nvSpPr>
            <p:spPr>
              <a:xfrm>
                <a:off x="866495" y="12939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0" name="流程图: 接点 3169">
                <a:extLst>
                  <a:ext uri="{FF2B5EF4-FFF2-40B4-BE49-F238E27FC236}">
                    <a16:creationId xmlns:a16="http://schemas.microsoft.com/office/drawing/2014/main" id="{2BA01EAB-A81A-4DE4-80AE-CFDC86443563}"/>
                  </a:ext>
                </a:extLst>
              </p:cNvPr>
              <p:cNvSpPr/>
              <p:nvPr/>
            </p:nvSpPr>
            <p:spPr>
              <a:xfrm>
                <a:off x="790029" y="131331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1" name="流程图: 接点 3170">
                <a:extLst>
                  <a:ext uri="{FF2B5EF4-FFF2-40B4-BE49-F238E27FC236}">
                    <a16:creationId xmlns:a16="http://schemas.microsoft.com/office/drawing/2014/main" id="{53977B2C-18FF-4AF0-BF74-BC51450793F3}"/>
                  </a:ext>
                </a:extLst>
              </p:cNvPr>
              <p:cNvSpPr/>
              <p:nvPr/>
            </p:nvSpPr>
            <p:spPr>
              <a:xfrm>
                <a:off x="742440" y="103150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2" name="流程图: 接点 3171">
                <a:extLst>
                  <a:ext uri="{FF2B5EF4-FFF2-40B4-BE49-F238E27FC236}">
                    <a16:creationId xmlns:a16="http://schemas.microsoft.com/office/drawing/2014/main" id="{86A90A3E-0828-461B-9541-30ABCC74139E}"/>
                  </a:ext>
                </a:extLst>
              </p:cNvPr>
              <p:cNvSpPr/>
              <p:nvPr/>
            </p:nvSpPr>
            <p:spPr>
              <a:xfrm>
                <a:off x="894893" y="103995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3" name="流程图: 接点 3172">
                <a:extLst>
                  <a:ext uri="{FF2B5EF4-FFF2-40B4-BE49-F238E27FC236}">
                    <a16:creationId xmlns:a16="http://schemas.microsoft.com/office/drawing/2014/main" id="{EB8BDDE6-F855-4307-9EC6-B51BA5C32721}"/>
                  </a:ext>
                </a:extLst>
              </p:cNvPr>
              <p:cNvSpPr/>
              <p:nvPr/>
            </p:nvSpPr>
            <p:spPr>
              <a:xfrm>
                <a:off x="841111" y="111938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4" name="流程图: 接点 3173">
                <a:extLst>
                  <a:ext uri="{FF2B5EF4-FFF2-40B4-BE49-F238E27FC236}">
                    <a16:creationId xmlns:a16="http://schemas.microsoft.com/office/drawing/2014/main" id="{38239266-7B66-412B-B19F-12AA2F9F9710}"/>
                  </a:ext>
                </a:extLst>
              </p:cNvPr>
              <p:cNvSpPr/>
              <p:nvPr/>
            </p:nvSpPr>
            <p:spPr>
              <a:xfrm>
                <a:off x="848788" y="107125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5" name="流程图: 接点 3174">
                <a:extLst>
                  <a:ext uri="{FF2B5EF4-FFF2-40B4-BE49-F238E27FC236}">
                    <a16:creationId xmlns:a16="http://schemas.microsoft.com/office/drawing/2014/main" id="{702854B7-AE70-46E2-B0C6-4B34A4A31ED5}"/>
                  </a:ext>
                </a:extLst>
              </p:cNvPr>
              <p:cNvSpPr/>
              <p:nvPr/>
            </p:nvSpPr>
            <p:spPr>
              <a:xfrm>
                <a:off x="772322" y="109066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6" name="流程图: 接点 3175">
                <a:extLst>
                  <a:ext uri="{FF2B5EF4-FFF2-40B4-BE49-F238E27FC236}">
                    <a16:creationId xmlns:a16="http://schemas.microsoft.com/office/drawing/2014/main" id="{5D9D1526-94CF-4BC1-BD86-8B8E66D52968}"/>
                  </a:ext>
                </a:extLst>
              </p:cNvPr>
              <p:cNvSpPr/>
              <p:nvPr/>
            </p:nvSpPr>
            <p:spPr>
              <a:xfrm>
                <a:off x="830522" y="90613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7" name="流程图: 接点 3176">
                <a:extLst>
                  <a:ext uri="{FF2B5EF4-FFF2-40B4-BE49-F238E27FC236}">
                    <a16:creationId xmlns:a16="http://schemas.microsoft.com/office/drawing/2014/main" id="{2D1483C0-DBEE-4B54-B161-0D299216712D}"/>
                  </a:ext>
                </a:extLst>
              </p:cNvPr>
              <p:cNvSpPr/>
              <p:nvPr/>
            </p:nvSpPr>
            <p:spPr>
              <a:xfrm>
                <a:off x="878944" y="92735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8" name="流程图: 接点 3177">
                <a:extLst>
                  <a:ext uri="{FF2B5EF4-FFF2-40B4-BE49-F238E27FC236}">
                    <a16:creationId xmlns:a16="http://schemas.microsoft.com/office/drawing/2014/main" id="{50308A9E-247C-4F60-925A-8692628E9015}"/>
                  </a:ext>
                </a:extLst>
              </p:cNvPr>
              <p:cNvSpPr/>
              <p:nvPr/>
            </p:nvSpPr>
            <p:spPr>
              <a:xfrm>
                <a:off x="1031398" y="93581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9" name="流程图: 接点 3178">
                <a:extLst>
                  <a:ext uri="{FF2B5EF4-FFF2-40B4-BE49-F238E27FC236}">
                    <a16:creationId xmlns:a16="http://schemas.microsoft.com/office/drawing/2014/main" id="{BB905404-DFAB-42D4-8FE6-37D22764D989}"/>
                  </a:ext>
                </a:extLst>
              </p:cNvPr>
              <p:cNvSpPr/>
              <p:nvPr/>
            </p:nvSpPr>
            <p:spPr>
              <a:xfrm>
                <a:off x="977616" y="101523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0" name="流程图: 接点 3179">
                <a:extLst>
                  <a:ext uri="{FF2B5EF4-FFF2-40B4-BE49-F238E27FC236}">
                    <a16:creationId xmlns:a16="http://schemas.microsoft.com/office/drawing/2014/main" id="{B8F42529-974E-4936-B5F7-ED164D16862D}"/>
                  </a:ext>
                </a:extLst>
              </p:cNvPr>
              <p:cNvSpPr/>
              <p:nvPr/>
            </p:nvSpPr>
            <p:spPr>
              <a:xfrm>
                <a:off x="985293" y="96711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1" name="流程图: 接点 3180">
                <a:extLst>
                  <a:ext uri="{FF2B5EF4-FFF2-40B4-BE49-F238E27FC236}">
                    <a16:creationId xmlns:a16="http://schemas.microsoft.com/office/drawing/2014/main" id="{DCB02513-4F2D-4905-A7A6-154F29D03850}"/>
                  </a:ext>
                </a:extLst>
              </p:cNvPr>
              <p:cNvSpPr/>
              <p:nvPr/>
            </p:nvSpPr>
            <p:spPr>
              <a:xfrm>
                <a:off x="908827" y="98652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2" name="流程图: 接点 3181">
                <a:extLst>
                  <a:ext uri="{FF2B5EF4-FFF2-40B4-BE49-F238E27FC236}">
                    <a16:creationId xmlns:a16="http://schemas.microsoft.com/office/drawing/2014/main" id="{F2A067B2-49D4-4481-ACFD-1EAB0DF79F44}"/>
                  </a:ext>
                </a:extLst>
              </p:cNvPr>
              <p:cNvSpPr/>
              <p:nvPr/>
            </p:nvSpPr>
            <p:spPr>
              <a:xfrm>
                <a:off x="743797" y="96711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3" name="流程图: 接点 3182">
                <a:extLst>
                  <a:ext uri="{FF2B5EF4-FFF2-40B4-BE49-F238E27FC236}">
                    <a16:creationId xmlns:a16="http://schemas.microsoft.com/office/drawing/2014/main" id="{4A947104-96AE-47B0-A3A3-10C2655D05A6}"/>
                  </a:ext>
                </a:extLst>
              </p:cNvPr>
              <p:cNvSpPr/>
              <p:nvPr/>
            </p:nvSpPr>
            <p:spPr>
              <a:xfrm>
                <a:off x="757217" y="101149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4" name="流程图: 接点 3183">
                <a:extLst>
                  <a:ext uri="{FF2B5EF4-FFF2-40B4-BE49-F238E27FC236}">
                    <a16:creationId xmlns:a16="http://schemas.microsoft.com/office/drawing/2014/main" id="{C359B1CC-F50D-49C8-BB1E-8AC7E55C1D0F}"/>
                  </a:ext>
                </a:extLst>
              </p:cNvPr>
              <p:cNvSpPr/>
              <p:nvPr/>
            </p:nvSpPr>
            <p:spPr>
              <a:xfrm>
                <a:off x="703435" y="109092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5" name="流程图: 接点 3184">
                <a:extLst>
                  <a:ext uri="{FF2B5EF4-FFF2-40B4-BE49-F238E27FC236}">
                    <a16:creationId xmlns:a16="http://schemas.microsoft.com/office/drawing/2014/main" id="{1BBD7D95-AF4C-49A3-8411-915AD18B5ED8}"/>
                  </a:ext>
                </a:extLst>
              </p:cNvPr>
              <p:cNvSpPr/>
              <p:nvPr/>
            </p:nvSpPr>
            <p:spPr>
              <a:xfrm>
                <a:off x="711112" y="104279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6" name="流程图: 接点 3185">
                <a:extLst>
                  <a:ext uri="{FF2B5EF4-FFF2-40B4-BE49-F238E27FC236}">
                    <a16:creationId xmlns:a16="http://schemas.microsoft.com/office/drawing/2014/main" id="{503EA52B-BDD8-4F50-998B-52BF46E85108}"/>
                  </a:ext>
                </a:extLst>
              </p:cNvPr>
              <p:cNvSpPr/>
              <p:nvPr/>
            </p:nvSpPr>
            <p:spPr>
              <a:xfrm>
                <a:off x="634646" y="106220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7" name="流程图: 接点 3186">
                <a:extLst>
                  <a:ext uri="{FF2B5EF4-FFF2-40B4-BE49-F238E27FC236}">
                    <a16:creationId xmlns:a16="http://schemas.microsoft.com/office/drawing/2014/main" id="{FE22D9F7-971E-415F-B82B-5AA469504090}"/>
                  </a:ext>
                </a:extLst>
              </p:cNvPr>
              <p:cNvSpPr/>
              <p:nvPr/>
            </p:nvSpPr>
            <p:spPr>
              <a:xfrm>
                <a:off x="838964" y="95684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8" name="流程图: 接点 3187">
                <a:extLst>
                  <a:ext uri="{FF2B5EF4-FFF2-40B4-BE49-F238E27FC236}">
                    <a16:creationId xmlns:a16="http://schemas.microsoft.com/office/drawing/2014/main" id="{81B683E5-434F-4E2D-AA5C-50C8F03FC314}"/>
                  </a:ext>
                </a:extLst>
              </p:cNvPr>
              <p:cNvSpPr/>
              <p:nvPr/>
            </p:nvSpPr>
            <p:spPr>
              <a:xfrm>
                <a:off x="846642" y="90871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9" name="流程图: 接点 3188">
                <a:extLst>
                  <a:ext uri="{FF2B5EF4-FFF2-40B4-BE49-F238E27FC236}">
                    <a16:creationId xmlns:a16="http://schemas.microsoft.com/office/drawing/2014/main" id="{2790F3E5-0AA9-4652-94E5-74EDD8CC5018}"/>
                  </a:ext>
                </a:extLst>
              </p:cNvPr>
              <p:cNvSpPr/>
              <p:nvPr/>
            </p:nvSpPr>
            <p:spPr>
              <a:xfrm>
                <a:off x="770176" y="92812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0" name="流程图: 接点 3189">
                <a:extLst>
                  <a:ext uri="{FF2B5EF4-FFF2-40B4-BE49-F238E27FC236}">
                    <a16:creationId xmlns:a16="http://schemas.microsoft.com/office/drawing/2014/main" id="{456FE1C4-9825-4750-B6C9-983DC52E7499}"/>
                  </a:ext>
                </a:extLst>
              </p:cNvPr>
              <p:cNvSpPr/>
              <p:nvPr/>
            </p:nvSpPr>
            <p:spPr>
              <a:xfrm>
                <a:off x="685000" y="93784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1" name="流程图: 接点 3190">
                <a:extLst>
                  <a:ext uri="{FF2B5EF4-FFF2-40B4-BE49-F238E27FC236}">
                    <a16:creationId xmlns:a16="http://schemas.microsoft.com/office/drawing/2014/main" id="{382CAE20-4EA7-4FAF-B0B6-0F5196C9ACEE}"/>
                  </a:ext>
                </a:extLst>
              </p:cNvPr>
              <p:cNvSpPr/>
              <p:nvPr/>
            </p:nvSpPr>
            <p:spPr>
              <a:xfrm>
                <a:off x="631218" y="101727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2" name="流程图: 接点 3191">
                <a:extLst>
                  <a:ext uri="{FF2B5EF4-FFF2-40B4-BE49-F238E27FC236}">
                    <a16:creationId xmlns:a16="http://schemas.microsoft.com/office/drawing/2014/main" id="{F18C3E1E-5D19-4291-A598-E8A09F7EF232}"/>
                  </a:ext>
                </a:extLst>
              </p:cNvPr>
              <p:cNvSpPr/>
              <p:nvPr/>
            </p:nvSpPr>
            <p:spPr>
              <a:xfrm>
                <a:off x="638895" y="96914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3" name="流程图: 接点 3192">
                <a:extLst>
                  <a:ext uri="{FF2B5EF4-FFF2-40B4-BE49-F238E27FC236}">
                    <a16:creationId xmlns:a16="http://schemas.microsoft.com/office/drawing/2014/main" id="{4C70FE59-EA69-4D78-8DFA-841B010C282E}"/>
                  </a:ext>
                </a:extLst>
              </p:cNvPr>
              <p:cNvSpPr/>
              <p:nvPr/>
            </p:nvSpPr>
            <p:spPr>
              <a:xfrm>
                <a:off x="823191" y="108719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4" name="流程图: 接点 3193">
                <a:extLst>
                  <a:ext uri="{FF2B5EF4-FFF2-40B4-BE49-F238E27FC236}">
                    <a16:creationId xmlns:a16="http://schemas.microsoft.com/office/drawing/2014/main" id="{52BAF38C-1C94-43B1-AFE2-891009E40149}"/>
                  </a:ext>
                </a:extLst>
              </p:cNvPr>
              <p:cNvSpPr/>
              <p:nvPr/>
            </p:nvSpPr>
            <p:spPr>
              <a:xfrm>
                <a:off x="830868" y="103907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5" name="流程图: 接点 3194">
                <a:extLst>
                  <a:ext uri="{FF2B5EF4-FFF2-40B4-BE49-F238E27FC236}">
                    <a16:creationId xmlns:a16="http://schemas.microsoft.com/office/drawing/2014/main" id="{C2BF8A6C-BA4B-4FCE-8BF2-857271F994E8}"/>
                  </a:ext>
                </a:extLst>
              </p:cNvPr>
              <p:cNvSpPr/>
              <p:nvPr/>
            </p:nvSpPr>
            <p:spPr>
              <a:xfrm>
                <a:off x="819827" y="104647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6" name="流程图: 接点 3195">
                <a:extLst>
                  <a:ext uri="{FF2B5EF4-FFF2-40B4-BE49-F238E27FC236}">
                    <a16:creationId xmlns:a16="http://schemas.microsoft.com/office/drawing/2014/main" id="{9C209923-369B-4750-97E4-6D6CCF7F684B}"/>
                  </a:ext>
                </a:extLst>
              </p:cNvPr>
              <p:cNvSpPr/>
              <p:nvPr/>
            </p:nvSpPr>
            <p:spPr>
              <a:xfrm>
                <a:off x="751038" y="101775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7" name="流程图: 接点 3196">
                <a:extLst>
                  <a:ext uri="{FF2B5EF4-FFF2-40B4-BE49-F238E27FC236}">
                    <a16:creationId xmlns:a16="http://schemas.microsoft.com/office/drawing/2014/main" id="{C4ABA2B0-A172-4DF7-9D88-C29D77CC41F3}"/>
                  </a:ext>
                </a:extLst>
              </p:cNvPr>
              <p:cNvSpPr/>
              <p:nvPr/>
            </p:nvSpPr>
            <p:spPr>
              <a:xfrm>
                <a:off x="753787" y="101348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8" name="流程图: 接点 3197">
                <a:extLst>
                  <a:ext uri="{FF2B5EF4-FFF2-40B4-BE49-F238E27FC236}">
                    <a16:creationId xmlns:a16="http://schemas.microsoft.com/office/drawing/2014/main" id="{6EA1B28A-029F-469B-9111-A3886B9852F4}"/>
                  </a:ext>
                </a:extLst>
              </p:cNvPr>
              <p:cNvSpPr/>
              <p:nvPr/>
            </p:nvSpPr>
            <p:spPr>
              <a:xfrm>
                <a:off x="753787" y="106161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9" name="流程图: 接点 3198">
                <a:extLst>
                  <a:ext uri="{FF2B5EF4-FFF2-40B4-BE49-F238E27FC236}">
                    <a16:creationId xmlns:a16="http://schemas.microsoft.com/office/drawing/2014/main" id="{D1D20F6A-FA02-4954-BF08-85BCEBEE86D3}"/>
                  </a:ext>
                </a:extLst>
              </p:cNvPr>
              <p:cNvSpPr/>
              <p:nvPr/>
            </p:nvSpPr>
            <p:spPr>
              <a:xfrm>
                <a:off x="776992" y="101426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0" name="流程图: 接点 3199">
                <a:extLst>
                  <a:ext uri="{FF2B5EF4-FFF2-40B4-BE49-F238E27FC236}">
                    <a16:creationId xmlns:a16="http://schemas.microsoft.com/office/drawing/2014/main" id="{1AF2D609-2A0F-4372-BB6E-2B11C6F6E86E}"/>
                  </a:ext>
                </a:extLst>
              </p:cNvPr>
              <p:cNvSpPr/>
              <p:nvPr/>
            </p:nvSpPr>
            <p:spPr>
              <a:xfrm>
                <a:off x="859884" y="107765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1" name="流程图: 接点 3200">
                <a:extLst>
                  <a:ext uri="{FF2B5EF4-FFF2-40B4-BE49-F238E27FC236}">
                    <a16:creationId xmlns:a16="http://schemas.microsoft.com/office/drawing/2014/main" id="{73DBE966-5F17-4583-8AB4-60CC1CB901FF}"/>
                  </a:ext>
                </a:extLst>
              </p:cNvPr>
              <p:cNvSpPr/>
              <p:nvPr/>
            </p:nvSpPr>
            <p:spPr>
              <a:xfrm>
                <a:off x="791783" y="108710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2" name="流程图: 接点 3201">
                <a:extLst>
                  <a:ext uri="{FF2B5EF4-FFF2-40B4-BE49-F238E27FC236}">
                    <a16:creationId xmlns:a16="http://schemas.microsoft.com/office/drawing/2014/main" id="{8C859ABC-E9F3-46DF-A039-50344A517E4C}"/>
                  </a:ext>
                </a:extLst>
              </p:cNvPr>
              <p:cNvSpPr/>
              <p:nvPr/>
            </p:nvSpPr>
            <p:spPr>
              <a:xfrm>
                <a:off x="761464" y="101348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3" name="流程图: 接点 3202">
                <a:extLst>
                  <a:ext uri="{FF2B5EF4-FFF2-40B4-BE49-F238E27FC236}">
                    <a16:creationId xmlns:a16="http://schemas.microsoft.com/office/drawing/2014/main" id="{B698DB29-20DD-4BA8-961F-324956242E5F}"/>
                  </a:ext>
                </a:extLst>
              </p:cNvPr>
              <p:cNvSpPr/>
              <p:nvPr/>
            </p:nvSpPr>
            <p:spPr>
              <a:xfrm>
                <a:off x="867561" y="102952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4" name="流程图: 接点 3203">
                <a:extLst>
                  <a:ext uri="{FF2B5EF4-FFF2-40B4-BE49-F238E27FC236}">
                    <a16:creationId xmlns:a16="http://schemas.microsoft.com/office/drawing/2014/main" id="{0C6EC7AB-4B81-4D28-A463-827E83BC3500}"/>
                  </a:ext>
                </a:extLst>
              </p:cNvPr>
              <p:cNvSpPr/>
              <p:nvPr/>
            </p:nvSpPr>
            <p:spPr>
              <a:xfrm>
                <a:off x="799460" y="103897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5" name="流程图: 接点 3204">
                <a:extLst>
                  <a:ext uri="{FF2B5EF4-FFF2-40B4-BE49-F238E27FC236}">
                    <a16:creationId xmlns:a16="http://schemas.microsoft.com/office/drawing/2014/main" id="{EC4DCE00-4B72-4833-9E08-ABF8EBE78D72}"/>
                  </a:ext>
                </a:extLst>
              </p:cNvPr>
              <p:cNvSpPr/>
              <p:nvPr/>
            </p:nvSpPr>
            <p:spPr>
              <a:xfrm>
                <a:off x="745678" y="111840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6" name="流程图: 接点 3205">
                <a:extLst>
                  <a:ext uri="{FF2B5EF4-FFF2-40B4-BE49-F238E27FC236}">
                    <a16:creationId xmlns:a16="http://schemas.microsoft.com/office/drawing/2014/main" id="{3F2CF4D5-6378-412F-B156-733AA1CA3B2C}"/>
                  </a:ext>
                </a:extLst>
              </p:cNvPr>
              <p:cNvSpPr/>
              <p:nvPr/>
            </p:nvSpPr>
            <p:spPr>
              <a:xfrm>
                <a:off x="898131" y="112685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7" name="流程图: 接点 3206">
                <a:extLst>
                  <a:ext uri="{FF2B5EF4-FFF2-40B4-BE49-F238E27FC236}">
                    <a16:creationId xmlns:a16="http://schemas.microsoft.com/office/drawing/2014/main" id="{8B9A953E-1FA6-4327-B1CB-E05F0E68BCBE}"/>
                  </a:ext>
                </a:extLst>
              </p:cNvPr>
              <p:cNvSpPr/>
              <p:nvPr/>
            </p:nvSpPr>
            <p:spPr>
              <a:xfrm>
                <a:off x="844349" y="120628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8" name="流程图: 接点 3207">
                <a:extLst>
                  <a:ext uri="{FF2B5EF4-FFF2-40B4-BE49-F238E27FC236}">
                    <a16:creationId xmlns:a16="http://schemas.microsoft.com/office/drawing/2014/main" id="{B386D5DD-174F-4D74-9F93-9834322ABE66}"/>
                  </a:ext>
                </a:extLst>
              </p:cNvPr>
              <p:cNvSpPr/>
              <p:nvPr/>
            </p:nvSpPr>
            <p:spPr>
              <a:xfrm>
                <a:off x="905808" y="107872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9" name="流程图: 接点 3208">
                <a:extLst>
                  <a:ext uri="{FF2B5EF4-FFF2-40B4-BE49-F238E27FC236}">
                    <a16:creationId xmlns:a16="http://schemas.microsoft.com/office/drawing/2014/main" id="{EF8B9368-BFC3-48DA-93EA-0029E4666AE0}"/>
                  </a:ext>
                </a:extLst>
              </p:cNvPr>
              <p:cNvSpPr/>
              <p:nvPr/>
            </p:nvSpPr>
            <p:spPr>
              <a:xfrm>
                <a:off x="852026" y="115815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10" name="流程图: 接点 3209">
                <a:extLst>
                  <a:ext uri="{FF2B5EF4-FFF2-40B4-BE49-F238E27FC236}">
                    <a16:creationId xmlns:a16="http://schemas.microsoft.com/office/drawing/2014/main" id="{16A0AA9B-C431-46EB-AFAE-BAB24ACBBBF5}"/>
                  </a:ext>
                </a:extLst>
              </p:cNvPr>
              <p:cNvSpPr/>
              <p:nvPr/>
            </p:nvSpPr>
            <p:spPr>
              <a:xfrm>
                <a:off x="775560" y="117756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11" name="流程图: 接点 3210">
                <a:extLst>
                  <a:ext uri="{FF2B5EF4-FFF2-40B4-BE49-F238E27FC236}">
                    <a16:creationId xmlns:a16="http://schemas.microsoft.com/office/drawing/2014/main" id="{1A69507F-AEA9-47B2-881F-FA850004D088}"/>
                  </a:ext>
                </a:extLst>
              </p:cNvPr>
              <p:cNvSpPr/>
              <p:nvPr/>
            </p:nvSpPr>
            <p:spPr>
              <a:xfrm>
                <a:off x="880424" y="90420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12" name="流程图: 接点 3211">
                <a:extLst>
                  <a:ext uri="{FF2B5EF4-FFF2-40B4-BE49-F238E27FC236}">
                    <a16:creationId xmlns:a16="http://schemas.microsoft.com/office/drawing/2014/main" id="{647C5605-A005-449F-AB5F-244C35E6118A}"/>
                  </a:ext>
                </a:extLst>
              </p:cNvPr>
              <p:cNvSpPr/>
              <p:nvPr/>
            </p:nvSpPr>
            <p:spPr>
              <a:xfrm>
                <a:off x="826642" y="98363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13" name="流程图: 接点 3212">
                <a:extLst>
                  <a:ext uri="{FF2B5EF4-FFF2-40B4-BE49-F238E27FC236}">
                    <a16:creationId xmlns:a16="http://schemas.microsoft.com/office/drawing/2014/main" id="{1194CCC8-2BA5-45F7-8B4A-71BC1A02A82E}"/>
                  </a:ext>
                </a:extLst>
              </p:cNvPr>
              <p:cNvSpPr/>
              <p:nvPr/>
            </p:nvSpPr>
            <p:spPr>
              <a:xfrm>
                <a:off x="834319" y="93550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14" name="流程图: 接点 3213">
                <a:extLst>
                  <a:ext uri="{FF2B5EF4-FFF2-40B4-BE49-F238E27FC236}">
                    <a16:creationId xmlns:a16="http://schemas.microsoft.com/office/drawing/2014/main" id="{CBEC1B30-52A5-4B7C-A008-2531C0DF6B2C}"/>
                  </a:ext>
                </a:extLst>
              </p:cNvPr>
              <p:cNvSpPr/>
              <p:nvPr/>
            </p:nvSpPr>
            <p:spPr>
              <a:xfrm>
                <a:off x="757853" y="95491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15" name="流程图: 接点 3214">
                <a:extLst>
                  <a:ext uri="{FF2B5EF4-FFF2-40B4-BE49-F238E27FC236}">
                    <a16:creationId xmlns:a16="http://schemas.microsoft.com/office/drawing/2014/main" id="{6595EFD2-1508-4D2D-B721-A0973A99475C}"/>
                  </a:ext>
                </a:extLst>
              </p:cNvPr>
              <p:cNvSpPr/>
              <p:nvPr/>
            </p:nvSpPr>
            <p:spPr>
              <a:xfrm>
                <a:off x="698802" y="95608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16" name="流程图: 接点 3215">
                <a:extLst>
                  <a:ext uri="{FF2B5EF4-FFF2-40B4-BE49-F238E27FC236}">
                    <a16:creationId xmlns:a16="http://schemas.microsoft.com/office/drawing/2014/main" id="{17E9AA8D-CB11-4153-AB79-4A4A3CFA3297}"/>
                  </a:ext>
                </a:extLst>
              </p:cNvPr>
              <p:cNvSpPr/>
              <p:nvPr/>
            </p:nvSpPr>
            <p:spPr>
              <a:xfrm>
                <a:off x="706479" y="90795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17" name="流程图: 接点 3216">
                <a:extLst>
                  <a:ext uri="{FF2B5EF4-FFF2-40B4-BE49-F238E27FC236}">
                    <a16:creationId xmlns:a16="http://schemas.microsoft.com/office/drawing/2014/main" id="{2328D6B0-8E22-4C31-AD19-ABEF27F8B32E}"/>
                  </a:ext>
                </a:extLst>
              </p:cNvPr>
              <p:cNvSpPr/>
              <p:nvPr/>
            </p:nvSpPr>
            <p:spPr>
              <a:xfrm>
                <a:off x="630013" y="92736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18" name="流程图: 接点 3217">
                <a:extLst>
                  <a:ext uri="{FF2B5EF4-FFF2-40B4-BE49-F238E27FC236}">
                    <a16:creationId xmlns:a16="http://schemas.microsoft.com/office/drawing/2014/main" id="{B78C9522-BCC0-4911-9551-6ECB2B9D89D6}"/>
                  </a:ext>
                </a:extLst>
              </p:cNvPr>
              <p:cNvSpPr/>
              <p:nvPr/>
            </p:nvSpPr>
            <p:spPr>
              <a:xfrm>
                <a:off x="818558" y="95236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19" name="流程图: 接点 3218">
                <a:extLst>
                  <a:ext uri="{FF2B5EF4-FFF2-40B4-BE49-F238E27FC236}">
                    <a16:creationId xmlns:a16="http://schemas.microsoft.com/office/drawing/2014/main" id="{7E330FFA-A266-48AD-9293-4008B870B9EC}"/>
                  </a:ext>
                </a:extLst>
              </p:cNvPr>
              <p:cNvSpPr/>
              <p:nvPr/>
            </p:nvSpPr>
            <p:spPr>
              <a:xfrm>
                <a:off x="826235" y="90423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0" name="流程图: 接点 3219">
                <a:extLst>
                  <a:ext uri="{FF2B5EF4-FFF2-40B4-BE49-F238E27FC236}">
                    <a16:creationId xmlns:a16="http://schemas.microsoft.com/office/drawing/2014/main" id="{78B5B86A-113B-4D4E-8980-EABA4715A111}"/>
                  </a:ext>
                </a:extLst>
              </p:cNvPr>
              <p:cNvSpPr/>
              <p:nvPr/>
            </p:nvSpPr>
            <p:spPr>
              <a:xfrm>
                <a:off x="815194" y="91163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1" name="流程图: 接点 3220">
                <a:extLst>
                  <a:ext uri="{FF2B5EF4-FFF2-40B4-BE49-F238E27FC236}">
                    <a16:creationId xmlns:a16="http://schemas.microsoft.com/office/drawing/2014/main" id="{AAD8136B-BD72-497B-8B21-4CBF966192A2}"/>
                  </a:ext>
                </a:extLst>
              </p:cNvPr>
              <p:cNvSpPr/>
              <p:nvPr/>
            </p:nvSpPr>
            <p:spPr>
              <a:xfrm>
                <a:off x="749154" y="92677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2" name="流程图: 接点 3221">
                <a:extLst>
                  <a:ext uri="{FF2B5EF4-FFF2-40B4-BE49-F238E27FC236}">
                    <a16:creationId xmlns:a16="http://schemas.microsoft.com/office/drawing/2014/main" id="{269FA234-7B8F-4AAB-B63E-855E135452C9}"/>
                  </a:ext>
                </a:extLst>
              </p:cNvPr>
              <p:cNvSpPr/>
              <p:nvPr/>
            </p:nvSpPr>
            <p:spPr>
              <a:xfrm>
                <a:off x="855251" y="94281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3" name="流程图: 接点 3222">
                <a:extLst>
                  <a:ext uri="{FF2B5EF4-FFF2-40B4-BE49-F238E27FC236}">
                    <a16:creationId xmlns:a16="http://schemas.microsoft.com/office/drawing/2014/main" id="{1E20B107-9BBE-46EA-A6F0-F0B6E79BC379}"/>
                  </a:ext>
                </a:extLst>
              </p:cNvPr>
              <p:cNvSpPr/>
              <p:nvPr/>
            </p:nvSpPr>
            <p:spPr>
              <a:xfrm>
                <a:off x="787150" y="95226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4" name="流程图: 接点 3223">
                <a:extLst>
                  <a:ext uri="{FF2B5EF4-FFF2-40B4-BE49-F238E27FC236}">
                    <a16:creationId xmlns:a16="http://schemas.microsoft.com/office/drawing/2014/main" id="{95A0CD4E-160E-4155-B2AC-27FF86A8E64C}"/>
                  </a:ext>
                </a:extLst>
              </p:cNvPr>
              <p:cNvSpPr/>
              <p:nvPr/>
            </p:nvSpPr>
            <p:spPr>
              <a:xfrm>
                <a:off x="794827" y="90413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5" name="流程图: 接点 3224">
                <a:extLst>
                  <a:ext uri="{FF2B5EF4-FFF2-40B4-BE49-F238E27FC236}">
                    <a16:creationId xmlns:a16="http://schemas.microsoft.com/office/drawing/2014/main" id="{ECF4D9D5-4089-44DC-9403-A38927D0CE1E}"/>
                  </a:ext>
                </a:extLst>
              </p:cNvPr>
              <p:cNvSpPr/>
              <p:nvPr/>
            </p:nvSpPr>
            <p:spPr>
              <a:xfrm>
                <a:off x="741045" y="98356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6" name="流程图: 接点 3225">
                <a:extLst>
                  <a:ext uri="{FF2B5EF4-FFF2-40B4-BE49-F238E27FC236}">
                    <a16:creationId xmlns:a16="http://schemas.microsoft.com/office/drawing/2014/main" id="{5D09F4EF-9A88-4C98-B78F-1D05C1E1FC70}"/>
                  </a:ext>
                </a:extLst>
              </p:cNvPr>
              <p:cNvSpPr/>
              <p:nvPr/>
            </p:nvSpPr>
            <p:spPr>
              <a:xfrm>
                <a:off x="893498" y="99201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7" name="流程图: 接点 3226">
                <a:extLst>
                  <a:ext uri="{FF2B5EF4-FFF2-40B4-BE49-F238E27FC236}">
                    <a16:creationId xmlns:a16="http://schemas.microsoft.com/office/drawing/2014/main" id="{EECD8A02-A4D2-4D9C-A0BD-D77C70E625DD}"/>
                  </a:ext>
                </a:extLst>
              </p:cNvPr>
              <p:cNvSpPr/>
              <p:nvPr/>
            </p:nvSpPr>
            <p:spPr>
              <a:xfrm>
                <a:off x="839716" y="107144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8" name="流程图: 接点 3227">
                <a:extLst>
                  <a:ext uri="{FF2B5EF4-FFF2-40B4-BE49-F238E27FC236}">
                    <a16:creationId xmlns:a16="http://schemas.microsoft.com/office/drawing/2014/main" id="{928A63C8-118E-4CD3-A152-C96D5B8BE634}"/>
                  </a:ext>
                </a:extLst>
              </p:cNvPr>
              <p:cNvSpPr/>
              <p:nvPr/>
            </p:nvSpPr>
            <p:spPr>
              <a:xfrm>
                <a:off x="901175" y="94389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9" name="流程图: 接点 3228">
                <a:extLst>
                  <a:ext uri="{FF2B5EF4-FFF2-40B4-BE49-F238E27FC236}">
                    <a16:creationId xmlns:a16="http://schemas.microsoft.com/office/drawing/2014/main" id="{7BE67D84-912D-4F4E-AE61-CE3D82FB4006}"/>
                  </a:ext>
                </a:extLst>
              </p:cNvPr>
              <p:cNvSpPr/>
              <p:nvPr/>
            </p:nvSpPr>
            <p:spPr>
              <a:xfrm>
                <a:off x="847393" y="102331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0" name="流程图: 接点 3229">
                <a:extLst>
                  <a:ext uri="{FF2B5EF4-FFF2-40B4-BE49-F238E27FC236}">
                    <a16:creationId xmlns:a16="http://schemas.microsoft.com/office/drawing/2014/main" id="{D521ED7F-BD21-4243-88D3-10605D04F59A}"/>
                  </a:ext>
                </a:extLst>
              </p:cNvPr>
              <p:cNvSpPr/>
              <p:nvPr/>
            </p:nvSpPr>
            <p:spPr>
              <a:xfrm>
                <a:off x="770927" y="104272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1" name="流程图: 接点 3230">
                <a:extLst>
                  <a:ext uri="{FF2B5EF4-FFF2-40B4-BE49-F238E27FC236}">
                    <a16:creationId xmlns:a16="http://schemas.microsoft.com/office/drawing/2014/main" id="{40AB9A95-6233-444C-AB52-1027261A3760}"/>
                  </a:ext>
                </a:extLst>
              </p:cNvPr>
              <p:cNvSpPr/>
              <p:nvPr/>
            </p:nvSpPr>
            <p:spPr>
              <a:xfrm>
                <a:off x="972496" y="7823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2" name="流程图: 接点 3231">
                <a:extLst>
                  <a:ext uri="{FF2B5EF4-FFF2-40B4-BE49-F238E27FC236}">
                    <a16:creationId xmlns:a16="http://schemas.microsoft.com/office/drawing/2014/main" id="{9DA37008-6411-4709-9A26-5848EF85BA8C}"/>
                  </a:ext>
                </a:extLst>
              </p:cNvPr>
              <p:cNvSpPr/>
              <p:nvPr/>
            </p:nvSpPr>
            <p:spPr>
              <a:xfrm>
                <a:off x="599644" y="77010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3" name="流程图: 接点 3232">
                <a:extLst>
                  <a:ext uri="{FF2B5EF4-FFF2-40B4-BE49-F238E27FC236}">
                    <a16:creationId xmlns:a16="http://schemas.microsoft.com/office/drawing/2014/main" id="{4BA3E864-4CCB-4EB9-891C-BECA1E9FE237}"/>
                  </a:ext>
                </a:extLst>
              </p:cNvPr>
              <p:cNvSpPr/>
              <p:nvPr/>
            </p:nvSpPr>
            <p:spPr>
              <a:xfrm>
                <a:off x="752097" y="77856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4" name="流程图: 接点 3233">
                <a:extLst>
                  <a:ext uri="{FF2B5EF4-FFF2-40B4-BE49-F238E27FC236}">
                    <a16:creationId xmlns:a16="http://schemas.microsoft.com/office/drawing/2014/main" id="{94AF0469-A0B0-43B7-85FF-8C0C49FD88B4}"/>
                  </a:ext>
                </a:extLst>
              </p:cNvPr>
              <p:cNvSpPr/>
              <p:nvPr/>
            </p:nvSpPr>
            <p:spPr>
              <a:xfrm>
                <a:off x="698315" y="85798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5" name="流程图: 接点 3234">
                <a:extLst>
                  <a:ext uri="{FF2B5EF4-FFF2-40B4-BE49-F238E27FC236}">
                    <a16:creationId xmlns:a16="http://schemas.microsoft.com/office/drawing/2014/main" id="{6F68C9CE-504D-4CCB-96E1-0B665E07E673}"/>
                  </a:ext>
                </a:extLst>
              </p:cNvPr>
              <p:cNvSpPr/>
              <p:nvPr/>
            </p:nvSpPr>
            <p:spPr>
              <a:xfrm>
                <a:off x="705992" y="80985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6" name="流程图: 接点 3235">
                <a:extLst>
                  <a:ext uri="{FF2B5EF4-FFF2-40B4-BE49-F238E27FC236}">
                    <a16:creationId xmlns:a16="http://schemas.microsoft.com/office/drawing/2014/main" id="{6966C6AA-A4E2-4E94-A85C-B0EC248B9D23}"/>
                  </a:ext>
                </a:extLst>
              </p:cNvPr>
              <p:cNvSpPr/>
              <p:nvPr/>
            </p:nvSpPr>
            <p:spPr>
              <a:xfrm>
                <a:off x="629526" y="82926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7" name="流程图: 接点 3236">
                <a:extLst>
                  <a:ext uri="{FF2B5EF4-FFF2-40B4-BE49-F238E27FC236}">
                    <a16:creationId xmlns:a16="http://schemas.microsoft.com/office/drawing/2014/main" id="{BA431100-42D2-4426-B919-5D326F00384C}"/>
                  </a:ext>
                </a:extLst>
              </p:cNvPr>
              <p:cNvSpPr/>
              <p:nvPr/>
            </p:nvSpPr>
            <p:spPr>
              <a:xfrm>
                <a:off x="559664" y="79959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8" name="流程图: 接点 3237">
                <a:extLst>
                  <a:ext uri="{FF2B5EF4-FFF2-40B4-BE49-F238E27FC236}">
                    <a16:creationId xmlns:a16="http://schemas.microsoft.com/office/drawing/2014/main" id="{CF41DC04-F1F0-484F-8D4F-C8FF024116C8}"/>
                  </a:ext>
                </a:extLst>
              </p:cNvPr>
              <p:cNvSpPr/>
              <p:nvPr/>
            </p:nvSpPr>
            <p:spPr>
              <a:xfrm>
                <a:off x="598738" y="77424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9" name="流程图: 接点 3238">
                <a:extLst>
                  <a:ext uri="{FF2B5EF4-FFF2-40B4-BE49-F238E27FC236}">
                    <a16:creationId xmlns:a16="http://schemas.microsoft.com/office/drawing/2014/main" id="{F4443C71-4781-4CE4-B304-ACEDA911344A}"/>
                  </a:ext>
                </a:extLst>
              </p:cNvPr>
              <p:cNvSpPr/>
              <p:nvPr/>
            </p:nvSpPr>
            <p:spPr>
              <a:xfrm>
                <a:off x="626098" y="78433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40" name="流程图: 接点 3239">
                <a:extLst>
                  <a:ext uri="{FF2B5EF4-FFF2-40B4-BE49-F238E27FC236}">
                    <a16:creationId xmlns:a16="http://schemas.microsoft.com/office/drawing/2014/main" id="{1DF1B73C-82F4-4486-8FE9-72F47A40D4BA}"/>
                  </a:ext>
                </a:extLst>
              </p:cNvPr>
              <p:cNvSpPr/>
              <p:nvPr/>
            </p:nvSpPr>
            <p:spPr>
              <a:xfrm>
                <a:off x="818071" y="85426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41" name="流程图: 接点 3240">
                <a:extLst>
                  <a:ext uri="{FF2B5EF4-FFF2-40B4-BE49-F238E27FC236}">
                    <a16:creationId xmlns:a16="http://schemas.microsoft.com/office/drawing/2014/main" id="{F8E91F31-B02C-4885-9F31-9881759D8532}"/>
                  </a:ext>
                </a:extLst>
              </p:cNvPr>
              <p:cNvSpPr/>
              <p:nvPr/>
            </p:nvSpPr>
            <p:spPr>
              <a:xfrm>
                <a:off x="825748" y="80613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42" name="流程图: 接点 3241">
                <a:extLst>
                  <a:ext uri="{FF2B5EF4-FFF2-40B4-BE49-F238E27FC236}">
                    <a16:creationId xmlns:a16="http://schemas.microsoft.com/office/drawing/2014/main" id="{CBD2AC83-3A54-4FC0-A05D-DFE3F2B0F144}"/>
                  </a:ext>
                </a:extLst>
              </p:cNvPr>
              <p:cNvSpPr/>
              <p:nvPr/>
            </p:nvSpPr>
            <p:spPr>
              <a:xfrm>
                <a:off x="814707" y="81353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43" name="流程图: 接点 3242">
                <a:extLst>
                  <a:ext uri="{FF2B5EF4-FFF2-40B4-BE49-F238E27FC236}">
                    <a16:creationId xmlns:a16="http://schemas.microsoft.com/office/drawing/2014/main" id="{5C641CA0-3680-4A72-ACC3-CE01CD050C6F}"/>
                  </a:ext>
                </a:extLst>
              </p:cNvPr>
              <p:cNvSpPr/>
              <p:nvPr/>
            </p:nvSpPr>
            <p:spPr>
              <a:xfrm>
                <a:off x="745918" y="78481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44" name="流程图: 接点 3243">
                <a:extLst>
                  <a:ext uri="{FF2B5EF4-FFF2-40B4-BE49-F238E27FC236}">
                    <a16:creationId xmlns:a16="http://schemas.microsoft.com/office/drawing/2014/main" id="{723C720D-6BC8-444E-B946-FD06A790C11F}"/>
                  </a:ext>
                </a:extLst>
              </p:cNvPr>
              <p:cNvSpPr/>
              <p:nvPr/>
            </p:nvSpPr>
            <p:spPr>
              <a:xfrm>
                <a:off x="748667" y="78054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45" name="流程图: 接点 3244">
                <a:extLst>
                  <a:ext uri="{FF2B5EF4-FFF2-40B4-BE49-F238E27FC236}">
                    <a16:creationId xmlns:a16="http://schemas.microsoft.com/office/drawing/2014/main" id="{BC211D2F-27D2-4427-B9CE-C88F71FC500E}"/>
                  </a:ext>
                </a:extLst>
              </p:cNvPr>
              <p:cNvSpPr/>
              <p:nvPr/>
            </p:nvSpPr>
            <p:spPr>
              <a:xfrm>
                <a:off x="748667" y="82867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46" name="流程图: 接点 3245">
                <a:extLst>
                  <a:ext uri="{FF2B5EF4-FFF2-40B4-BE49-F238E27FC236}">
                    <a16:creationId xmlns:a16="http://schemas.microsoft.com/office/drawing/2014/main" id="{1ECE0CBA-6536-45E3-BE9E-F76E7686A51C}"/>
                  </a:ext>
                </a:extLst>
              </p:cNvPr>
              <p:cNvSpPr/>
              <p:nvPr/>
            </p:nvSpPr>
            <p:spPr>
              <a:xfrm>
                <a:off x="771872" y="78133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47" name="流程图: 接点 3246">
                <a:extLst>
                  <a:ext uri="{FF2B5EF4-FFF2-40B4-BE49-F238E27FC236}">
                    <a16:creationId xmlns:a16="http://schemas.microsoft.com/office/drawing/2014/main" id="{0FA2B56B-1FB3-459A-BA96-15CB4A9F8469}"/>
                  </a:ext>
                </a:extLst>
              </p:cNvPr>
              <p:cNvSpPr/>
              <p:nvPr/>
            </p:nvSpPr>
            <p:spPr>
              <a:xfrm>
                <a:off x="854764" y="84471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48" name="流程图: 接点 3247">
                <a:extLst>
                  <a:ext uri="{FF2B5EF4-FFF2-40B4-BE49-F238E27FC236}">
                    <a16:creationId xmlns:a16="http://schemas.microsoft.com/office/drawing/2014/main" id="{E85BE914-1BEC-4CF0-A544-79D43E735A44}"/>
                  </a:ext>
                </a:extLst>
              </p:cNvPr>
              <p:cNvSpPr/>
              <p:nvPr/>
            </p:nvSpPr>
            <p:spPr>
              <a:xfrm>
                <a:off x="786663" y="85416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49" name="流程图: 接点 3248">
                <a:extLst>
                  <a:ext uri="{FF2B5EF4-FFF2-40B4-BE49-F238E27FC236}">
                    <a16:creationId xmlns:a16="http://schemas.microsoft.com/office/drawing/2014/main" id="{661C9A9E-8F8A-4570-8C2A-96262FFAE4DB}"/>
                  </a:ext>
                </a:extLst>
              </p:cNvPr>
              <p:cNvSpPr/>
              <p:nvPr/>
            </p:nvSpPr>
            <p:spPr>
              <a:xfrm>
                <a:off x="756344" y="78054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0" name="流程图: 接点 3249">
                <a:extLst>
                  <a:ext uri="{FF2B5EF4-FFF2-40B4-BE49-F238E27FC236}">
                    <a16:creationId xmlns:a16="http://schemas.microsoft.com/office/drawing/2014/main" id="{23EBB604-0A5C-45C3-975E-DAA4F0A3482E}"/>
                  </a:ext>
                </a:extLst>
              </p:cNvPr>
              <p:cNvSpPr/>
              <p:nvPr/>
            </p:nvSpPr>
            <p:spPr>
              <a:xfrm>
                <a:off x="862441" y="79659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1" name="流程图: 接点 3250">
                <a:extLst>
                  <a:ext uri="{FF2B5EF4-FFF2-40B4-BE49-F238E27FC236}">
                    <a16:creationId xmlns:a16="http://schemas.microsoft.com/office/drawing/2014/main" id="{E7BA909D-7E6F-48DE-B475-16CB73345AFD}"/>
                  </a:ext>
                </a:extLst>
              </p:cNvPr>
              <p:cNvSpPr/>
              <p:nvPr/>
            </p:nvSpPr>
            <p:spPr>
              <a:xfrm>
                <a:off x="794340" y="80604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2" name="流程图: 接点 3251">
                <a:extLst>
                  <a:ext uri="{FF2B5EF4-FFF2-40B4-BE49-F238E27FC236}">
                    <a16:creationId xmlns:a16="http://schemas.microsoft.com/office/drawing/2014/main" id="{CE641DFC-69BD-40C4-A761-8584FB532334}"/>
                  </a:ext>
                </a:extLst>
              </p:cNvPr>
              <p:cNvSpPr/>
              <p:nvPr/>
            </p:nvSpPr>
            <p:spPr>
              <a:xfrm>
                <a:off x="740558" y="88546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3" name="流程图: 接点 3252">
                <a:extLst>
                  <a:ext uri="{FF2B5EF4-FFF2-40B4-BE49-F238E27FC236}">
                    <a16:creationId xmlns:a16="http://schemas.microsoft.com/office/drawing/2014/main" id="{B8A9F90D-4FF7-4452-A3BA-43250FAFF356}"/>
                  </a:ext>
                </a:extLst>
              </p:cNvPr>
              <p:cNvSpPr/>
              <p:nvPr/>
            </p:nvSpPr>
            <p:spPr>
              <a:xfrm>
                <a:off x="893011" y="8939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4" name="流程图: 接点 3253">
                <a:extLst>
                  <a:ext uri="{FF2B5EF4-FFF2-40B4-BE49-F238E27FC236}">
                    <a16:creationId xmlns:a16="http://schemas.microsoft.com/office/drawing/2014/main" id="{542509E0-B15F-4455-97C2-BF7342C629EE}"/>
                  </a:ext>
                </a:extLst>
              </p:cNvPr>
              <p:cNvSpPr/>
              <p:nvPr/>
            </p:nvSpPr>
            <p:spPr>
              <a:xfrm>
                <a:off x="839229" y="97334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5" name="流程图: 接点 3254">
                <a:extLst>
                  <a:ext uri="{FF2B5EF4-FFF2-40B4-BE49-F238E27FC236}">
                    <a16:creationId xmlns:a16="http://schemas.microsoft.com/office/drawing/2014/main" id="{EB19C7DF-BD22-4168-AA3D-2DB968A32BBD}"/>
                  </a:ext>
                </a:extLst>
              </p:cNvPr>
              <p:cNvSpPr/>
              <p:nvPr/>
            </p:nvSpPr>
            <p:spPr>
              <a:xfrm>
                <a:off x="900688" y="84579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6" name="流程图: 接点 3255">
                <a:extLst>
                  <a:ext uri="{FF2B5EF4-FFF2-40B4-BE49-F238E27FC236}">
                    <a16:creationId xmlns:a16="http://schemas.microsoft.com/office/drawing/2014/main" id="{F6E75FD9-962A-4CE6-AED8-7EC98F60B0F0}"/>
                  </a:ext>
                </a:extLst>
              </p:cNvPr>
              <p:cNvSpPr/>
              <p:nvPr/>
            </p:nvSpPr>
            <p:spPr>
              <a:xfrm>
                <a:off x="846906" y="92522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7" name="流程图: 接点 3256">
                <a:extLst>
                  <a:ext uri="{FF2B5EF4-FFF2-40B4-BE49-F238E27FC236}">
                    <a16:creationId xmlns:a16="http://schemas.microsoft.com/office/drawing/2014/main" id="{F724CCB9-AB31-4771-990A-1C3F9CEEF5D5}"/>
                  </a:ext>
                </a:extLst>
              </p:cNvPr>
              <p:cNvSpPr/>
              <p:nvPr/>
            </p:nvSpPr>
            <p:spPr>
              <a:xfrm>
                <a:off x="770440" y="94463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8" name="流程图: 接点 3257">
                <a:extLst>
                  <a:ext uri="{FF2B5EF4-FFF2-40B4-BE49-F238E27FC236}">
                    <a16:creationId xmlns:a16="http://schemas.microsoft.com/office/drawing/2014/main" id="{008A0CCC-7097-44F8-80E6-8B8153552B9B}"/>
                  </a:ext>
                </a:extLst>
              </p:cNvPr>
              <p:cNvSpPr/>
              <p:nvPr/>
            </p:nvSpPr>
            <p:spPr>
              <a:xfrm>
                <a:off x="834596" y="83851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9" name="流程图: 接点 3258">
                <a:extLst>
                  <a:ext uri="{FF2B5EF4-FFF2-40B4-BE49-F238E27FC236}">
                    <a16:creationId xmlns:a16="http://schemas.microsoft.com/office/drawing/2014/main" id="{F9EA347B-6995-4CE8-AAC1-5FEAA7644C3D}"/>
                  </a:ext>
                </a:extLst>
              </p:cNvPr>
              <p:cNvSpPr/>
              <p:nvPr/>
            </p:nvSpPr>
            <p:spPr>
              <a:xfrm>
                <a:off x="842273" y="79038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60" name="流程图: 接点 3259">
                <a:extLst>
                  <a:ext uri="{FF2B5EF4-FFF2-40B4-BE49-F238E27FC236}">
                    <a16:creationId xmlns:a16="http://schemas.microsoft.com/office/drawing/2014/main" id="{8BAB0716-44FB-4CF8-B75C-9B9FBD4E54D2}"/>
                  </a:ext>
                </a:extLst>
              </p:cNvPr>
              <p:cNvSpPr/>
              <p:nvPr/>
            </p:nvSpPr>
            <p:spPr>
              <a:xfrm>
                <a:off x="765807" y="80979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61" name="流程图: 接点 3260">
                <a:extLst>
                  <a:ext uri="{FF2B5EF4-FFF2-40B4-BE49-F238E27FC236}">
                    <a16:creationId xmlns:a16="http://schemas.microsoft.com/office/drawing/2014/main" id="{D911DF4E-00DC-4527-8776-A8E4E1D37EA3}"/>
                  </a:ext>
                </a:extLst>
              </p:cNvPr>
              <p:cNvSpPr/>
              <p:nvPr/>
            </p:nvSpPr>
            <p:spPr>
              <a:xfrm>
                <a:off x="821990" y="79262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62" name="流程图: 接点 3261">
                <a:extLst>
                  <a:ext uri="{FF2B5EF4-FFF2-40B4-BE49-F238E27FC236}">
                    <a16:creationId xmlns:a16="http://schemas.microsoft.com/office/drawing/2014/main" id="{28DDAB55-F601-4FAB-9CC3-1EBF4620B82B}"/>
                  </a:ext>
                </a:extLst>
              </p:cNvPr>
              <p:cNvSpPr/>
              <p:nvPr/>
            </p:nvSpPr>
            <p:spPr>
              <a:xfrm>
                <a:off x="821990" y="84074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63" name="流程图: 接点 3262">
                <a:extLst>
                  <a:ext uri="{FF2B5EF4-FFF2-40B4-BE49-F238E27FC236}">
                    <a16:creationId xmlns:a16="http://schemas.microsoft.com/office/drawing/2014/main" id="{85EE8F3A-0130-4B23-AEE1-F9E9AB6A1093}"/>
                  </a:ext>
                </a:extLst>
              </p:cNvPr>
              <p:cNvSpPr/>
              <p:nvPr/>
            </p:nvSpPr>
            <p:spPr>
              <a:xfrm>
                <a:off x="981870" y="77736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64" name="流程图: 接点 3263">
                <a:extLst>
                  <a:ext uri="{FF2B5EF4-FFF2-40B4-BE49-F238E27FC236}">
                    <a16:creationId xmlns:a16="http://schemas.microsoft.com/office/drawing/2014/main" id="{F913CACF-8CB5-4346-A367-82902C409C67}"/>
                  </a:ext>
                </a:extLst>
              </p:cNvPr>
              <p:cNvSpPr/>
              <p:nvPr/>
            </p:nvSpPr>
            <p:spPr>
              <a:xfrm>
                <a:off x="845195" y="79340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65" name="流程图: 接点 3264">
                <a:extLst>
                  <a:ext uri="{FF2B5EF4-FFF2-40B4-BE49-F238E27FC236}">
                    <a16:creationId xmlns:a16="http://schemas.microsoft.com/office/drawing/2014/main" id="{2A28DF39-FA22-431C-9C7F-A39DA3C2D537}"/>
                  </a:ext>
                </a:extLst>
              </p:cNvPr>
              <p:cNvSpPr/>
              <p:nvPr/>
            </p:nvSpPr>
            <p:spPr>
              <a:xfrm>
                <a:off x="779441" y="7683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66" name="流程图: 接点 3265">
                <a:extLst>
                  <a:ext uri="{FF2B5EF4-FFF2-40B4-BE49-F238E27FC236}">
                    <a16:creationId xmlns:a16="http://schemas.microsoft.com/office/drawing/2014/main" id="{C53B5616-5B95-489D-9CEF-5557FB1C7F7F}"/>
                  </a:ext>
                </a:extLst>
              </p:cNvPr>
              <p:cNvSpPr/>
              <p:nvPr/>
            </p:nvSpPr>
            <p:spPr>
              <a:xfrm>
                <a:off x="768207" y="87204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67" name="流程图: 接点 3266">
                <a:extLst>
                  <a:ext uri="{FF2B5EF4-FFF2-40B4-BE49-F238E27FC236}">
                    <a16:creationId xmlns:a16="http://schemas.microsoft.com/office/drawing/2014/main" id="{C23BC83F-EB38-4383-9AE9-1DAF6DEC7D0D}"/>
                  </a:ext>
                </a:extLst>
              </p:cNvPr>
              <p:cNvSpPr/>
              <p:nvPr/>
            </p:nvSpPr>
            <p:spPr>
              <a:xfrm>
                <a:off x="713996" y="80866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68" name="流程图: 接点 3267">
                <a:extLst>
                  <a:ext uri="{FF2B5EF4-FFF2-40B4-BE49-F238E27FC236}">
                    <a16:creationId xmlns:a16="http://schemas.microsoft.com/office/drawing/2014/main" id="{44145B76-2F5C-40F1-BA1A-9982F2FD7CF2}"/>
                  </a:ext>
                </a:extLst>
              </p:cNvPr>
              <p:cNvSpPr/>
              <p:nvPr/>
            </p:nvSpPr>
            <p:spPr>
              <a:xfrm>
                <a:off x="768207" y="92017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69" name="流程图: 接点 3268">
                <a:extLst>
                  <a:ext uri="{FF2B5EF4-FFF2-40B4-BE49-F238E27FC236}">
                    <a16:creationId xmlns:a16="http://schemas.microsoft.com/office/drawing/2014/main" id="{18681101-102B-477B-974A-96E6F701A7AD}"/>
                  </a:ext>
                </a:extLst>
              </p:cNvPr>
              <p:cNvSpPr/>
              <p:nvPr/>
            </p:nvSpPr>
            <p:spPr>
              <a:xfrm>
                <a:off x="791413" y="82470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0" name="流程图: 接点 3269">
                <a:extLst>
                  <a:ext uri="{FF2B5EF4-FFF2-40B4-BE49-F238E27FC236}">
                    <a16:creationId xmlns:a16="http://schemas.microsoft.com/office/drawing/2014/main" id="{22BFCD69-4409-4E00-8B82-DCF891C8942F}"/>
                  </a:ext>
                </a:extLst>
              </p:cNvPr>
              <p:cNvSpPr/>
              <p:nvPr/>
            </p:nvSpPr>
            <p:spPr>
              <a:xfrm>
                <a:off x="928087" y="85679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1" name="流程图: 接点 3270">
                <a:extLst>
                  <a:ext uri="{FF2B5EF4-FFF2-40B4-BE49-F238E27FC236}">
                    <a16:creationId xmlns:a16="http://schemas.microsoft.com/office/drawing/2014/main" id="{18481B54-929D-40B2-8E66-098830BFDF21}"/>
                  </a:ext>
                </a:extLst>
              </p:cNvPr>
              <p:cNvSpPr/>
              <p:nvPr/>
            </p:nvSpPr>
            <p:spPr>
              <a:xfrm>
                <a:off x="791413" y="87283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2" name="流程图: 接点 3271">
                <a:extLst>
                  <a:ext uri="{FF2B5EF4-FFF2-40B4-BE49-F238E27FC236}">
                    <a16:creationId xmlns:a16="http://schemas.microsoft.com/office/drawing/2014/main" id="{6FF0E690-15FB-49CF-AE96-FE57639FC51C}"/>
                  </a:ext>
                </a:extLst>
              </p:cNvPr>
              <p:cNvSpPr/>
              <p:nvPr/>
            </p:nvSpPr>
            <p:spPr>
              <a:xfrm>
                <a:off x="680763" y="80984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3" name="流程图: 接点 3272">
                <a:extLst>
                  <a:ext uri="{FF2B5EF4-FFF2-40B4-BE49-F238E27FC236}">
                    <a16:creationId xmlns:a16="http://schemas.microsoft.com/office/drawing/2014/main" id="{E1942C6F-FE8E-448A-B87F-040A41399DF3}"/>
                  </a:ext>
                </a:extLst>
              </p:cNvPr>
              <p:cNvSpPr/>
              <p:nvPr/>
            </p:nvSpPr>
            <p:spPr>
              <a:xfrm>
                <a:off x="711339" y="77775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4" name="流程图: 接点 3273">
                <a:extLst>
                  <a:ext uri="{FF2B5EF4-FFF2-40B4-BE49-F238E27FC236}">
                    <a16:creationId xmlns:a16="http://schemas.microsoft.com/office/drawing/2014/main" id="{29F1BDA0-793B-443F-A1EA-55F0AE557146}"/>
                  </a:ext>
                </a:extLst>
              </p:cNvPr>
              <p:cNvSpPr/>
              <p:nvPr/>
            </p:nvSpPr>
            <p:spPr>
              <a:xfrm>
                <a:off x="700106" y="88149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5" name="流程图: 接点 3274">
                <a:extLst>
                  <a:ext uri="{FF2B5EF4-FFF2-40B4-BE49-F238E27FC236}">
                    <a16:creationId xmlns:a16="http://schemas.microsoft.com/office/drawing/2014/main" id="{9A909D4E-58AD-45B9-846B-0D41EEF749FF}"/>
                  </a:ext>
                </a:extLst>
              </p:cNvPr>
              <p:cNvSpPr/>
              <p:nvPr/>
            </p:nvSpPr>
            <p:spPr>
              <a:xfrm>
                <a:off x="700106" y="92962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6" name="流程图: 接点 3275">
                <a:extLst>
                  <a:ext uri="{FF2B5EF4-FFF2-40B4-BE49-F238E27FC236}">
                    <a16:creationId xmlns:a16="http://schemas.microsoft.com/office/drawing/2014/main" id="{344C3931-04ED-468C-8CDE-971A5E3D5053}"/>
                  </a:ext>
                </a:extLst>
              </p:cNvPr>
              <p:cNvSpPr/>
              <p:nvPr/>
            </p:nvSpPr>
            <p:spPr>
              <a:xfrm>
                <a:off x="723311" y="83415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7" name="流程图: 接点 3276">
                <a:extLst>
                  <a:ext uri="{FF2B5EF4-FFF2-40B4-BE49-F238E27FC236}">
                    <a16:creationId xmlns:a16="http://schemas.microsoft.com/office/drawing/2014/main" id="{84BF1A7D-6769-4B7D-95D8-D1E67DAD355D}"/>
                  </a:ext>
                </a:extLst>
              </p:cNvPr>
              <p:cNvSpPr/>
              <p:nvPr/>
            </p:nvSpPr>
            <p:spPr>
              <a:xfrm>
                <a:off x="859986" y="86624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8" name="流程图: 接点 3277">
                <a:extLst>
                  <a:ext uri="{FF2B5EF4-FFF2-40B4-BE49-F238E27FC236}">
                    <a16:creationId xmlns:a16="http://schemas.microsoft.com/office/drawing/2014/main" id="{55B9ECAC-0905-4533-9D29-3F3D72323FB7}"/>
                  </a:ext>
                </a:extLst>
              </p:cNvPr>
              <p:cNvSpPr/>
              <p:nvPr/>
            </p:nvSpPr>
            <p:spPr>
              <a:xfrm>
                <a:off x="723311" y="88228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9" name="流程图: 接点 3278">
                <a:extLst>
                  <a:ext uri="{FF2B5EF4-FFF2-40B4-BE49-F238E27FC236}">
                    <a16:creationId xmlns:a16="http://schemas.microsoft.com/office/drawing/2014/main" id="{B21A43AF-3197-413C-B1DA-EA03C75D1615}"/>
                  </a:ext>
                </a:extLst>
              </p:cNvPr>
              <p:cNvSpPr/>
              <p:nvPr/>
            </p:nvSpPr>
            <p:spPr>
              <a:xfrm>
                <a:off x="657557" y="85718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80" name="流程图: 接点 3279">
                <a:extLst>
                  <a:ext uri="{FF2B5EF4-FFF2-40B4-BE49-F238E27FC236}">
                    <a16:creationId xmlns:a16="http://schemas.microsoft.com/office/drawing/2014/main" id="{D9613B95-17AB-4E48-B35D-278F099F3111}"/>
                  </a:ext>
                </a:extLst>
              </p:cNvPr>
              <p:cNvSpPr/>
              <p:nvPr/>
            </p:nvSpPr>
            <p:spPr>
              <a:xfrm>
                <a:off x="680763" y="80984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81" name="流程图: 接点 3280">
                <a:extLst>
                  <a:ext uri="{FF2B5EF4-FFF2-40B4-BE49-F238E27FC236}">
                    <a16:creationId xmlns:a16="http://schemas.microsoft.com/office/drawing/2014/main" id="{DB96B9BA-09EA-4F38-80E2-E9206036F256}"/>
                  </a:ext>
                </a:extLst>
              </p:cNvPr>
              <p:cNvSpPr/>
              <p:nvPr/>
            </p:nvSpPr>
            <p:spPr>
              <a:xfrm>
                <a:off x="669529" y="91358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82" name="流程图: 接点 3281">
                <a:extLst>
                  <a:ext uri="{FF2B5EF4-FFF2-40B4-BE49-F238E27FC236}">
                    <a16:creationId xmlns:a16="http://schemas.microsoft.com/office/drawing/2014/main" id="{8A238B1D-04CB-4A4C-AE2F-33D5E7B66FDB}"/>
                  </a:ext>
                </a:extLst>
              </p:cNvPr>
              <p:cNvSpPr/>
              <p:nvPr/>
            </p:nvSpPr>
            <p:spPr>
              <a:xfrm>
                <a:off x="806203" y="94566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83" name="流程图: 接点 3282">
                <a:extLst>
                  <a:ext uri="{FF2B5EF4-FFF2-40B4-BE49-F238E27FC236}">
                    <a16:creationId xmlns:a16="http://schemas.microsoft.com/office/drawing/2014/main" id="{7F94CA62-E4C8-4009-85FD-616299773D4C}"/>
                  </a:ext>
                </a:extLst>
              </p:cNvPr>
              <p:cNvSpPr/>
              <p:nvPr/>
            </p:nvSpPr>
            <p:spPr>
              <a:xfrm>
                <a:off x="669529" y="96171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84" name="流程图: 接点 3283">
                <a:extLst>
                  <a:ext uri="{FF2B5EF4-FFF2-40B4-BE49-F238E27FC236}">
                    <a16:creationId xmlns:a16="http://schemas.microsoft.com/office/drawing/2014/main" id="{739987A0-45FF-4B80-89C1-F55F23901A81}"/>
                  </a:ext>
                </a:extLst>
              </p:cNvPr>
              <p:cNvSpPr/>
              <p:nvPr/>
            </p:nvSpPr>
            <p:spPr>
              <a:xfrm>
                <a:off x="829667" y="79262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85" name="流程图: 接点 3284">
                <a:extLst>
                  <a:ext uri="{FF2B5EF4-FFF2-40B4-BE49-F238E27FC236}">
                    <a16:creationId xmlns:a16="http://schemas.microsoft.com/office/drawing/2014/main" id="{5B048171-38D2-44F9-BB41-FC9CE4AFB7C1}"/>
                  </a:ext>
                </a:extLst>
              </p:cNvPr>
              <p:cNvSpPr/>
              <p:nvPr/>
            </p:nvSpPr>
            <p:spPr>
              <a:xfrm>
                <a:off x="775885" y="82391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86" name="流程图: 接点 3285">
                <a:extLst>
                  <a:ext uri="{FF2B5EF4-FFF2-40B4-BE49-F238E27FC236}">
                    <a16:creationId xmlns:a16="http://schemas.microsoft.com/office/drawing/2014/main" id="{A587FE32-6329-4B78-B32C-02D02D909368}"/>
                  </a:ext>
                </a:extLst>
              </p:cNvPr>
              <p:cNvSpPr/>
              <p:nvPr/>
            </p:nvSpPr>
            <p:spPr>
              <a:xfrm>
                <a:off x="721673" y="76053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87" name="流程图: 接点 3286">
                <a:extLst>
                  <a:ext uri="{FF2B5EF4-FFF2-40B4-BE49-F238E27FC236}">
                    <a16:creationId xmlns:a16="http://schemas.microsoft.com/office/drawing/2014/main" id="{7661FF97-B1F8-4638-8DC7-1C8AA6E7483F}"/>
                  </a:ext>
                </a:extLst>
              </p:cNvPr>
              <p:cNvSpPr/>
              <p:nvPr/>
            </p:nvSpPr>
            <p:spPr>
              <a:xfrm>
                <a:off x="775885" y="87204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88" name="流程图: 接点 3287">
                <a:extLst>
                  <a:ext uri="{FF2B5EF4-FFF2-40B4-BE49-F238E27FC236}">
                    <a16:creationId xmlns:a16="http://schemas.microsoft.com/office/drawing/2014/main" id="{36AF25DF-C2B3-4B10-B5F0-294C99910308}"/>
                  </a:ext>
                </a:extLst>
              </p:cNvPr>
              <p:cNvSpPr/>
              <p:nvPr/>
            </p:nvSpPr>
            <p:spPr>
              <a:xfrm>
                <a:off x="799090" y="77657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89" name="流程图: 接点 3288">
                <a:extLst>
                  <a:ext uri="{FF2B5EF4-FFF2-40B4-BE49-F238E27FC236}">
                    <a16:creationId xmlns:a16="http://schemas.microsoft.com/office/drawing/2014/main" id="{1DC25D81-D3FA-404E-8425-8C45B8025EC3}"/>
                  </a:ext>
                </a:extLst>
              </p:cNvPr>
              <p:cNvSpPr/>
              <p:nvPr/>
            </p:nvSpPr>
            <p:spPr>
              <a:xfrm>
                <a:off x="935764" y="80866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0" name="流程图: 接点 3289">
                <a:extLst>
                  <a:ext uri="{FF2B5EF4-FFF2-40B4-BE49-F238E27FC236}">
                    <a16:creationId xmlns:a16="http://schemas.microsoft.com/office/drawing/2014/main" id="{A28982E7-B3FE-46BC-AB40-D9CF1B309077}"/>
                  </a:ext>
                </a:extLst>
              </p:cNvPr>
              <p:cNvSpPr/>
              <p:nvPr/>
            </p:nvSpPr>
            <p:spPr>
              <a:xfrm>
                <a:off x="799090" y="82470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1" name="流程图: 接点 3290">
                <a:extLst>
                  <a:ext uri="{FF2B5EF4-FFF2-40B4-BE49-F238E27FC236}">
                    <a16:creationId xmlns:a16="http://schemas.microsoft.com/office/drawing/2014/main" id="{CB9B1520-8783-4E53-9AD3-D57476EC068A}"/>
                  </a:ext>
                </a:extLst>
              </p:cNvPr>
              <p:cNvSpPr/>
              <p:nvPr/>
            </p:nvSpPr>
            <p:spPr>
              <a:xfrm>
                <a:off x="688440" y="76171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2" name="流程图: 接点 3291">
                <a:extLst>
                  <a:ext uri="{FF2B5EF4-FFF2-40B4-BE49-F238E27FC236}">
                    <a16:creationId xmlns:a16="http://schemas.microsoft.com/office/drawing/2014/main" id="{BD76E370-D726-48DE-AD3E-2450339650C2}"/>
                  </a:ext>
                </a:extLst>
              </p:cNvPr>
              <p:cNvSpPr/>
              <p:nvPr/>
            </p:nvSpPr>
            <p:spPr>
              <a:xfrm>
                <a:off x="707783" y="83337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3" name="流程图: 接点 3292">
                <a:extLst>
                  <a:ext uri="{FF2B5EF4-FFF2-40B4-BE49-F238E27FC236}">
                    <a16:creationId xmlns:a16="http://schemas.microsoft.com/office/drawing/2014/main" id="{E7FF0F9C-99D0-4972-B4A0-6C761DF74E96}"/>
                  </a:ext>
                </a:extLst>
              </p:cNvPr>
              <p:cNvSpPr/>
              <p:nvPr/>
            </p:nvSpPr>
            <p:spPr>
              <a:xfrm>
                <a:off x="653571" y="76998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4" name="流程图: 接点 3293">
                <a:extLst>
                  <a:ext uri="{FF2B5EF4-FFF2-40B4-BE49-F238E27FC236}">
                    <a16:creationId xmlns:a16="http://schemas.microsoft.com/office/drawing/2014/main" id="{2E14C5D7-B052-4540-ABD7-005F07FBBC12}"/>
                  </a:ext>
                </a:extLst>
              </p:cNvPr>
              <p:cNvSpPr/>
              <p:nvPr/>
            </p:nvSpPr>
            <p:spPr>
              <a:xfrm>
                <a:off x="707783" y="88149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5" name="流程图: 接点 3294">
                <a:extLst>
                  <a:ext uri="{FF2B5EF4-FFF2-40B4-BE49-F238E27FC236}">
                    <a16:creationId xmlns:a16="http://schemas.microsoft.com/office/drawing/2014/main" id="{D359BA0C-3727-4819-89EC-D8A0199E611E}"/>
                  </a:ext>
                </a:extLst>
              </p:cNvPr>
              <p:cNvSpPr/>
              <p:nvPr/>
            </p:nvSpPr>
            <p:spPr>
              <a:xfrm>
                <a:off x="730989" y="78602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6" name="流程图: 接点 3295">
                <a:extLst>
                  <a:ext uri="{FF2B5EF4-FFF2-40B4-BE49-F238E27FC236}">
                    <a16:creationId xmlns:a16="http://schemas.microsoft.com/office/drawing/2014/main" id="{584B0B0E-1C3B-4A76-9C66-6922BF35DEBB}"/>
                  </a:ext>
                </a:extLst>
              </p:cNvPr>
              <p:cNvSpPr/>
              <p:nvPr/>
            </p:nvSpPr>
            <p:spPr>
              <a:xfrm>
                <a:off x="867663" y="81811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7" name="流程图: 接点 3296">
                <a:extLst>
                  <a:ext uri="{FF2B5EF4-FFF2-40B4-BE49-F238E27FC236}">
                    <a16:creationId xmlns:a16="http://schemas.microsoft.com/office/drawing/2014/main" id="{35CDA94C-2D27-49C4-BD0F-AA4D31570484}"/>
                  </a:ext>
                </a:extLst>
              </p:cNvPr>
              <p:cNvSpPr/>
              <p:nvPr/>
            </p:nvSpPr>
            <p:spPr>
              <a:xfrm>
                <a:off x="730989" y="83415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8" name="流程图: 接点 3297">
                <a:extLst>
                  <a:ext uri="{FF2B5EF4-FFF2-40B4-BE49-F238E27FC236}">
                    <a16:creationId xmlns:a16="http://schemas.microsoft.com/office/drawing/2014/main" id="{77939B88-2D68-40F7-9DFC-0169B9DE4D69}"/>
                  </a:ext>
                </a:extLst>
              </p:cNvPr>
              <p:cNvSpPr/>
              <p:nvPr/>
            </p:nvSpPr>
            <p:spPr>
              <a:xfrm>
                <a:off x="665234" y="80905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9" name="流程图: 接点 3298">
                <a:extLst>
                  <a:ext uri="{FF2B5EF4-FFF2-40B4-BE49-F238E27FC236}">
                    <a16:creationId xmlns:a16="http://schemas.microsoft.com/office/drawing/2014/main" id="{2DC78CB2-97D2-4BF4-943B-DCDB5EDED780}"/>
                  </a:ext>
                </a:extLst>
              </p:cNvPr>
              <p:cNvSpPr/>
              <p:nvPr/>
            </p:nvSpPr>
            <p:spPr>
              <a:xfrm>
                <a:off x="688440" y="76171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0" name="流程图: 接点 3299">
                <a:extLst>
                  <a:ext uri="{FF2B5EF4-FFF2-40B4-BE49-F238E27FC236}">
                    <a16:creationId xmlns:a16="http://schemas.microsoft.com/office/drawing/2014/main" id="{DA13E4A3-1C40-4218-B388-DF1228DF9590}"/>
                  </a:ext>
                </a:extLst>
              </p:cNvPr>
              <p:cNvSpPr/>
              <p:nvPr/>
            </p:nvSpPr>
            <p:spPr>
              <a:xfrm>
                <a:off x="654001" y="91279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1" name="流程图: 接点 3300">
                <a:extLst>
                  <a:ext uri="{FF2B5EF4-FFF2-40B4-BE49-F238E27FC236}">
                    <a16:creationId xmlns:a16="http://schemas.microsoft.com/office/drawing/2014/main" id="{D294C4AB-6E9F-4D78-ABB1-64D319B1080F}"/>
                  </a:ext>
                </a:extLst>
              </p:cNvPr>
              <p:cNvSpPr/>
              <p:nvPr/>
            </p:nvSpPr>
            <p:spPr>
              <a:xfrm>
                <a:off x="654001" y="96092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2" name="流程图: 接点 3301">
                <a:extLst>
                  <a:ext uri="{FF2B5EF4-FFF2-40B4-BE49-F238E27FC236}">
                    <a16:creationId xmlns:a16="http://schemas.microsoft.com/office/drawing/2014/main" id="{2E402F86-F47F-496C-B51B-A5EE0CD1B233}"/>
                  </a:ext>
                </a:extLst>
              </p:cNvPr>
              <p:cNvSpPr/>
              <p:nvPr/>
            </p:nvSpPr>
            <p:spPr>
              <a:xfrm>
                <a:off x="677206" y="86545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3" name="流程图: 接点 3302">
                <a:extLst>
                  <a:ext uri="{FF2B5EF4-FFF2-40B4-BE49-F238E27FC236}">
                    <a16:creationId xmlns:a16="http://schemas.microsoft.com/office/drawing/2014/main" id="{9842DC14-0AD6-4D91-AAF9-0D3B0FDCAE46}"/>
                  </a:ext>
                </a:extLst>
              </p:cNvPr>
              <p:cNvSpPr/>
              <p:nvPr/>
            </p:nvSpPr>
            <p:spPr>
              <a:xfrm>
                <a:off x="813880" y="89754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4" name="流程图: 接点 3303">
                <a:extLst>
                  <a:ext uri="{FF2B5EF4-FFF2-40B4-BE49-F238E27FC236}">
                    <a16:creationId xmlns:a16="http://schemas.microsoft.com/office/drawing/2014/main" id="{80977FAA-633C-4289-924D-2911D6750964}"/>
                  </a:ext>
                </a:extLst>
              </p:cNvPr>
              <p:cNvSpPr/>
              <p:nvPr/>
            </p:nvSpPr>
            <p:spPr>
              <a:xfrm>
                <a:off x="677206" y="91358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5" name="流程图: 接点 3304">
                <a:extLst>
                  <a:ext uri="{FF2B5EF4-FFF2-40B4-BE49-F238E27FC236}">
                    <a16:creationId xmlns:a16="http://schemas.microsoft.com/office/drawing/2014/main" id="{3EEBAFE5-8C76-492B-A1D5-8630B085EBD5}"/>
                  </a:ext>
                </a:extLst>
              </p:cNvPr>
              <p:cNvSpPr/>
              <p:nvPr/>
            </p:nvSpPr>
            <p:spPr>
              <a:xfrm>
                <a:off x="681768" y="79798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6" name="流程图: 接点 3305">
                <a:extLst>
                  <a:ext uri="{FF2B5EF4-FFF2-40B4-BE49-F238E27FC236}">
                    <a16:creationId xmlns:a16="http://schemas.microsoft.com/office/drawing/2014/main" id="{9B48E0BB-24C1-4741-B129-7C898596CBA7}"/>
                  </a:ext>
                </a:extLst>
              </p:cNvPr>
              <p:cNvSpPr/>
              <p:nvPr/>
            </p:nvSpPr>
            <p:spPr>
              <a:xfrm>
                <a:off x="966334" y="9059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7" name="流程图: 接点 3306">
                <a:extLst>
                  <a:ext uri="{FF2B5EF4-FFF2-40B4-BE49-F238E27FC236}">
                    <a16:creationId xmlns:a16="http://schemas.microsoft.com/office/drawing/2014/main" id="{8A3A202C-0EC9-40ED-8F03-AE78FBD6D4DC}"/>
                  </a:ext>
                </a:extLst>
              </p:cNvPr>
              <p:cNvSpPr/>
              <p:nvPr/>
            </p:nvSpPr>
            <p:spPr>
              <a:xfrm>
                <a:off x="912552" y="9854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8" name="流程图: 接点 3307">
                <a:extLst>
                  <a:ext uri="{FF2B5EF4-FFF2-40B4-BE49-F238E27FC236}">
                    <a16:creationId xmlns:a16="http://schemas.microsoft.com/office/drawing/2014/main" id="{14A256D4-5524-432B-BB67-1791D6DF7358}"/>
                  </a:ext>
                </a:extLst>
              </p:cNvPr>
              <p:cNvSpPr/>
              <p:nvPr/>
            </p:nvSpPr>
            <p:spPr>
              <a:xfrm>
                <a:off x="974011" y="85786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9" name="流程图: 接点 3308">
                <a:extLst>
                  <a:ext uri="{FF2B5EF4-FFF2-40B4-BE49-F238E27FC236}">
                    <a16:creationId xmlns:a16="http://schemas.microsoft.com/office/drawing/2014/main" id="{6A48C667-4151-47C0-BACB-AAE9BD992C10}"/>
                  </a:ext>
                </a:extLst>
              </p:cNvPr>
              <p:cNvSpPr/>
              <p:nvPr/>
            </p:nvSpPr>
            <p:spPr>
              <a:xfrm>
                <a:off x="920229" y="93729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0" name="流程图: 接点 3309">
                <a:extLst>
                  <a:ext uri="{FF2B5EF4-FFF2-40B4-BE49-F238E27FC236}">
                    <a16:creationId xmlns:a16="http://schemas.microsoft.com/office/drawing/2014/main" id="{6191FFB1-4888-48FC-8254-CE8401600288}"/>
                  </a:ext>
                </a:extLst>
              </p:cNvPr>
              <p:cNvSpPr/>
              <p:nvPr/>
            </p:nvSpPr>
            <p:spPr>
              <a:xfrm>
                <a:off x="885790" y="76848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1" name="流程图: 接点 3310">
                <a:extLst>
                  <a:ext uri="{FF2B5EF4-FFF2-40B4-BE49-F238E27FC236}">
                    <a16:creationId xmlns:a16="http://schemas.microsoft.com/office/drawing/2014/main" id="{4BF905B6-7FF0-4044-830C-54BD0CAE1063}"/>
                  </a:ext>
                </a:extLst>
              </p:cNvPr>
              <p:cNvSpPr/>
              <p:nvPr/>
            </p:nvSpPr>
            <p:spPr>
              <a:xfrm>
                <a:off x="683632" y="99637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2" name="流程图: 接点 3311">
                <a:extLst>
                  <a:ext uri="{FF2B5EF4-FFF2-40B4-BE49-F238E27FC236}">
                    <a16:creationId xmlns:a16="http://schemas.microsoft.com/office/drawing/2014/main" id="{B084A94F-BE2F-4E2C-AABD-2C5C9033C8A1}"/>
                  </a:ext>
                </a:extLst>
              </p:cNvPr>
              <p:cNvSpPr/>
              <p:nvPr/>
            </p:nvSpPr>
            <p:spPr>
              <a:xfrm>
                <a:off x="691309" y="94824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3" name="流程图: 接点 3312">
                <a:extLst>
                  <a:ext uri="{FF2B5EF4-FFF2-40B4-BE49-F238E27FC236}">
                    <a16:creationId xmlns:a16="http://schemas.microsoft.com/office/drawing/2014/main" id="{6EBF301B-3615-484F-A14F-8217DBE297D4}"/>
                  </a:ext>
                </a:extLst>
              </p:cNvPr>
              <p:cNvSpPr/>
              <p:nvPr/>
            </p:nvSpPr>
            <p:spPr>
              <a:xfrm>
                <a:off x="843763" y="95670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4" name="流程图: 接点 3313">
                <a:extLst>
                  <a:ext uri="{FF2B5EF4-FFF2-40B4-BE49-F238E27FC236}">
                    <a16:creationId xmlns:a16="http://schemas.microsoft.com/office/drawing/2014/main" id="{D76140B5-B76F-4A82-B0B3-AE1DE9AB1E36}"/>
                  </a:ext>
                </a:extLst>
              </p:cNvPr>
              <p:cNvSpPr/>
              <p:nvPr/>
            </p:nvSpPr>
            <p:spPr>
              <a:xfrm>
                <a:off x="789981" y="103612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5" name="流程图: 接点 3314">
                <a:extLst>
                  <a:ext uri="{FF2B5EF4-FFF2-40B4-BE49-F238E27FC236}">
                    <a16:creationId xmlns:a16="http://schemas.microsoft.com/office/drawing/2014/main" id="{D78C1461-1AA9-4219-B4B4-AE8D77615719}"/>
                  </a:ext>
                </a:extLst>
              </p:cNvPr>
              <p:cNvSpPr/>
              <p:nvPr/>
            </p:nvSpPr>
            <p:spPr>
              <a:xfrm>
                <a:off x="797658" y="98800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6" name="流程图: 接点 3315">
                <a:extLst>
                  <a:ext uri="{FF2B5EF4-FFF2-40B4-BE49-F238E27FC236}">
                    <a16:creationId xmlns:a16="http://schemas.microsoft.com/office/drawing/2014/main" id="{764158C1-26ED-48A3-8AF1-7D61F1A508C7}"/>
                  </a:ext>
                </a:extLst>
              </p:cNvPr>
              <p:cNvSpPr/>
              <p:nvPr/>
            </p:nvSpPr>
            <p:spPr>
              <a:xfrm>
                <a:off x="857746" y="84868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7" name="流程图: 接点 3316">
                <a:extLst>
                  <a:ext uri="{FF2B5EF4-FFF2-40B4-BE49-F238E27FC236}">
                    <a16:creationId xmlns:a16="http://schemas.microsoft.com/office/drawing/2014/main" id="{0BE21560-9719-4711-BADA-A42CAF429953}"/>
                  </a:ext>
                </a:extLst>
              </p:cNvPr>
              <p:cNvSpPr/>
              <p:nvPr/>
            </p:nvSpPr>
            <p:spPr>
              <a:xfrm>
                <a:off x="846512" y="95243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8" name="流程图: 接点 3317">
                <a:extLst>
                  <a:ext uri="{FF2B5EF4-FFF2-40B4-BE49-F238E27FC236}">
                    <a16:creationId xmlns:a16="http://schemas.microsoft.com/office/drawing/2014/main" id="{FF420C07-A6C3-4AF3-945E-521F62530E7F}"/>
                  </a:ext>
                </a:extLst>
              </p:cNvPr>
              <p:cNvSpPr/>
              <p:nvPr/>
            </p:nvSpPr>
            <p:spPr>
              <a:xfrm>
                <a:off x="846512" y="100056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9" name="流程图: 接点 3318">
                <a:extLst>
                  <a:ext uri="{FF2B5EF4-FFF2-40B4-BE49-F238E27FC236}">
                    <a16:creationId xmlns:a16="http://schemas.microsoft.com/office/drawing/2014/main" id="{CDFAEC6B-B383-4042-9BF9-12386754B259}"/>
                  </a:ext>
                </a:extLst>
              </p:cNvPr>
              <p:cNvSpPr/>
              <p:nvPr/>
            </p:nvSpPr>
            <p:spPr>
              <a:xfrm>
                <a:off x="869718" y="90509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0" name="流程图: 接点 3319">
                <a:extLst>
                  <a:ext uri="{FF2B5EF4-FFF2-40B4-BE49-F238E27FC236}">
                    <a16:creationId xmlns:a16="http://schemas.microsoft.com/office/drawing/2014/main" id="{98BE9E9B-0ACD-4663-BC5F-46A6E03AF824}"/>
                  </a:ext>
                </a:extLst>
              </p:cNvPr>
              <p:cNvSpPr/>
              <p:nvPr/>
            </p:nvSpPr>
            <p:spPr>
              <a:xfrm>
                <a:off x="1006392" y="93717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1" name="流程图: 接点 3320">
                <a:extLst>
                  <a:ext uri="{FF2B5EF4-FFF2-40B4-BE49-F238E27FC236}">
                    <a16:creationId xmlns:a16="http://schemas.microsoft.com/office/drawing/2014/main" id="{9CD9624C-DC9A-44AD-B9F8-72503E70D335}"/>
                  </a:ext>
                </a:extLst>
              </p:cNvPr>
              <p:cNvSpPr/>
              <p:nvPr/>
            </p:nvSpPr>
            <p:spPr>
              <a:xfrm>
                <a:off x="869718" y="95321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2" name="流程图: 接点 3321">
                <a:extLst>
                  <a:ext uri="{FF2B5EF4-FFF2-40B4-BE49-F238E27FC236}">
                    <a16:creationId xmlns:a16="http://schemas.microsoft.com/office/drawing/2014/main" id="{E970A13D-25E1-4AEC-BACE-3EF4C809590E}"/>
                  </a:ext>
                </a:extLst>
              </p:cNvPr>
              <p:cNvSpPr/>
              <p:nvPr/>
            </p:nvSpPr>
            <p:spPr>
              <a:xfrm>
                <a:off x="952610" y="101660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3" name="流程图: 接点 3322">
                <a:extLst>
                  <a:ext uri="{FF2B5EF4-FFF2-40B4-BE49-F238E27FC236}">
                    <a16:creationId xmlns:a16="http://schemas.microsoft.com/office/drawing/2014/main" id="{B4E71DD6-E3B9-4969-AFB1-2617EE7D7E80}"/>
                  </a:ext>
                </a:extLst>
              </p:cNvPr>
              <p:cNvSpPr/>
              <p:nvPr/>
            </p:nvSpPr>
            <p:spPr>
              <a:xfrm>
                <a:off x="884508" y="102605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4" name="流程图: 接点 3323">
                <a:extLst>
                  <a:ext uri="{FF2B5EF4-FFF2-40B4-BE49-F238E27FC236}">
                    <a16:creationId xmlns:a16="http://schemas.microsoft.com/office/drawing/2014/main" id="{B4CA6656-3730-4582-B71D-680DFE7A556B}"/>
                  </a:ext>
                </a:extLst>
              </p:cNvPr>
              <p:cNvSpPr/>
              <p:nvPr/>
            </p:nvSpPr>
            <p:spPr>
              <a:xfrm>
                <a:off x="854189" y="90430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5" name="流程图: 接点 3324">
                <a:extLst>
                  <a:ext uri="{FF2B5EF4-FFF2-40B4-BE49-F238E27FC236}">
                    <a16:creationId xmlns:a16="http://schemas.microsoft.com/office/drawing/2014/main" id="{0118D76A-724D-4D17-824E-3098D99964C9}"/>
                  </a:ext>
                </a:extLst>
              </p:cNvPr>
              <p:cNvSpPr/>
              <p:nvPr/>
            </p:nvSpPr>
            <p:spPr>
              <a:xfrm>
                <a:off x="854189" y="95243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6" name="流程图: 接点 3325">
                <a:extLst>
                  <a:ext uri="{FF2B5EF4-FFF2-40B4-BE49-F238E27FC236}">
                    <a16:creationId xmlns:a16="http://schemas.microsoft.com/office/drawing/2014/main" id="{A8E11C83-7212-439B-900C-62365EC4565F}"/>
                  </a:ext>
                </a:extLst>
              </p:cNvPr>
              <p:cNvSpPr/>
              <p:nvPr/>
            </p:nvSpPr>
            <p:spPr>
              <a:xfrm>
                <a:off x="877395" y="85696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7" name="流程图: 接点 3326">
                <a:extLst>
                  <a:ext uri="{FF2B5EF4-FFF2-40B4-BE49-F238E27FC236}">
                    <a16:creationId xmlns:a16="http://schemas.microsoft.com/office/drawing/2014/main" id="{8C21ABC4-1768-4798-AD1F-0D6241B8BE5B}"/>
                  </a:ext>
                </a:extLst>
              </p:cNvPr>
              <p:cNvSpPr/>
              <p:nvPr/>
            </p:nvSpPr>
            <p:spPr>
              <a:xfrm>
                <a:off x="1014069" y="88904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8" name="流程图: 接点 3327">
                <a:extLst>
                  <a:ext uri="{FF2B5EF4-FFF2-40B4-BE49-F238E27FC236}">
                    <a16:creationId xmlns:a16="http://schemas.microsoft.com/office/drawing/2014/main" id="{305E2F74-018D-40D5-9BB4-8AAA96B8FE7A}"/>
                  </a:ext>
                </a:extLst>
              </p:cNvPr>
              <p:cNvSpPr/>
              <p:nvPr/>
            </p:nvSpPr>
            <p:spPr>
              <a:xfrm>
                <a:off x="877395" y="90509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9" name="流程图: 接点 3328">
                <a:extLst>
                  <a:ext uri="{FF2B5EF4-FFF2-40B4-BE49-F238E27FC236}">
                    <a16:creationId xmlns:a16="http://schemas.microsoft.com/office/drawing/2014/main" id="{3E4A43ED-EF90-4F1F-B6B0-24C1C4D3662A}"/>
                  </a:ext>
                </a:extLst>
              </p:cNvPr>
              <p:cNvSpPr/>
              <p:nvPr/>
            </p:nvSpPr>
            <p:spPr>
              <a:xfrm>
                <a:off x="960287" y="96847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0" name="流程图: 接点 3329">
                <a:extLst>
                  <a:ext uri="{FF2B5EF4-FFF2-40B4-BE49-F238E27FC236}">
                    <a16:creationId xmlns:a16="http://schemas.microsoft.com/office/drawing/2014/main" id="{47922A48-ECCB-4038-BC46-1AF2833E02B0}"/>
                  </a:ext>
                </a:extLst>
              </p:cNvPr>
              <p:cNvSpPr/>
              <p:nvPr/>
            </p:nvSpPr>
            <p:spPr>
              <a:xfrm>
                <a:off x="892185" y="97792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1" name="流程图: 接点 3330">
                <a:extLst>
                  <a:ext uri="{FF2B5EF4-FFF2-40B4-BE49-F238E27FC236}">
                    <a16:creationId xmlns:a16="http://schemas.microsoft.com/office/drawing/2014/main" id="{EE7829B6-7FE2-4229-8F58-7A867D034722}"/>
                  </a:ext>
                </a:extLst>
              </p:cNvPr>
              <p:cNvSpPr/>
              <p:nvPr/>
            </p:nvSpPr>
            <p:spPr>
              <a:xfrm>
                <a:off x="838403" y="105735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2" name="流程图: 接点 3331">
                <a:extLst>
                  <a:ext uri="{FF2B5EF4-FFF2-40B4-BE49-F238E27FC236}">
                    <a16:creationId xmlns:a16="http://schemas.microsoft.com/office/drawing/2014/main" id="{D9003AAC-4B62-4C91-AEB0-96BAFFC67955}"/>
                  </a:ext>
                </a:extLst>
              </p:cNvPr>
              <p:cNvSpPr/>
              <p:nvPr/>
            </p:nvSpPr>
            <p:spPr>
              <a:xfrm>
                <a:off x="990857" y="106580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3" name="流程图: 接点 3332">
                <a:extLst>
                  <a:ext uri="{FF2B5EF4-FFF2-40B4-BE49-F238E27FC236}">
                    <a16:creationId xmlns:a16="http://schemas.microsoft.com/office/drawing/2014/main" id="{C60AD1DC-C817-4856-9B34-0694A590668B}"/>
                  </a:ext>
                </a:extLst>
              </p:cNvPr>
              <p:cNvSpPr/>
              <p:nvPr/>
            </p:nvSpPr>
            <p:spPr>
              <a:xfrm>
                <a:off x="937075" y="114523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4" name="流程图: 接点 3333">
                <a:extLst>
                  <a:ext uri="{FF2B5EF4-FFF2-40B4-BE49-F238E27FC236}">
                    <a16:creationId xmlns:a16="http://schemas.microsoft.com/office/drawing/2014/main" id="{A67936EF-91C9-4E67-ADA8-3A47721BF4F1}"/>
                  </a:ext>
                </a:extLst>
              </p:cNvPr>
              <p:cNvSpPr/>
              <p:nvPr/>
            </p:nvSpPr>
            <p:spPr>
              <a:xfrm>
                <a:off x="998534" y="101767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5" name="流程图: 接点 3334">
                <a:extLst>
                  <a:ext uri="{FF2B5EF4-FFF2-40B4-BE49-F238E27FC236}">
                    <a16:creationId xmlns:a16="http://schemas.microsoft.com/office/drawing/2014/main" id="{9F373044-CF21-46D7-A2E9-7A0EAAD56F12}"/>
                  </a:ext>
                </a:extLst>
              </p:cNvPr>
              <p:cNvSpPr/>
              <p:nvPr/>
            </p:nvSpPr>
            <p:spPr>
              <a:xfrm>
                <a:off x="944752" y="109710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6" name="流程图: 接点 3335">
                <a:extLst>
                  <a:ext uri="{FF2B5EF4-FFF2-40B4-BE49-F238E27FC236}">
                    <a16:creationId xmlns:a16="http://schemas.microsoft.com/office/drawing/2014/main" id="{6B40A138-7918-4D74-94B9-0FDC236CE18A}"/>
                  </a:ext>
                </a:extLst>
              </p:cNvPr>
              <p:cNvSpPr/>
              <p:nvPr/>
            </p:nvSpPr>
            <p:spPr>
              <a:xfrm>
                <a:off x="964095" y="84887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7" name="流程图: 接点 3336">
                <a:extLst>
                  <a:ext uri="{FF2B5EF4-FFF2-40B4-BE49-F238E27FC236}">
                    <a16:creationId xmlns:a16="http://schemas.microsoft.com/office/drawing/2014/main" id="{5415F2FC-AC60-4470-9155-D49C5D587AD6}"/>
                  </a:ext>
                </a:extLst>
              </p:cNvPr>
              <p:cNvSpPr/>
              <p:nvPr/>
            </p:nvSpPr>
            <p:spPr>
              <a:xfrm>
                <a:off x="910312" y="92829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8" name="流程图: 接点 3337">
                <a:extLst>
                  <a:ext uri="{FF2B5EF4-FFF2-40B4-BE49-F238E27FC236}">
                    <a16:creationId xmlns:a16="http://schemas.microsoft.com/office/drawing/2014/main" id="{63C7068C-81A7-4F3D-8810-A928733A2D94}"/>
                  </a:ext>
                </a:extLst>
              </p:cNvPr>
              <p:cNvSpPr/>
              <p:nvPr/>
            </p:nvSpPr>
            <p:spPr>
              <a:xfrm>
                <a:off x="917990" y="88016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9" name="流程图: 接点 3338">
                <a:extLst>
                  <a:ext uri="{FF2B5EF4-FFF2-40B4-BE49-F238E27FC236}">
                    <a16:creationId xmlns:a16="http://schemas.microsoft.com/office/drawing/2014/main" id="{0DA06BE5-C11A-4F35-9DB3-698A05D5B155}"/>
                  </a:ext>
                </a:extLst>
              </p:cNvPr>
              <p:cNvSpPr/>
              <p:nvPr/>
            </p:nvSpPr>
            <p:spPr>
              <a:xfrm>
                <a:off x="868286" y="111651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40" name="流程图: 接点 3339">
                <a:extLst>
                  <a:ext uri="{FF2B5EF4-FFF2-40B4-BE49-F238E27FC236}">
                    <a16:creationId xmlns:a16="http://schemas.microsoft.com/office/drawing/2014/main" id="{6D55F397-8AE3-4978-9A12-28D9F4160E83}"/>
                  </a:ext>
                </a:extLst>
              </p:cNvPr>
              <p:cNvSpPr/>
              <p:nvPr/>
            </p:nvSpPr>
            <p:spPr>
              <a:xfrm>
                <a:off x="703256" y="109710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41" name="流程图: 接点 3340">
                <a:extLst>
                  <a:ext uri="{FF2B5EF4-FFF2-40B4-BE49-F238E27FC236}">
                    <a16:creationId xmlns:a16="http://schemas.microsoft.com/office/drawing/2014/main" id="{30F7B7D7-9B4F-4870-88B1-4CE9E3BB7C10}"/>
                  </a:ext>
                </a:extLst>
              </p:cNvPr>
              <p:cNvSpPr/>
              <p:nvPr/>
            </p:nvSpPr>
            <p:spPr>
              <a:xfrm>
                <a:off x="716676" y="114148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42" name="流程图: 接点 3341">
                <a:extLst>
                  <a:ext uri="{FF2B5EF4-FFF2-40B4-BE49-F238E27FC236}">
                    <a16:creationId xmlns:a16="http://schemas.microsoft.com/office/drawing/2014/main" id="{558BFFB7-6462-459E-A964-B2C14C9A3BB9}"/>
                  </a:ext>
                </a:extLst>
              </p:cNvPr>
              <p:cNvSpPr/>
              <p:nvPr/>
            </p:nvSpPr>
            <p:spPr>
              <a:xfrm>
                <a:off x="662894" y="122091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43" name="流程图: 接点 3342">
                <a:extLst>
                  <a:ext uri="{FF2B5EF4-FFF2-40B4-BE49-F238E27FC236}">
                    <a16:creationId xmlns:a16="http://schemas.microsoft.com/office/drawing/2014/main" id="{F5F76A16-6F8E-4BBF-8A2A-865896BC3C27}"/>
                  </a:ext>
                </a:extLst>
              </p:cNvPr>
              <p:cNvSpPr/>
              <p:nvPr/>
            </p:nvSpPr>
            <p:spPr>
              <a:xfrm>
                <a:off x="670571" y="117278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44" name="流程图: 接点 3343">
                <a:extLst>
                  <a:ext uri="{FF2B5EF4-FFF2-40B4-BE49-F238E27FC236}">
                    <a16:creationId xmlns:a16="http://schemas.microsoft.com/office/drawing/2014/main" id="{FB860991-7403-436D-979E-B9EAFBA30DC7}"/>
                  </a:ext>
                </a:extLst>
              </p:cNvPr>
              <p:cNvSpPr/>
              <p:nvPr/>
            </p:nvSpPr>
            <p:spPr>
              <a:xfrm>
                <a:off x="798423" y="108683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45" name="流程图: 接点 3344">
                <a:extLst>
                  <a:ext uri="{FF2B5EF4-FFF2-40B4-BE49-F238E27FC236}">
                    <a16:creationId xmlns:a16="http://schemas.microsoft.com/office/drawing/2014/main" id="{328DCFEC-9053-409D-A903-A8D0A772F3E1}"/>
                  </a:ext>
                </a:extLst>
              </p:cNvPr>
              <p:cNvSpPr/>
              <p:nvPr/>
            </p:nvSpPr>
            <p:spPr>
              <a:xfrm>
                <a:off x="806101" y="103871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46" name="流程图: 接点 3345">
                <a:extLst>
                  <a:ext uri="{FF2B5EF4-FFF2-40B4-BE49-F238E27FC236}">
                    <a16:creationId xmlns:a16="http://schemas.microsoft.com/office/drawing/2014/main" id="{D6F4E458-2BF6-45B2-8669-01E822BB1DDD}"/>
                  </a:ext>
                </a:extLst>
              </p:cNvPr>
              <p:cNvSpPr/>
              <p:nvPr/>
            </p:nvSpPr>
            <p:spPr>
              <a:xfrm>
                <a:off x="729635" y="105812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47" name="流程图: 接点 3346">
                <a:extLst>
                  <a:ext uri="{FF2B5EF4-FFF2-40B4-BE49-F238E27FC236}">
                    <a16:creationId xmlns:a16="http://schemas.microsoft.com/office/drawing/2014/main" id="{EA74A80A-847B-4201-9011-5795D706DE0F}"/>
                  </a:ext>
                </a:extLst>
              </p:cNvPr>
              <p:cNvSpPr/>
              <p:nvPr/>
            </p:nvSpPr>
            <p:spPr>
              <a:xfrm>
                <a:off x="652136" y="101971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48" name="流程图: 接点 3347">
                <a:extLst>
                  <a:ext uri="{FF2B5EF4-FFF2-40B4-BE49-F238E27FC236}">
                    <a16:creationId xmlns:a16="http://schemas.microsoft.com/office/drawing/2014/main" id="{1AFEB0D0-6629-4228-9F71-BD3EF02B90B1}"/>
                  </a:ext>
                </a:extLst>
              </p:cNvPr>
              <p:cNvSpPr/>
              <p:nvPr/>
            </p:nvSpPr>
            <p:spPr>
              <a:xfrm>
                <a:off x="782650" y="121719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49" name="流程图: 接点 3348">
                <a:extLst>
                  <a:ext uri="{FF2B5EF4-FFF2-40B4-BE49-F238E27FC236}">
                    <a16:creationId xmlns:a16="http://schemas.microsoft.com/office/drawing/2014/main" id="{2B1CA8AA-711F-468E-8CEF-7F293C952136}"/>
                  </a:ext>
                </a:extLst>
              </p:cNvPr>
              <p:cNvSpPr/>
              <p:nvPr/>
            </p:nvSpPr>
            <p:spPr>
              <a:xfrm>
                <a:off x="790327" y="116906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50" name="流程图: 接点 3349">
                <a:extLst>
                  <a:ext uri="{FF2B5EF4-FFF2-40B4-BE49-F238E27FC236}">
                    <a16:creationId xmlns:a16="http://schemas.microsoft.com/office/drawing/2014/main" id="{00CCD8E8-E84C-4ABD-AD3F-1DB13D5D2F72}"/>
                  </a:ext>
                </a:extLst>
              </p:cNvPr>
              <p:cNvSpPr/>
              <p:nvPr/>
            </p:nvSpPr>
            <p:spPr>
              <a:xfrm>
                <a:off x="779286" y="117646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51" name="流程图: 接点 3350">
                <a:extLst>
                  <a:ext uri="{FF2B5EF4-FFF2-40B4-BE49-F238E27FC236}">
                    <a16:creationId xmlns:a16="http://schemas.microsoft.com/office/drawing/2014/main" id="{8EC8B56F-7A6E-48D3-B8F7-65A08BE50342}"/>
                  </a:ext>
                </a:extLst>
              </p:cNvPr>
              <p:cNvSpPr/>
              <p:nvPr/>
            </p:nvSpPr>
            <p:spPr>
              <a:xfrm>
                <a:off x="710497" y="114774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52" name="流程图: 接点 3351">
                <a:extLst>
                  <a:ext uri="{FF2B5EF4-FFF2-40B4-BE49-F238E27FC236}">
                    <a16:creationId xmlns:a16="http://schemas.microsoft.com/office/drawing/2014/main" id="{75B146EB-1458-4C6E-B2CF-65187E8E7BC7}"/>
                  </a:ext>
                </a:extLst>
              </p:cNvPr>
              <p:cNvSpPr/>
              <p:nvPr/>
            </p:nvSpPr>
            <p:spPr>
              <a:xfrm>
                <a:off x="713246" y="114347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53" name="流程图: 接点 3352">
                <a:extLst>
                  <a:ext uri="{FF2B5EF4-FFF2-40B4-BE49-F238E27FC236}">
                    <a16:creationId xmlns:a16="http://schemas.microsoft.com/office/drawing/2014/main" id="{E1F5D888-4F50-483D-B2C0-D8BDDC69C3D7}"/>
                  </a:ext>
                </a:extLst>
              </p:cNvPr>
              <p:cNvSpPr/>
              <p:nvPr/>
            </p:nvSpPr>
            <p:spPr>
              <a:xfrm>
                <a:off x="713246" y="119160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54" name="流程图: 接点 3353">
                <a:extLst>
                  <a:ext uri="{FF2B5EF4-FFF2-40B4-BE49-F238E27FC236}">
                    <a16:creationId xmlns:a16="http://schemas.microsoft.com/office/drawing/2014/main" id="{63AC1F92-21E9-414A-A45A-30D19C082DCD}"/>
                  </a:ext>
                </a:extLst>
              </p:cNvPr>
              <p:cNvSpPr/>
              <p:nvPr/>
            </p:nvSpPr>
            <p:spPr>
              <a:xfrm>
                <a:off x="736451" y="114426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55" name="流程图: 接点 3354">
                <a:extLst>
                  <a:ext uri="{FF2B5EF4-FFF2-40B4-BE49-F238E27FC236}">
                    <a16:creationId xmlns:a16="http://schemas.microsoft.com/office/drawing/2014/main" id="{5B7EB8A9-6EF8-419D-B84F-F39A0F8B859E}"/>
                  </a:ext>
                </a:extLst>
              </p:cNvPr>
              <p:cNvSpPr/>
              <p:nvPr/>
            </p:nvSpPr>
            <p:spPr>
              <a:xfrm>
                <a:off x="819343" y="120764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56" name="流程图: 接点 3355">
                <a:extLst>
                  <a:ext uri="{FF2B5EF4-FFF2-40B4-BE49-F238E27FC236}">
                    <a16:creationId xmlns:a16="http://schemas.microsoft.com/office/drawing/2014/main" id="{D887FA70-3E0C-46B3-BD30-713B29DB449D}"/>
                  </a:ext>
                </a:extLst>
              </p:cNvPr>
              <p:cNvSpPr/>
              <p:nvPr/>
            </p:nvSpPr>
            <p:spPr>
              <a:xfrm>
                <a:off x="751242" y="121709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57" name="流程图: 接点 3356">
                <a:extLst>
                  <a:ext uri="{FF2B5EF4-FFF2-40B4-BE49-F238E27FC236}">
                    <a16:creationId xmlns:a16="http://schemas.microsoft.com/office/drawing/2014/main" id="{04DB63A3-A73F-41B3-BE38-154C2C38D3DA}"/>
                  </a:ext>
                </a:extLst>
              </p:cNvPr>
              <p:cNvSpPr/>
              <p:nvPr/>
            </p:nvSpPr>
            <p:spPr>
              <a:xfrm>
                <a:off x="720923" y="114347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58" name="流程图: 接点 3357">
                <a:extLst>
                  <a:ext uri="{FF2B5EF4-FFF2-40B4-BE49-F238E27FC236}">
                    <a16:creationId xmlns:a16="http://schemas.microsoft.com/office/drawing/2014/main" id="{176EF0CC-0818-4865-912F-15A13B4866CF}"/>
                  </a:ext>
                </a:extLst>
              </p:cNvPr>
              <p:cNvSpPr/>
              <p:nvPr/>
            </p:nvSpPr>
            <p:spPr>
              <a:xfrm>
                <a:off x="827020" y="115951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59" name="流程图: 接点 3358">
                <a:extLst>
                  <a:ext uri="{FF2B5EF4-FFF2-40B4-BE49-F238E27FC236}">
                    <a16:creationId xmlns:a16="http://schemas.microsoft.com/office/drawing/2014/main" id="{8DE1249D-413E-4E8A-89CF-4690B9369AEA}"/>
                  </a:ext>
                </a:extLst>
              </p:cNvPr>
              <p:cNvSpPr/>
              <p:nvPr/>
            </p:nvSpPr>
            <p:spPr>
              <a:xfrm>
                <a:off x="758919" y="116896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0" name="流程图: 接点 3359">
                <a:extLst>
                  <a:ext uri="{FF2B5EF4-FFF2-40B4-BE49-F238E27FC236}">
                    <a16:creationId xmlns:a16="http://schemas.microsoft.com/office/drawing/2014/main" id="{7BC48640-DDE3-41C6-B52A-4AAA8C6922CF}"/>
                  </a:ext>
                </a:extLst>
              </p:cNvPr>
              <p:cNvSpPr/>
              <p:nvPr/>
            </p:nvSpPr>
            <p:spPr>
              <a:xfrm>
                <a:off x="705137" y="12483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1" name="流程图: 接点 3360">
                <a:extLst>
                  <a:ext uri="{FF2B5EF4-FFF2-40B4-BE49-F238E27FC236}">
                    <a16:creationId xmlns:a16="http://schemas.microsoft.com/office/drawing/2014/main" id="{378B810C-37B6-44DB-8576-4D1C02BBECDB}"/>
                  </a:ext>
                </a:extLst>
              </p:cNvPr>
              <p:cNvSpPr/>
              <p:nvPr/>
            </p:nvSpPr>
            <p:spPr>
              <a:xfrm>
                <a:off x="857590" y="125684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2" name="流程图: 接点 3361">
                <a:extLst>
                  <a:ext uri="{FF2B5EF4-FFF2-40B4-BE49-F238E27FC236}">
                    <a16:creationId xmlns:a16="http://schemas.microsoft.com/office/drawing/2014/main" id="{4B4EE487-7D4D-466A-8C8E-83A92359EE96}"/>
                  </a:ext>
                </a:extLst>
              </p:cNvPr>
              <p:cNvSpPr/>
              <p:nvPr/>
            </p:nvSpPr>
            <p:spPr>
              <a:xfrm>
                <a:off x="865267" y="120872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3" name="流程图: 接点 3362">
                <a:extLst>
                  <a:ext uri="{FF2B5EF4-FFF2-40B4-BE49-F238E27FC236}">
                    <a16:creationId xmlns:a16="http://schemas.microsoft.com/office/drawing/2014/main" id="{0DE34534-245E-4F20-BB48-349300F8334B}"/>
                  </a:ext>
                </a:extLst>
              </p:cNvPr>
              <p:cNvSpPr/>
              <p:nvPr/>
            </p:nvSpPr>
            <p:spPr>
              <a:xfrm>
                <a:off x="988278" y="76390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4" name="流程图: 接点 3363">
                <a:extLst>
                  <a:ext uri="{FF2B5EF4-FFF2-40B4-BE49-F238E27FC236}">
                    <a16:creationId xmlns:a16="http://schemas.microsoft.com/office/drawing/2014/main" id="{069902F2-DBB1-407D-80AF-7C519402347A}"/>
                  </a:ext>
                </a:extLst>
              </p:cNvPr>
              <p:cNvSpPr/>
              <p:nvPr/>
            </p:nvSpPr>
            <p:spPr>
              <a:xfrm>
                <a:off x="1140732" y="77235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5" name="流程图: 接点 3364">
                <a:extLst>
                  <a:ext uri="{FF2B5EF4-FFF2-40B4-BE49-F238E27FC236}">
                    <a16:creationId xmlns:a16="http://schemas.microsoft.com/office/drawing/2014/main" id="{D07805F8-727D-431B-B349-0C30DE04428D}"/>
                  </a:ext>
                </a:extLst>
              </p:cNvPr>
              <p:cNvSpPr/>
              <p:nvPr/>
            </p:nvSpPr>
            <p:spPr>
              <a:xfrm>
                <a:off x="1086950" y="85178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6" name="流程图: 接点 3365">
                <a:extLst>
                  <a:ext uri="{FF2B5EF4-FFF2-40B4-BE49-F238E27FC236}">
                    <a16:creationId xmlns:a16="http://schemas.microsoft.com/office/drawing/2014/main" id="{502E2238-FA76-401A-A803-31AE9ADDB534}"/>
                  </a:ext>
                </a:extLst>
              </p:cNvPr>
              <p:cNvSpPr/>
              <p:nvPr/>
            </p:nvSpPr>
            <p:spPr>
              <a:xfrm>
                <a:off x="1094627" y="80365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7" name="流程图: 接点 3366">
                <a:extLst>
                  <a:ext uri="{FF2B5EF4-FFF2-40B4-BE49-F238E27FC236}">
                    <a16:creationId xmlns:a16="http://schemas.microsoft.com/office/drawing/2014/main" id="{3FDD9B21-42AF-4AE4-993F-E1CD2972ADA6}"/>
                  </a:ext>
                </a:extLst>
              </p:cNvPr>
              <p:cNvSpPr/>
              <p:nvPr/>
            </p:nvSpPr>
            <p:spPr>
              <a:xfrm>
                <a:off x="1018161" y="82306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8" name="流程图: 接点 3367">
                <a:extLst>
                  <a:ext uri="{FF2B5EF4-FFF2-40B4-BE49-F238E27FC236}">
                    <a16:creationId xmlns:a16="http://schemas.microsoft.com/office/drawing/2014/main" id="{197727E4-D6DD-48F3-917C-E763213BAFCA}"/>
                  </a:ext>
                </a:extLst>
              </p:cNvPr>
              <p:cNvSpPr/>
              <p:nvPr/>
            </p:nvSpPr>
            <p:spPr>
              <a:xfrm>
                <a:off x="816454" y="81187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9" name="流程图: 接点 3368">
                <a:extLst>
                  <a:ext uri="{FF2B5EF4-FFF2-40B4-BE49-F238E27FC236}">
                    <a16:creationId xmlns:a16="http://schemas.microsoft.com/office/drawing/2014/main" id="{4CD34D61-796B-4AA7-922F-FF64DE267EE3}"/>
                  </a:ext>
                </a:extLst>
              </p:cNvPr>
              <p:cNvSpPr/>
              <p:nvPr/>
            </p:nvSpPr>
            <p:spPr>
              <a:xfrm>
                <a:off x="662029" y="88383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0" name="流程图: 接点 3369">
                <a:extLst>
                  <a:ext uri="{FF2B5EF4-FFF2-40B4-BE49-F238E27FC236}">
                    <a16:creationId xmlns:a16="http://schemas.microsoft.com/office/drawing/2014/main" id="{50FFCEB6-816A-4BE0-A507-290947BBB02B}"/>
                  </a:ext>
                </a:extLst>
              </p:cNvPr>
              <p:cNvSpPr/>
              <p:nvPr/>
            </p:nvSpPr>
            <p:spPr>
              <a:xfrm>
                <a:off x="669706" y="83571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1" name="流程图: 接点 3370">
                <a:extLst>
                  <a:ext uri="{FF2B5EF4-FFF2-40B4-BE49-F238E27FC236}">
                    <a16:creationId xmlns:a16="http://schemas.microsoft.com/office/drawing/2014/main" id="{0E2CA344-CB9B-4DFA-8772-892E836B1DB9}"/>
                  </a:ext>
                </a:extLst>
              </p:cNvPr>
              <p:cNvSpPr/>
              <p:nvPr/>
            </p:nvSpPr>
            <p:spPr>
              <a:xfrm>
                <a:off x="658665" y="84311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2" name="流程图: 接点 3371">
                <a:extLst>
                  <a:ext uri="{FF2B5EF4-FFF2-40B4-BE49-F238E27FC236}">
                    <a16:creationId xmlns:a16="http://schemas.microsoft.com/office/drawing/2014/main" id="{883E9ACB-8327-4EAB-AD34-E2C9E8E4A5C1}"/>
                  </a:ext>
                </a:extLst>
              </p:cNvPr>
              <p:cNvSpPr/>
              <p:nvPr/>
            </p:nvSpPr>
            <p:spPr>
              <a:xfrm>
                <a:off x="698722" y="87429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3" name="流程图: 接点 3372">
                <a:extLst>
                  <a:ext uri="{FF2B5EF4-FFF2-40B4-BE49-F238E27FC236}">
                    <a16:creationId xmlns:a16="http://schemas.microsoft.com/office/drawing/2014/main" id="{6E8DCB52-116F-4113-8DF9-74D65BC5779C}"/>
                  </a:ext>
                </a:extLst>
              </p:cNvPr>
              <p:cNvSpPr/>
              <p:nvPr/>
            </p:nvSpPr>
            <p:spPr>
              <a:xfrm>
                <a:off x="706399" y="82616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4" name="流程图: 接点 3373">
                <a:extLst>
                  <a:ext uri="{FF2B5EF4-FFF2-40B4-BE49-F238E27FC236}">
                    <a16:creationId xmlns:a16="http://schemas.microsoft.com/office/drawing/2014/main" id="{35D29DE8-49B8-4074-B0B9-219AC1E0B97F}"/>
                  </a:ext>
                </a:extLst>
              </p:cNvPr>
              <p:cNvSpPr/>
              <p:nvPr/>
            </p:nvSpPr>
            <p:spPr>
              <a:xfrm>
                <a:off x="736969" y="9234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5" name="流程图: 接点 3374">
                <a:extLst>
                  <a:ext uri="{FF2B5EF4-FFF2-40B4-BE49-F238E27FC236}">
                    <a16:creationId xmlns:a16="http://schemas.microsoft.com/office/drawing/2014/main" id="{077478AB-1FC7-4818-89F7-79602731D3A4}"/>
                  </a:ext>
                </a:extLst>
              </p:cNvPr>
              <p:cNvSpPr/>
              <p:nvPr/>
            </p:nvSpPr>
            <p:spPr>
              <a:xfrm>
                <a:off x="683187" y="10029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6" name="流程图: 接点 3375">
                <a:extLst>
                  <a:ext uri="{FF2B5EF4-FFF2-40B4-BE49-F238E27FC236}">
                    <a16:creationId xmlns:a16="http://schemas.microsoft.com/office/drawing/2014/main" id="{EE29BA21-AD92-4342-9FDE-D39A00650BC4}"/>
                  </a:ext>
                </a:extLst>
              </p:cNvPr>
              <p:cNvSpPr/>
              <p:nvPr/>
            </p:nvSpPr>
            <p:spPr>
              <a:xfrm>
                <a:off x="744646" y="87536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7" name="流程图: 接点 3376">
                <a:extLst>
                  <a:ext uri="{FF2B5EF4-FFF2-40B4-BE49-F238E27FC236}">
                    <a16:creationId xmlns:a16="http://schemas.microsoft.com/office/drawing/2014/main" id="{4AD91A8C-C383-49C7-A960-0610E9B2704C}"/>
                  </a:ext>
                </a:extLst>
              </p:cNvPr>
              <p:cNvSpPr/>
              <p:nvPr/>
            </p:nvSpPr>
            <p:spPr>
              <a:xfrm>
                <a:off x="690864" y="95479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8" name="流程图: 接点 3377">
                <a:extLst>
                  <a:ext uri="{FF2B5EF4-FFF2-40B4-BE49-F238E27FC236}">
                    <a16:creationId xmlns:a16="http://schemas.microsoft.com/office/drawing/2014/main" id="{F61BCB71-758D-41CA-8B31-697A25E78A6A}"/>
                  </a:ext>
                </a:extLst>
              </p:cNvPr>
              <p:cNvSpPr/>
              <p:nvPr/>
            </p:nvSpPr>
            <p:spPr>
              <a:xfrm>
                <a:off x="820696" y="83470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9" name="流程图: 接点 3378">
                <a:extLst>
                  <a:ext uri="{FF2B5EF4-FFF2-40B4-BE49-F238E27FC236}">
                    <a16:creationId xmlns:a16="http://schemas.microsoft.com/office/drawing/2014/main" id="{6BECF480-91D1-4B47-91DA-E40C6FBB7698}"/>
                  </a:ext>
                </a:extLst>
              </p:cNvPr>
              <p:cNvSpPr/>
              <p:nvPr/>
            </p:nvSpPr>
            <p:spPr>
              <a:xfrm>
                <a:off x="973150" y="84315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0" name="流程图: 接点 3379">
                <a:extLst>
                  <a:ext uri="{FF2B5EF4-FFF2-40B4-BE49-F238E27FC236}">
                    <a16:creationId xmlns:a16="http://schemas.microsoft.com/office/drawing/2014/main" id="{5F609C50-D149-4525-9152-8FA615B2F6C4}"/>
                  </a:ext>
                </a:extLst>
              </p:cNvPr>
              <p:cNvSpPr/>
              <p:nvPr/>
            </p:nvSpPr>
            <p:spPr>
              <a:xfrm>
                <a:off x="919368" y="92258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1" name="流程图: 接点 3380">
                <a:extLst>
                  <a:ext uri="{FF2B5EF4-FFF2-40B4-BE49-F238E27FC236}">
                    <a16:creationId xmlns:a16="http://schemas.microsoft.com/office/drawing/2014/main" id="{A98295CB-ACE7-445A-86AA-7AB8B5F98C74}"/>
                  </a:ext>
                </a:extLst>
              </p:cNvPr>
              <p:cNvSpPr/>
              <p:nvPr/>
            </p:nvSpPr>
            <p:spPr>
              <a:xfrm>
                <a:off x="927045" y="87445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2" name="流程图: 接点 3381">
                <a:extLst>
                  <a:ext uri="{FF2B5EF4-FFF2-40B4-BE49-F238E27FC236}">
                    <a16:creationId xmlns:a16="http://schemas.microsoft.com/office/drawing/2014/main" id="{258C39CD-AFD7-450D-A036-B3D27A04FA21}"/>
                  </a:ext>
                </a:extLst>
              </p:cNvPr>
              <p:cNvSpPr/>
              <p:nvPr/>
            </p:nvSpPr>
            <p:spPr>
              <a:xfrm>
                <a:off x="850579" y="89386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3" name="流程图: 接点 3382">
                <a:extLst>
                  <a:ext uri="{FF2B5EF4-FFF2-40B4-BE49-F238E27FC236}">
                    <a16:creationId xmlns:a16="http://schemas.microsoft.com/office/drawing/2014/main" id="{C5BA75C4-53A4-4B12-B906-07D1A6E1D878}"/>
                  </a:ext>
                </a:extLst>
              </p:cNvPr>
              <p:cNvSpPr/>
              <p:nvPr/>
            </p:nvSpPr>
            <p:spPr>
              <a:xfrm>
                <a:off x="685549" y="87445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4" name="流程图: 接点 3383">
                <a:extLst>
                  <a:ext uri="{FF2B5EF4-FFF2-40B4-BE49-F238E27FC236}">
                    <a16:creationId xmlns:a16="http://schemas.microsoft.com/office/drawing/2014/main" id="{BA604967-23B8-454E-BD4C-1138715FBE53}"/>
                  </a:ext>
                </a:extLst>
              </p:cNvPr>
              <p:cNvSpPr/>
              <p:nvPr/>
            </p:nvSpPr>
            <p:spPr>
              <a:xfrm>
                <a:off x="698969" y="91883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5" name="流程图: 接点 3384">
                <a:extLst>
                  <a:ext uri="{FF2B5EF4-FFF2-40B4-BE49-F238E27FC236}">
                    <a16:creationId xmlns:a16="http://schemas.microsoft.com/office/drawing/2014/main" id="{17B2AADF-73D9-4562-96BC-8EF31D5217D1}"/>
                  </a:ext>
                </a:extLst>
              </p:cNvPr>
              <p:cNvSpPr/>
              <p:nvPr/>
            </p:nvSpPr>
            <p:spPr>
              <a:xfrm>
                <a:off x="652864" y="95013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6" name="流程图: 接点 3385">
                <a:extLst>
                  <a:ext uri="{FF2B5EF4-FFF2-40B4-BE49-F238E27FC236}">
                    <a16:creationId xmlns:a16="http://schemas.microsoft.com/office/drawing/2014/main" id="{3B3F531B-EF04-4779-861F-B7488C9970BA}"/>
                  </a:ext>
                </a:extLst>
              </p:cNvPr>
              <p:cNvSpPr/>
              <p:nvPr/>
            </p:nvSpPr>
            <p:spPr>
              <a:xfrm>
                <a:off x="780716" y="86418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7" name="流程图: 接点 3386">
                <a:extLst>
                  <a:ext uri="{FF2B5EF4-FFF2-40B4-BE49-F238E27FC236}">
                    <a16:creationId xmlns:a16="http://schemas.microsoft.com/office/drawing/2014/main" id="{990062EF-65B7-4885-90F0-8AAFA52D2ADD}"/>
                  </a:ext>
                </a:extLst>
              </p:cNvPr>
              <p:cNvSpPr/>
              <p:nvPr/>
            </p:nvSpPr>
            <p:spPr>
              <a:xfrm>
                <a:off x="711928" y="83546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8" name="流程图: 接点 3387">
                <a:extLst>
                  <a:ext uri="{FF2B5EF4-FFF2-40B4-BE49-F238E27FC236}">
                    <a16:creationId xmlns:a16="http://schemas.microsoft.com/office/drawing/2014/main" id="{DF7253B1-53DF-4330-B40B-5B3547B7406D}"/>
                  </a:ext>
                </a:extLst>
              </p:cNvPr>
              <p:cNvSpPr/>
              <p:nvPr/>
            </p:nvSpPr>
            <p:spPr>
              <a:xfrm>
                <a:off x="764943" y="99454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9" name="流程图: 接点 3388">
                <a:extLst>
                  <a:ext uri="{FF2B5EF4-FFF2-40B4-BE49-F238E27FC236}">
                    <a16:creationId xmlns:a16="http://schemas.microsoft.com/office/drawing/2014/main" id="{A7585AA5-C2E5-4468-9860-0F24AA3DE732}"/>
                  </a:ext>
                </a:extLst>
              </p:cNvPr>
              <p:cNvSpPr/>
              <p:nvPr/>
            </p:nvSpPr>
            <p:spPr>
              <a:xfrm>
                <a:off x="772620" y="94641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0" name="流程图: 接点 3389">
                <a:extLst>
                  <a:ext uri="{FF2B5EF4-FFF2-40B4-BE49-F238E27FC236}">
                    <a16:creationId xmlns:a16="http://schemas.microsoft.com/office/drawing/2014/main" id="{18396F3E-589C-4B0A-9562-D2A48C2EC56D}"/>
                  </a:ext>
                </a:extLst>
              </p:cNvPr>
              <p:cNvSpPr/>
              <p:nvPr/>
            </p:nvSpPr>
            <p:spPr>
              <a:xfrm>
                <a:off x="761579" y="95381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1" name="流程图: 接点 3390">
                <a:extLst>
                  <a:ext uri="{FF2B5EF4-FFF2-40B4-BE49-F238E27FC236}">
                    <a16:creationId xmlns:a16="http://schemas.microsoft.com/office/drawing/2014/main" id="{3B1647C2-808D-4175-A64C-3F8B0DECECEA}"/>
                  </a:ext>
                </a:extLst>
              </p:cNvPr>
              <p:cNvSpPr/>
              <p:nvPr/>
            </p:nvSpPr>
            <p:spPr>
              <a:xfrm>
                <a:off x="692790" y="92509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2" name="流程图: 接点 3391">
                <a:extLst>
                  <a:ext uri="{FF2B5EF4-FFF2-40B4-BE49-F238E27FC236}">
                    <a16:creationId xmlns:a16="http://schemas.microsoft.com/office/drawing/2014/main" id="{85E1C6E6-EBA5-4117-AFE7-5BD58BA7D194}"/>
                  </a:ext>
                </a:extLst>
              </p:cNvPr>
              <p:cNvSpPr/>
              <p:nvPr/>
            </p:nvSpPr>
            <p:spPr>
              <a:xfrm>
                <a:off x="695539" y="92082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3" name="流程图: 接点 3392">
                <a:extLst>
                  <a:ext uri="{FF2B5EF4-FFF2-40B4-BE49-F238E27FC236}">
                    <a16:creationId xmlns:a16="http://schemas.microsoft.com/office/drawing/2014/main" id="{1CAD0DF1-FA01-48FD-BA4C-6BBB10F72E45}"/>
                  </a:ext>
                </a:extLst>
              </p:cNvPr>
              <p:cNvSpPr/>
              <p:nvPr/>
            </p:nvSpPr>
            <p:spPr>
              <a:xfrm>
                <a:off x="695539" y="96895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4" name="流程图: 接点 3393">
                <a:extLst>
                  <a:ext uri="{FF2B5EF4-FFF2-40B4-BE49-F238E27FC236}">
                    <a16:creationId xmlns:a16="http://schemas.microsoft.com/office/drawing/2014/main" id="{46B08356-FFD8-407F-9EEE-36DA80BE58AB}"/>
                  </a:ext>
                </a:extLst>
              </p:cNvPr>
              <p:cNvSpPr/>
              <p:nvPr/>
            </p:nvSpPr>
            <p:spPr>
              <a:xfrm>
                <a:off x="718744" y="92161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5" name="流程图: 接点 3394">
                <a:extLst>
                  <a:ext uri="{FF2B5EF4-FFF2-40B4-BE49-F238E27FC236}">
                    <a16:creationId xmlns:a16="http://schemas.microsoft.com/office/drawing/2014/main" id="{522B76E6-C2FB-48EE-B3B7-FBF201D417FC}"/>
                  </a:ext>
                </a:extLst>
              </p:cNvPr>
              <p:cNvSpPr/>
              <p:nvPr/>
            </p:nvSpPr>
            <p:spPr>
              <a:xfrm>
                <a:off x="801636" y="98499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6" name="流程图: 接点 3395">
                <a:extLst>
                  <a:ext uri="{FF2B5EF4-FFF2-40B4-BE49-F238E27FC236}">
                    <a16:creationId xmlns:a16="http://schemas.microsoft.com/office/drawing/2014/main" id="{3D75D9BC-EB05-43B4-87C4-3164A2E3E817}"/>
                  </a:ext>
                </a:extLst>
              </p:cNvPr>
              <p:cNvSpPr/>
              <p:nvPr/>
            </p:nvSpPr>
            <p:spPr>
              <a:xfrm>
                <a:off x="733535" y="99444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7" name="流程图: 接点 3396">
                <a:extLst>
                  <a:ext uri="{FF2B5EF4-FFF2-40B4-BE49-F238E27FC236}">
                    <a16:creationId xmlns:a16="http://schemas.microsoft.com/office/drawing/2014/main" id="{0D465F9C-D7A3-4BAB-BA4A-1AD7192D3958}"/>
                  </a:ext>
                </a:extLst>
              </p:cNvPr>
              <p:cNvSpPr/>
              <p:nvPr/>
            </p:nvSpPr>
            <p:spPr>
              <a:xfrm>
                <a:off x="703216" y="92082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8" name="流程图: 接点 3397">
                <a:extLst>
                  <a:ext uri="{FF2B5EF4-FFF2-40B4-BE49-F238E27FC236}">
                    <a16:creationId xmlns:a16="http://schemas.microsoft.com/office/drawing/2014/main" id="{C11AA0B2-B3D1-445A-AEB9-8D452C890B2B}"/>
                  </a:ext>
                </a:extLst>
              </p:cNvPr>
              <p:cNvSpPr/>
              <p:nvPr/>
            </p:nvSpPr>
            <p:spPr>
              <a:xfrm>
                <a:off x="809313" y="93686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9" name="流程图: 接点 3398">
                <a:extLst>
                  <a:ext uri="{FF2B5EF4-FFF2-40B4-BE49-F238E27FC236}">
                    <a16:creationId xmlns:a16="http://schemas.microsoft.com/office/drawing/2014/main" id="{0619A51F-6B8E-44D1-9650-5B29717E89BA}"/>
                  </a:ext>
                </a:extLst>
              </p:cNvPr>
              <p:cNvSpPr/>
              <p:nvPr/>
            </p:nvSpPr>
            <p:spPr>
              <a:xfrm>
                <a:off x="741212" y="94631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0" name="流程图: 接点 3399">
                <a:extLst>
                  <a:ext uri="{FF2B5EF4-FFF2-40B4-BE49-F238E27FC236}">
                    <a16:creationId xmlns:a16="http://schemas.microsoft.com/office/drawing/2014/main" id="{2CB5252E-6927-42A3-9A8B-1B4BDC557508}"/>
                  </a:ext>
                </a:extLst>
              </p:cNvPr>
              <p:cNvSpPr/>
              <p:nvPr/>
            </p:nvSpPr>
            <p:spPr>
              <a:xfrm>
                <a:off x="687430" y="102574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1" name="流程图: 接点 3400">
                <a:extLst>
                  <a:ext uri="{FF2B5EF4-FFF2-40B4-BE49-F238E27FC236}">
                    <a16:creationId xmlns:a16="http://schemas.microsoft.com/office/drawing/2014/main" id="{E9C2E1BD-0023-4F18-B2F0-27DBBD8D921E}"/>
                  </a:ext>
                </a:extLst>
              </p:cNvPr>
              <p:cNvSpPr/>
              <p:nvPr/>
            </p:nvSpPr>
            <p:spPr>
              <a:xfrm>
                <a:off x="839883" y="103419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2" name="流程图: 接点 3401">
                <a:extLst>
                  <a:ext uri="{FF2B5EF4-FFF2-40B4-BE49-F238E27FC236}">
                    <a16:creationId xmlns:a16="http://schemas.microsoft.com/office/drawing/2014/main" id="{E55BE0F1-38E6-49AE-B327-B8970AA28A9D}"/>
                  </a:ext>
                </a:extLst>
              </p:cNvPr>
              <p:cNvSpPr/>
              <p:nvPr/>
            </p:nvSpPr>
            <p:spPr>
              <a:xfrm>
                <a:off x="786101" y="111362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3" name="流程图: 接点 3402">
                <a:extLst>
                  <a:ext uri="{FF2B5EF4-FFF2-40B4-BE49-F238E27FC236}">
                    <a16:creationId xmlns:a16="http://schemas.microsoft.com/office/drawing/2014/main" id="{7C05B734-2F0F-48CA-B2E1-4FE1FD846C84}"/>
                  </a:ext>
                </a:extLst>
              </p:cNvPr>
              <p:cNvSpPr/>
              <p:nvPr/>
            </p:nvSpPr>
            <p:spPr>
              <a:xfrm>
                <a:off x="847560" y="98606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4" name="流程图: 接点 3403">
                <a:extLst>
                  <a:ext uri="{FF2B5EF4-FFF2-40B4-BE49-F238E27FC236}">
                    <a16:creationId xmlns:a16="http://schemas.microsoft.com/office/drawing/2014/main" id="{6BD98F9E-5596-476F-AB67-56F69B1B1CC0}"/>
                  </a:ext>
                </a:extLst>
              </p:cNvPr>
              <p:cNvSpPr/>
              <p:nvPr/>
            </p:nvSpPr>
            <p:spPr>
              <a:xfrm>
                <a:off x="793778" y="106549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5" name="流程图: 接点 3404">
                <a:extLst>
                  <a:ext uri="{FF2B5EF4-FFF2-40B4-BE49-F238E27FC236}">
                    <a16:creationId xmlns:a16="http://schemas.microsoft.com/office/drawing/2014/main" id="{081914EF-5A44-4859-9878-63A9C46866DC}"/>
                  </a:ext>
                </a:extLst>
              </p:cNvPr>
              <p:cNvSpPr/>
              <p:nvPr/>
            </p:nvSpPr>
            <p:spPr>
              <a:xfrm>
                <a:off x="717312" y="10849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6" name="流程图: 接点 3405">
                <a:extLst>
                  <a:ext uri="{FF2B5EF4-FFF2-40B4-BE49-F238E27FC236}">
                    <a16:creationId xmlns:a16="http://schemas.microsoft.com/office/drawing/2014/main" id="{8634E238-D7F1-4C3A-A499-AFD2939C4BFF}"/>
                  </a:ext>
                </a:extLst>
              </p:cNvPr>
              <p:cNvSpPr/>
              <p:nvPr/>
            </p:nvSpPr>
            <p:spPr>
              <a:xfrm>
                <a:off x="827068" y="80696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7" name="流程图: 接点 3406">
                <a:extLst>
                  <a:ext uri="{FF2B5EF4-FFF2-40B4-BE49-F238E27FC236}">
                    <a16:creationId xmlns:a16="http://schemas.microsoft.com/office/drawing/2014/main" id="{0968AF99-94C3-49D7-975E-D6CA5D9B44E9}"/>
                  </a:ext>
                </a:extLst>
              </p:cNvPr>
              <p:cNvSpPr/>
              <p:nvPr/>
            </p:nvSpPr>
            <p:spPr>
              <a:xfrm>
                <a:off x="834745" y="75884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8" name="流程图: 接点 3407">
                <a:extLst>
                  <a:ext uri="{FF2B5EF4-FFF2-40B4-BE49-F238E27FC236}">
                    <a16:creationId xmlns:a16="http://schemas.microsoft.com/office/drawing/2014/main" id="{052D5CE5-F99C-4BF1-842D-71B752247EA9}"/>
                  </a:ext>
                </a:extLst>
              </p:cNvPr>
              <p:cNvSpPr/>
              <p:nvPr/>
            </p:nvSpPr>
            <p:spPr>
              <a:xfrm>
                <a:off x="946824" y="80324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9" name="流程图: 接点 3408">
                <a:extLst>
                  <a:ext uri="{FF2B5EF4-FFF2-40B4-BE49-F238E27FC236}">
                    <a16:creationId xmlns:a16="http://schemas.microsoft.com/office/drawing/2014/main" id="{5C93FF1F-27DB-4CE8-B21F-FCE848687405}"/>
                  </a:ext>
                </a:extLst>
              </p:cNvPr>
              <p:cNvSpPr/>
              <p:nvPr/>
            </p:nvSpPr>
            <p:spPr>
              <a:xfrm>
                <a:off x="954501" y="75511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0" name="流程图: 接点 3409">
                <a:extLst>
                  <a:ext uri="{FF2B5EF4-FFF2-40B4-BE49-F238E27FC236}">
                    <a16:creationId xmlns:a16="http://schemas.microsoft.com/office/drawing/2014/main" id="{54DD71E7-4425-4612-A095-CE6511167272}"/>
                  </a:ext>
                </a:extLst>
              </p:cNvPr>
              <p:cNvSpPr/>
              <p:nvPr/>
            </p:nvSpPr>
            <p:spPr>
              <a:xfrm>
                <a:off x="943460" y="76252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1" name="流程图: 接点 3410">
                <a:extLst>
                  <a:ext uri="{FF2B5EF4-FFF2-40B4-BE49-F238E27FC236}">
                    <a16:creationId xmlns:a16="http://schemas.microsoft.com/office/drawing/2014/main" id="{C4EABF46-D1C5-47D0-90BD-0E27D453E5B9}"/>
                  </a:ext>
                </a:extLst>
              </p:cNvPr>
              <p:cNvSpPr/>
              <p:nvPr/>
            </p:nvSpPr>
            <p:spPr>
              <a:xfrm>
                <a:off x="877420" y="77765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2" name="流程图: 接点 3411">
                <a:extLst>
                  <a:ext uri="{FF2B5EF4-FFF2-40B4-BE49-F238E27FC236}">
                    <a16:creationId xmlns:a16="http://schemas.microsoft.com/office/drawing/2014/main" id="{781229ED-0863-4355-ACC7-5CA404EEB73A}"/>
                  </a:ext>
                </a:extLst>
              </p:cNvPr>
              <p:cNvSpPr/>
              <p:nvPr/>
            </p:nvSpPr>
            <p:spPr>
              <a:xfrm>
                <a:off x="983517" y="79370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3" name="流程图: 接点 3412">
                <a:extLst>
                  <a:ext uri="{FF2B5EF4-FFF2-40B4-BE49-F238E27FC236}">
                    <a16:creationId xmlns:a16="http://schemas.microsoft.com/office/drawing/2014/main" id="{5068D5D1-806B-47EA-8240-B1A5DC96D60D}"/>
                  </a:ext>
                </a:extLst>
              </p:cNvPr>
              <p:cNvSpPr/>
              <p:nvPr/>
            </p:nvSpPr>
            <p:spPr>
              <a:xfrm>
                <a:off x="915416" y="80315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4" name="流程图: 接点 3413">
                <a:extLst>
                  <a:ext uri="{FF2B5EF4-FFF2-40B4-BE49-F238E27FC236}">
                    <a16:creationId xmlns:a16="http://schemas.microsoft.com/office/drawing/2014/main" id="{F84C7E22-613A-400F-A915-E178E79F1BE4}"/>
                  </a:ext>
                </a:extLst>
              </p:cNvPr>
              <p:cNvSpPr/>
              <p:nvPr/>
            </p:nvSpPr>
            <p:spPr>
              <a:xfrm>
                <a:off x="923093" y="75502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5" name="流程图: 接点 3414">
                <a:extLst>
                  <a:ext uri="{FF2B5EF4-FFF2-40B4-BE49-F238E27FC236}">
                    <a16:creationId xmlns:a16="http://schemas.microsoft.com/office/drawing/2014/main" id="{B137516E-5A76-48F5-9446-78C3E7650513}"/>
                  </a:ext>
                </a:extLst>
              </p:cNvPr>
              <p:cNvSpPr/>
              <p:nvPr/>
            </p:nvSpPr>
            <p:spPr>
              <a:xfrm>
                <a:off x="869311" y="83445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6" name="流程图: 接点 3415">
                <a:extLst>
                  <a:ext uri="{FF2B5EF4-FFF2-40B4-BE49-F238E27FC236}">
                    <a16:creationId xmlns:a16="http://schemas.microsoft.com/office/drawing/2014/main" id="{B041A325-6111-420A-8D0A-7F8D93701DC9}"/>
                  </a:ext>
                </a:extLst>
              </p:cNvPr>
              <p:cNvSpPr/>
              <p:nvPr/>
            </p:nvSpPr>
            <p:spPr>
              <a:xfrm>
                <a:off x="1021764" y="84290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7" name="流程图: 接点 3416">
                <a:extLst>
                  <a:ext uri="{FF2B5EF4-FFF2-40B4-BE49-F238E27FC236}">
                    <a16:creationId xmlns:a16="http://schemas.microsoft.com/office/drawing/2014/main" id="{2A2482AC-880B-4917-8FA9-A5C6E5D33C17}"/>
                  </a:ext>
                </a:extLst>
              </p:cNvPr>
              <p:cNvSpPr/>
              <p:nvPr/>
            </p:nvSpPr>
            <p:spPr>
              <a:xfrm>
                <a:off x="967982" y="92233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8" name="流程图: 接点 3417">
                <a:extLst>
                  <a:ext uri="{FF2B5EF4-FFF2-40B4-BE49-F238E27FC236}">
                    <a16:creationId xmlns:a16="http://schemas.microsoft.com/office/drawing/2014/main" id="{65E979AE-12F3-4DFA-A5ED-3E2E563CA36D}"/>
                  </a:ext>
                </a:extLst>
              </p:cNvPr>
              <p:cNvSpPr/>
              <p:nvPr/>
            </p:nvSpPr>
            <p:spPr>
              <a:xfrm>
                <a:off x="1029441" y="79477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9" name="流程图: 接点 3418">
                <a:extLst>
                  <a:ext uri="{FF2B5EF4-FFF2-40B4-BE49-F238E27FC236}">
                    <a16:creationId xmlns:a16="http://schemas.microsoft.com/office/drawing/2014/main" id="{86EA408F-D1AC-46EC-B0CF-1F0EB52AA122}"/>
                  </a:ext>
                </a:extLst>
              </p:cNvPr>
              <p:cNvSpPr/>
              <p:nvPr/>
            </p:nvSpPr>
            <p:spPr>
              <a:xfrm>
                <a:off x="975659" y="87420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0" name="流程图: 接点 3419">
                <a:extLst>
                  <a:ext uri="{FF2B5EF4-FFF2-40B4-BE49-F238E27FC236}">
                    <a16:creationId xmlns:a16="http://schemas.microsoft.com/office/drawing/2014/main" id="{01769A73-83AD-4DF0-9554-8F83250CED75}"/>
                  </a:ext>
                </a:extLst>
              </p:cNvPr>
              <p:cNvSpPr/>
              <p:nvPr/>
            </p:nvSpPr>
            <p:spPr>
              <a:xfrm>
                <a:off x="899193" y="89361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1" name="流程图: 接点 3420">
                <a:extLst>
                  <a:ext uri="{FF2B5EF4-FFF2-40B4-BE49-F238E27FC236}">
                    <a16:creationId xmlns:a16="http://schemas.microsoft.com/office/drawing/2014/main" id="{DDD7139B-1E30-46ED-A857-51F2361C88AF}"/>
                  </a:ext>
                </a:extLst>
              </p:cNvPr>
              <p:cNvSpPr/>
              <p:nvPr/>
            </p:nvSpPr>
            <p:spPr>
              <a:xfrm>
                <a:off x="796700" y="79312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2" name="流程图: 接点 3421">
                <a:extLst>
                  <a:ext uri="{FF2B5EF4-FFF2-40B4-BE49-F238E27FC236}">
                    <a16:creationId xmlns:a16="http://schemas.microsoft.com/office/drawing/2014/main" id="{C56C5A85-814E-4A77-B0FC-9D2363308482}"/>
                  </a:ext>
                </a:extLst>
              </p:cNvPr>
              <p:cNvSpPr/>
              <p:nvPr/>
            </p:nvSpPr>
            <p:spPr>
              <a:xfrm>
                <a:off x="727911" y="76440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3" name="流程图: 接点 3422">
                <a:extLst>
                  <a:ext uri="{FF2B5EF4-FFF2-40B4-BE49-F238E27FC236}">
                    <a16:creationId xmlns:a16="http://schemas.microsoft.com/office/drawing/2014/main" id="{8EF3DC59-FD0C-4C7C-8F28-391E0A66C55E}"/>
                  </a:ext>
                </a:extLst>
              </p:cNvPr>
              <p:cNvSpPr/>
              <p:nvPr/>
            </p:nvSpPr>
            <p:spPr>
              <a:xfrm>
                <a:off x="678968" y="85553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4" name="流程图: 接点 3423">
                <a:extLst>
                  <a:ext uri="{FF2B5EF4-FFF2-40B4-BE49-F238E27FC236}">
                    <a16:creationId xmlns:a16="http://schemas.microsoft.com/office/drawing/2014/main" id="{44F3BF33-EF9B-4431-9C66-936815688AA0}"/>
                  </a:ext>
                </a:extLst>
              </p:cNvPr>
              <p:cNvSpPr/>
              <p:nvPr/>
            </p:nvSpPr>
            <p:spPr>
              <a:xfrm>
                <a:off x="686645" y="80740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5" name="流程图: 接点 3424">
                <a:extLst>
                  <a:ext uri="{FF2B5EF4-FFF2-40B4-BE49-F238E27FC236}">
                    <a16:creationId xmlns:a16="http://schemas.microsoft.com/office/drawing/2014/main" id="{88D69EB7-9F6C-4557-839A-D26459661A31}"/>
                  </a:ext>
                </a:extLst>
              </p:cNvPr>
              <p:cNvSpPr/>
              <p:nvPr/>
            </p:nvSpPr>
            <p:spPr>
              <a:xfrm>
                <a:off x="717215" y="90474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6" name="流程图: 接点 3425">
                <a:extLst>
                  <a:ext uri="{FF2B5EF4-FFF2-40B4-BE49-F238E27FC236}">
                    <a16:creationId xmlns:a16="http://schemas.microsoft.com/office/drawing/2014/main" id="{F6D4F2BA-F6E7-4524-8868-F7B2C1C62BED}"/>
                  </a:ext>
                </a:extLst>
              </p:cNvPr>
              <p:cNvSpPr/>
              <p:nvPr/>
            </p:nvSpPr>
            <p:spPr>
              <a:xfrm>
                <a:off x="663433" y="98416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7" name="流程图: 接点 3426">
                <a:extLst>
                  <a:ext uri="{FF2B5EF4-FFF2-40B4-BE49-F238E27FC236}">
                    <a16:creationId xmlns:a16="http://schemas.microsoft.com/office/drawing/2014/main" id="{1664579A-7373-4C07-83C7-067E84292019}"/>
                  </a:ext>
                </a:extLst>
              </p:cNvPr>
              <p:cNvSpPr/>
              <p:nvPr/>
            </p:nvSpPr>
            <p:spPr>
              <a:xfrm>
                <a:off x="724892" y="85661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8" name="流程图: 接点 3427">
                <a:extLst>
                  <a:ext uri="{FF2B5EF4-FFF2-40B4-BE49-F238E27FC236}">
                    <a16:creationId xmlns:a16="http://schemas.microsoft.com/office/drawing/2014/main" id="{A7E7DC60-B8AB-4D9E-B002-B1C08893B521}"/>
                  </a:ext>
                </a:extLst>
              </p:cNvPr>
              <p:cNvSpPr/>
              <p:nvPr/>
            </p:nvSpPr>
            <p:spPr>
              <a:xfrm>
                <a:off x="671110" y="93603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9" name="流程图: 接点 3428">
                <a:extLst>
                  <a:ext uri="{FF2B5EF4-FFF2-40B4-BE49-F238E27FC236}">
                    <a16:creationId xmlns:a16="http://schemas.microsoft.com/office/drawing/2014/main" id="{B0F61FFA-94A9-4365-B60D-D4E16A1FED55}"/>
                  </a:ext>
                </a:extLst>
              </p:cNvPr>
              <p:cNvSpPr/>
              <p:nvPr/>
            </p:nvSpPr>
            <p:spPr>
              <a:xfrm>
                <a:off x="785348" y="90129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0" name="流程图: 接点 3429">
                <a:extLst>
                  <a:ext uri="{FF2B5EF4-FFF2-40B4-BE49-F238E27FC236}">
                    <a16:creationId xmlns:a16="http://schemas.microsoft.com/office/drawing/2014/main" id="{C22C3D3D-9DF0-4F98-8BD1-F513A5B35DB0}"/>
                  </a:ext>
                </a:extLst>
              </p:cNvPr>
              <p:cNvSpPr/>
              <p:nvPr/>
            </p:nvSpPr>
            <p:spPr>
              <a:xfrm>
                <a:off x="947977" y="88176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1" name="流程图: 接点 3430">
                <a:extLst>
                  <a:ext uri="{FF2B5EF4-FFF2-40B4-BE49-F238E27FC236}">
                    <a16:creationId xmlns:a16="http://schemas.microsoft.com/office/drawing/2014/main" id="{8EB8437D-F6D9-4E57-8D97-DEAEAC780959}"/>
                  </a:ext>
                </a:extLst>
              </p:cNvPr>
              <p:cNvSpPr/>
              <p:nvPr/>
            </p:nvSpPr>
            <p:spPr>
              <a:xfrm>
                <a:off x="879875" y="89121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2" name="流程图: 接点 3431">
                <a:extLst>
                  <a:ext uri="{FF2B5EF4-FFF2-40B4-BE49-F238E27FC236}">
                    <a16:creationId xmlns:a16="http://schemas.microsoft.com/office/drawing/2014/main" id="{4E9CD785-D2AD-49CB-A851-49FD64CA832E}"/>
                  </a:ext>
                </a:extLst>
              </p:cNvPr>
              <p:cNvSpPr/>
              <p:nvPr/>
            </p:nvSpPr>
            <p:spPr>
              <a:xfrm>
                <a:off x="833770" y="92251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3" name="流程图: 接点 3432">
                <a:extLst>
                  <a:ext uri="{FF2B5EF4-FFF2-40B4-BE49-F238E27FC236}">
                    <a16:creationId xmlns:a16="http://schemas.microsoft.com/office/drawing/2014/main" id="{CD307C98-A3C3-4296-9D81-F5E59A5E9D9D}"/>
                  </a:ext>
                </a:extLst>
              </p:cNvPr>
              <p:cNvSpPr/>
              <p:nvPr/>
            </p:nvSpPr>
            <p:spPr>
              <a:xfrm>
                <a:off x="986224" y="93096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4" name="流程图: 接点 3433">
                <a:extLst>
                  <a:ext uri="{FF2B5EF4-FFF2-40B4-BE49-F238E27FC236}">
                    <a16:creationId xmlns:a16="http://schemas.microsoft.com/office/drawing/2014/main" id="{03DAAEE3-AB5E-43DB-A188-6C1CE83E0DE3}"/>
                  </a:ext>
                </a:extLst>
              </p:cNvPr>
              <p:cNvSpPr/>
              <p:nvPr/>
            </p:nvSpPr>
            <p:spPr>
              <a:xfrm>
                <a:off x="932442" y="101039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5" name="流程图: 接点 3434">
                <a:extLst>
                  <a:ext uri="{FF2B5EF4-FFF2-40B4-BE49-F238E27FC236}">
                    <a16:creationId xmlns:a16="http://schemas.microsoft.com/office/drawing/2014/main" id="{DED766C2-EB00-4F74-A0BB-17319EAAC8BF}"/>
                  </a:ext>
                </a:extLst>
              </p:cNvPr>
              <p:cNvSpPr/>
              <p:nvPr/>
            </p:nvSpPr>
            <p:spPr>
              <a:xfrm>
                <a:off x="993901" y="88284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6" name="流程图: 接点 3435">
                <a:extLst>
                  <a:ext uri="{FF2B5EF4-FFF2-40B4-BE49-F238E27FC236}">
                    <a16:creationId xmlns:a16="http://schemas.microsoft.com/office/drawing/2014/main" id="{6A5B5F62-2B74-4F19-B2F5-AE9261C1A0E7}"/>
                  </a:ext>
                </a:extLst>
              </p:cNvPr>
              <p:cNvSpPr/>
              <p:nvPr/>
            </p:nvSpPr>
            <p:spPr>
              <a:xfrm>
                <a:off x="940119" y="96226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7" name="流程图: 接点 3436">
                <a:extLst>
                  <a:ext uri="{FF2B5EF4-FFF2-40B4-BE49-F238E27FC236}">
                    <a16:creationId xmlns:a16="http://schemas.microsoft.com/office/drawing/2014/main" id="{44AFFCCA-1873-4DEC-AE9B-FE745D3CBFB5}"/>
                  </a:ext>
                </a:extLst>
              </p:cNvPr>
              <p:cNvSpPr/>
              <p:nvPr/>
            </p:nvSpPr>
            <p:spPr>
              <a:xfrm>
                <a:off x="863653" y="98167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8" name="流程图: 接点 3437">
                <a:extLst>
                  <a:ext uri="{FF2B5EF4-FFF2-40B4-BE49-F238E27FC236}">
                    <a16:creationId xmlns:a16="http://schemas.microsoft.com/office/drawing/2014/main" id="{115E2011-AFF4-43D0-BC00-768326215175}"/>
                  </a:ext>
                </a:extLst>
              </p:cNvPr>
              <p:cNvSpPr/>
              <p:nvPr/>
            </p:nvSpPr>
            <p:spPr>
              <a:xfrm>
                <a:off x="698623" y="96226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9" name="流程图: 接点 3438">
                <a:extLst>
                  <a:ext uri="{FF2B5EF4-FFF2-40B4-BE49-F238E27FC236}">
                    <a16:creationId xmlns:a16="http://schemas.microsoft.com/office/drawing/2014/main" id="{B7B163A5-389A-4C6E-8C90-AFF2E31BE418}"/>
                  </a:ext>
                </a:extLst>
              </p:cNvPr>
              <p:cNvSpPr/>
              <p:nvPr/>
            </p:nvSpPr>
            <p:spPr>
              <a:xfrm>
                <a:off x="712043" y="100665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0" name="流程图: 接点 3439">
                <a:extLst>
                  <a:ext uri="{FF2B5EF4-FFF2-40B4-BE49-F238E27FC236}">
                    <a16:creationId xmlns:a16="http://schemas.microsoft.com/office/drawing/2014/main" id="{0976B952-2B44-41FD-AA46-4C17CFD0F00B}"/>
                  </a:ext>
                </a:extLst>
              </p:cNvPr>
              <p:cNvSpPr/>
              <p:nvPr/>
            </p:nvSpPr>
            <p:spPr>
              <a:xfrm>
                <a:off x="658261" y="108607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1" name="流程图: 接点 3440">
                <a:extLst>
                  <a:ext uri="{FF2B5EF4-FFF2-40B4-BE49-F238E27FC236}">
                    <a16:creationId xmlns:a16="http://schemas.microsoft.com/office/drawing/2014/main" id="{AF9FE558-19F1-4F70-97E8-F47C525F1D8A}"/>
                  </a:ext>
                </a:extLst>
              </p:cNvPr>
              <p:cNvSpPr/>
              <p:nvPr/>
            </p:nvSpPr>
            <p:spPr>
              <a:xfrm>
                <a:off x="665938" y="103794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2" name="流程图: 接点 3441">
                <a:extLst>
                  <a:ext uri="{FF2B5EF4-FFF2-40B4-BE49-F238E27FC236}">
                    <a16:creationId xmlns:a16="http://schemas.microsoft.com/office/drawing/2014/main" id="{A5F1A611-FFFA-4ADF-B99C-BFB345C628A3}"/>
                  </a:ext>
                </a:extLst>
              </p:cNvPr>
              <p:cNvSpPr/>
              <p:nvPr/>
            </p:nvSpPr>
            <p:spPr>
              <a:xfrm>
                <a:off x="793790" y="95200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3" name="流程图: 接点 3442">
                <a:extLst>
                  <a:ext uri="{FF2B5EF4-FFF2-40B4-BE49-F238E27FC236}">
                    <a16:creationId xmlns:a16="http://schemas.microsoft.com/office/drawing/2014/main" id="{E173BD2A-E215-43AB-B16C-608FE603889A}"/>
                  </a:ext>
                </a:extLst>
              </p:cNvPr>
              <p:cNvSpPr/>
              <p:nvPr/>
            </p:nvSpPr>
            <p:spPr>
              <a:xfrm>
                <a:off x="801468" y="90387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4" name="流程图: 接点 3443">
                <a:extLst>
                  <a:ext uri="{FF2B5EF4-FFF2-40B4-BE49-F238E27FC236}">
                    <a16:creationId xmlns:a16="http://schemas.microsoft.com/office/drawing/2014/main" id="{5B0A8460-182F-4832-9157-967EEC9EADED}"/>
                  </a:ext>
                </a:extLst>
              </p:cNvPr>
              <p:cNvSpPr/>
              <p:nvPr/>
            </p:nvSpPr>
            <p:spPr>
              <a:xfrm>
                <a:off x="725002" y="92328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5" name="流程图: 接点 3444">
                <a:extLst>
                  <a:ext uri="{FF2B5EF4-FFF2-40B4-BE49-F238E27FC236}">
                    <a16:creationId xmlns:a16="http://schemas.microsoft.com/office/drawing/2014/main" id="{28663954-1A34-4CDB-8E89-65C132BAE8D2}"/>
                  </a:ext>
                </a:extLst>
              </p:cNvPr>
              <p:cNvSpPr/>
              <p:nvPr/>
            </p:nvSpPr>
            <p:spPr>
              <a:xfrm>
                <a:off x="778017" y="108235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6" name="流程图: 接点 3445">
                <a:extLst>
                  <a:ext uri="{FF2B5EF4-FFF2-40B4-BE49-F238E27FC236}">
                    <a16:creationId xmlns:a16="http://schemas.microsoft.com/office/drawing/2014/main" id="{DAACEA6C-E2F6-4332-A4A6-D2CA9F1768AB}"/>
                  </a:ext>
                </a:extLst>
              </p:cNvPr>
              <p:cNvSpPr/>
              <p:nvPr/>
            </p:nvSpPr>
            <p:spPr>
              <a:xfrm>
                <a:off x="785694" y="103422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7" name="流程图: 接点 3446">
                <a:extLst>
                  <a:ext uri="{FF2B5EF4-FFF2-40B4-BE49-F238E27FC236}">
                    <a16:creationId xmlns:a16="http://schemas.microsoft.com/office/drawing/2014/main" id="{8EB38800-7EE4-4E14-8C1B-9D187C5A9ACF}"/>
                  </a:ext>
                </a:extLst>
              </p:cNvPr>
              <p:cNvSpPr/>
              <p:nvPr/>
            </p:nvSpPr>
            <p:spPr>
              <a:xfrm>
                <a:off x="774653" y="104162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8" name="流程图: 接点 3447">
                <a:extLst>
                  <a:ext uri="{FF2B5EF4-FFF2-40B4-BE49-F238E27FC236}">
                    <a16:creationId xmlns:a16="http://schemas.microsoft.com/office/drawing/2014/main" id="{B9BBD509-3A12-4DB4-8DE8-D74642C0682C}"/>
                  </a:ext>
                </a:extLst>
              </p:cNvPr>
              <p:cNvSpPr/>
              <p:nvPr/>
            </p:nvSpPr>
            <p:spPr>
              <a:xfrm>
                <a:off x="705864" y="101290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9" name="流程图: 接点 3448">
                <a:extLst>
                  <a:ext uri="{FF2B5EF4-FFF2-40B4-BE49-F238E27FC236}">
                    <a16:creationId xmlns:a16="http://schemas.microsoft.com/office/drawing/2014/main" id="{C09B4A7D-FD2E-47D6-B4E3-E73AD3AD11AB}"/>
                  </a:ext>
                </a:extLst>
              </p:cNvPr>
              <p:cNvSpPr/>
              <p:nvPr/>
            </p:nvSpPr>
            <p:spPr>
              <a:xfrm>
                <a:off x="708613" y="100863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0" name="流程图: 接点 3449">
                <a:extLst>
                  <a:ext uri="{FF2B5EF4-FFF2-40B4-BE49-F238E27FC236}">
                    <a16:creationId xmlns:a16="http://schemas.microsoft.com/office/drawing/2014/main" id="{6BCF3A90-DE09-4102-8998-C20E836913B1}"/>
                  </a:ext>
                </a:extLst>
              </p:cNvPr>
              <p:cNvSpPr/>
              <p:nvPr/>
            </p:nvSpPr>
            <p:spPr>
              <a:xfrm>
                <a:off x="708613" y="105676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1" name="流程图: 接点 3450">
                <a:extLst>
                  <a:ext uri="{FF2B5EF4-FFF2-40B4-BE49-F238E27FC236}">
                    <a16:creationId xmlns:a16="http://schemas.microsoft.com/office/drawing/2014/main" id="{90D3A528-B886-47D2-9F45-50506F3CF326}"/>
                  </a:ext>
                </a:extLst>
              </p:cNvPr>
              <p:cNvSpPr/>
              <p:nvPr/>
            </p:nvSpPr>
            <p:spPr>
              <a:xfrm>
                <a:off x="731818" y="100942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2" name="流程图: 接点 3451">
                <a:extLst>
                  <a:ext uri="{FF2B5EF4-FFF2-40B4-BE49-F238E27FC236}">
                    <a16:creationId xmlns:a16="http://schemas.microsoft.com/office/drawing/2014/main" id="{0F5F8899-58FD-499D-9D08-E2E09FC01F22}"/>
                  </a:ext>
                </a:extLst>
              </p:cNvPr>
              <p:cNvSpPr/>
              <p:nvPr/>
            </p:nvSpPr>
            <p:spPr>
              <a:xfrm>
                <a:off x="814710" y="107280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3" name="流程图: 接点 3452">
                <a:extLst>
                  <a:ext uri="{FF2B5EF4-FFF2-40B4-BE49-F238E27FC236}">
                    <a16:creationId xmlns:a16="http://schemas.microsoft.com/office/drawing/2014/main" id="{70498E52-14A5-48D4-A171-45917B915A77}"/>
                  </a:ext>
                </a:extLst>
              </p:cNvPr>
              <p:cNvSpPr/>
              <p:nvPr/>
            </p:nvSpPr>
            <p:spPr>
              <a:xfrm>
                <a:off x="746609" y="108225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4" name="流程图: 接点 3453">
                <a:extLst>
                  <a:ext uri="{FF2B5EF4-FFF2-40B4-BE49-F238E27FC236}">
                    <a16:creationId xmlns:a16="http://schemas.microsoft.com/office/drawing/2014/main" id="{19F82AF3-3962-48C8-8BD0-33433EE9FA5A}"/>
                  </a:ext>
                </a:extLst>
              </p:cNvPr>
              <p:cNvSpPr/>
              <p:nvPr/>
            </p:nvSpPr>
            <p:spPr>
              <a:xfrm>
                <a:off x="716290" y="100863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5" name="流程图: 接点 3454">
                <a:extLst>
                  <a:ext uri="{FF2B5EF4-FFF2-40B4-BE49-F238E27FC236}">
                    <a16:creationId xmlns:a16="http://schemas.microsoft.com/office/drawing/2014/main" id="{870F0F88-FAFD-4DB4-8772-5DA9B6887D0E}"/>
                  </a:ext>
                </a:extLst>
              </p:cNvPr>
              <p:cNvSpPr/>
              <p:nvPr/>
            </p:nvSpPr>
            <p:spPr>
              <a:xfrm>
                <a:off x="822387" y="102468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6" name="流程图: 接点 3455">
                <a:extLst>
                  <a:ext uri="{FF2B5EF4-FFF2-40B4-BE49-F238E27FC236}">
                    <a16:creationId xmlns:a16="http://schemas.microsoft.com/office/drawing/2014/main" id="{A290865F-56EF-41A2-907D-8774F2BCB6A4}"/>
                  </a:ext>
                </a:extLst>
              </p:cNvPr>
              <p:cNvSpPr/>
              <p:nvPr/>
            </p:nvSpPr>
            <p:spPr>
              <a:xfrm>
                <a:off x="754286" y="103413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7" name="流程图: 接点 3456">
                <a:extLst>
                  <a:ext uri="{FF2B5EF4-FFF2-40B4-BE49-F238E27FC236}">
                    <a16:creationId xmlns:a16="http://schemas.microsoft.com/office/drawing/2014/main" id="{79FF19E4-11F2-4730-A42A-C8290DFC7D96}"/>
                  </a:ext>
                </a:extLst>
              </p:cNvPr>
              <p:cNvSpPr/>
              <p:nvPr/>
            </p:nvSpPr>
            <p:spPr>
              <a:xfrm>
                <a:off x="700504" y="111355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8" name="流程图: 接点 3457">
                <a:extLst>
                  <a:ext uri="{FF2B5EF4-FFF2-40B4-BE49-F238E27FC236}">
                    <a16:creationId xmlns:a16="http://schemas.microsoft.com/office/drawing/2014/main" id="{107AA956-DBA6-4DF0-BFFB-CA8152B45D4D}"/>
                  </a:ext>
                </a:extLst>
              </p:cNvPr>
              <p:cNvSpPr/>
              <p:nvPr/>
            </p:nvSpPr>
            <p:spPr>
              <a:xfrm>
                <a:off x="852957" y="112201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9" name="流程图: 接点 3458">
                <a:extLst>
                  <a:ext uri="{FF2B5EF4-FFF2-40B4-BE49-F238E27FC236}">
                    <a16:creationId xmlns:a16="http://schemas.microsoft.com/office/drawing/2014/main" id="{BEBBD30E-3351-474E-9B16-9F408CBE3726}"/>
                  </a:ext>
                </a:extLst>
              </p:cNvPr>
              <p:cNvSpPr/>
              <p:nvPr/>
            </p:nvSpPr>
            <p:spPr>
              <a:xfrm>
                <a:off x="799175" y="120143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0" name="流程图: 接点 3459">
                <a:extLst>
                  <a:ext uri="{FF2B5EF4-FFF2-40B4-BE49-F238E27FC236}">
                    <a16:creationId xmlns:a16="http://schemas.microsoft.com/office/drawing/2014/main" id="{A005E62E-8C93-4396-AB84-54FE71192AEE}"/>
                  </a:ext>
                </a:extLst>
              </p:cNvPr>
              <p:cNvSpPr/>
              <p:nvPr/>
            </p:nvSpPr>
            <p:spPr>
              <a:xfrm>
                <a:off x="860634" y="107388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1" name="流程图: 接点 3460">
                <a:extLst>
                  <a:ext uri="{FF2B5EF4-FFF2-40B4-BE49-F238E27FC236}">
                    <a16:creationId xmlns:a16="http://schemas.microsoft.com/office/drawing/2014/main" id="{EFE3E1D6-170A-47CD-BA39-C3784CF6AA30}"/>
                  </a:ext>
                </a:extLst>
              </p:cNvPr>
              <p:cNvSpPr/>
              <p:nvPr/>
            </p:nvSpPr>
            <p:spPr>
              <a:xfrm>
                <a:off x="806852" y="115331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2" name="流程图: 接点 3461">
                <a:extLst>
                  <a:ext uri="{FF2B5EF4-FFF2-40B4-BE49-F238E27FC236}">
                    <a16:creationId xmlns:a16="http://schemas.microsoft.com/office/drawing/2014/main" id="{9FD29BB2-473E-44D0-8EFA-D7ACF8EC45EF}"/>
                  </a:ext>
                </a:extLst>
              </p:cNvPr>
              <p:cNvSpPr/>
              <p:nvPr/>
            </p:nvSpPr>
            <p:spPr>
              <a:xfrm>
                <a:off x="730386" y="117272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3" name="流程图: 接点 3462">
                <a:extLst>
                  <a:ext uri="{FF2B5EF4-FFF2-40B4-BE49-F238E27FC236}">
                    <a16:creationId xmlns:a16="http://schemas.microsoft.com/office/drawing/2014/main" id="{F9895E64-5992-4C99-8C2B-D0FD9C164977}"/>
                  </a:ext>
                </a:extLst>
              </p:cNvPr>
              <p:cNvSpPr/>
              <p:nvPr/>
            </p:nvSpPr>
            <p:spPr>
              <a:xfrm>
                <a:off x="682797" y="89090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4" name="流程图: 接点 3463">
                <a:extLst>
                  <a:ext uri="{FF2B5EF4-FFF2-40B4-BE49-F238E27FC236}">
                    <a16:creationId xmlns:a16="http://schemas.microsoft.com/office/drawing/2014/main" id="{E9202252-0097-45BE-B866-CFE000C49DCD}"/>
                  </a:ext>
                </a:extLst>
              </p:cNvPr>
              <p:cNvSpPr/>
              <p:nvPr/>
            </p:nvSpPr>
            <p:spPr>
              <a:xfrm>
                <a:off x="835250" y="89936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5" name="流程图: 接点 3464">
                <a:extLst>
                  <a:ext uri="{FF2B5EF4-FFF2-40B4-BE49-F238E27FC236}">
                    <a16:creationId xmlns:a16="http://schemas.microsoft.com/office/drawing/2014/main" id="{D5D88FAE-6244-425A-BCF7-E91F1D463E3E}"/>
                  </a:ext>
                </a:extLst>
              </p:cNvPr>
              <p:cNvSpPr/>
              <p:nvPr/>
            </p:nvSpPr>
            <p:spPr>
              <a:xfrm>
                <a:off x="781468" y="97878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6" name="流程图: 接点 3465">
                <a:extLst>
                  <a:ext uri="{FF2B5EF4-FFF2-40B4-BE49-F238E27FC236}">
                    <a16:creationId xmlns:a16="http://schemas.microsoft.com/office/drawing/2014/main" id="{6B271CB3-8190-4E42-9F51-648E674188AF}"/>
                  </a:ext>
                </a:extLst>
              </p:cNvPr>
              <p:cNvSpPr/>
              <p:nvPr/>
            </p:nvSpPr>
            <p:spPr>
              <a:xfrm>
                <a:off x="789145" y="93065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7" name="流程图: 接点 3466">
                <a:extLst>
                  <a:ext uri="{FF2B5EF4-FFF2-40B4-BE49-F238E27FC236}">
                    <a16:creationId xmlns:a16="http://schemas.microsoft.com/office/drawing/2014/main" id="{52089B08-827F-4051-8543-388D78BB8054}"/>
                  </a:ext>
                </a:extLst>
              </p:cNvPr>
              <p:cNvSpPr/>
              <p:nvPr/>
            </p:nvSpPr>
            <p:spPr>
              <a:xfrm>
                <a:off x="712679" y="95006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8" name="流程图: 接点 3467">
                <a:extLst>
                  <a:ext uri="{FF2B5EF4-FFF2-40B4-BE49-F238E27FC236}">
                    <a16:creationId xmlns:a16="http://schemas.microsoft.com/office/drawing/2014/main" id="{AAA03FC8-BF48-4CB1-8E73-FEF035287892}"/>
                  </a:ext>
                </a:extLst>
              </p:cNvPr>
              <p:cNvSpPr/>
              <p:nvPr/>
            </p:nvSpPr>
            <p:spPr>
              <a:xfrm>
                <a:off x="770879" y="76554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9" name="流程图: 接点 3468">
                <a:extLst>
                  <a:ext uri="{FF2B5EF4-FFF2-40B4-BE49-F238E27FC236}">
                    <a16:creationId xmlns:a16="http://schemas.microsoft.com/office/drawing/2014/main" id="{825BCC84-6D91-4662-80C8-3E1C06051406}"/>
                  </a:ext>
                </a:extLst>
              </p:cNvPr>
              <p:cNvSpPr/>
              <p:nvPr/>
            </p:nvSpPr>
            <p:spPr>
              <a:xfrm>
                <a:off x="819301" y="78676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0" name="流程图: 接点 3469">
                <a:extLst>
                  <a:ext uri="{FF2B5EF4-FFF2-40B4-BE49-F238E27FC236}">
                    <a16:creationId xmlns:a16="http://schemas.microsoft.com/office/drawing/2014/main" id="{9819F177-E4ED-4282-85B3-E02FAC042B56}"/>
                  </a:ext>
                </a:extLst>
              </p:cNvPr>
              <p:cNvSpPr/>
              <p:nvPr/>
            </p:nvSpPr>
            <p:spPr>
              <a:xfrm>
                <a:off x="971755" y="79521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1" name="流程图: 接点 3470">
                <a:extLst>
                  <a:ext uri="{FF2B5EF4-FFF2-40B4-BE49-F238E27FC236}">
                    <a16:creationId xmlns:a16="http://schemas.microsoft.com/office/drawing/2014/main" id="{D9C9E24F-1E2F-496C-9C08-66D14A5F5E97}"/>
                  </a:ext>
                </a:extLst>
              </p:cNvPr>
              <p:cNvSpPr/>
              <p:nvPr/>
            </p:nvSpPr>
            <p:spPr>
              <a:xfrm>
                <a:off x="917973" y="87464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2" name="流程图: 接点 3471">
                <a:extLst>
                  <a:ext uri="{FF2B5EF4-FFF2-40B4-BE49-F238E27FC236}">
                    <a16:creationId xmlns:a16="http://schemas.microsoft.com/office/drawing/2014/main" id="{F6C4FF02-2948-4555-BD35-B17BA1CB0408}"/>
                  </a:ext>
                </a:extLst>
              </p:cNvPr>
              <p:cNvSpPr/>
              <p:nvPr/>
            </p:nvSpPr>
            <p:spPr>
              <a:xfrm>
                <a:off x="925650" y="82651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3" name="流程图: 接点 3472">
                <a:extLst>
                  <a:ext uri="{FF2B5EF4-FFF2-40B4-BE49-F238E27FC236}">
                    <a16:creationId xmlns:a16="http://schemas.microsoft.com/office/drawing/2014/main" id="{54A4FB18-90F5-4DE7-B418-002F37BAACE0}"/>
                  </a:ext>
                </a:extLst>
              </p:cNvPr>
              <p:cNvSpPr/>
              <p:nvPr/>
            </p:nvSpPr>
            <p:spPr>
              <a:xfrm>
                <a:off x="849184" y="84592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4" name="流程图: 接点 3473">
                <a:extLst>
                  <a:ext uri="{FF2B5EF4-FFF2-40B4-BE49-F238E27FC236}">
                    <a16:creationId xmlns:a16="http://schemas.microsoft.com/office/drawing/2014/main" id="{B1DC822F-4D60-43F2-A5B0-51F93E456DDD}"/>
                  </a:ext>
                </a:extLst>
              </p:cNvPr>
              <p:cNvSpPr/>
              <p:nvPr/>
            </p:nvSpPr>
            <p:spPr>
              <a:xfrm>
                <a:off x="684154" y="82651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5" name="流程图: 接点 3474">
                <a:extLst>
                  <a:ext uri="{FF2B5EF4-FFF2-40B4-BE49-F238E27FC236}">
                    <a16:creationId xmlns:a16="http://schemas.microsoft.com/office/drawing/2014/main" id="{8C015032-7337-4E56-9C7D-1837AE995C4B}"/>
                  </a:ext>
                </a:extLst>
              </p:cNvPr>
              <p:cNvSpPr/>
              <p:nvPr/>
            </p:nvSpPr>
            <p:spPr>
              <a:xfrm>
                <a:off x="697574" y="87090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6" name="流程图: 接点 3475">
                <a:extLst>
                  <a:ext uri="{FF2B5EF4-FFF2-40B4-BE49-F238E27FC236}">
                    <a16:creationId xmlns:a16="http://schemas.microsoft.com/office/drawing/2014/main" id="{533A9B22-948C-4D9E-96B2-ED9FF1D050BF}"/>
                  </a:ext>
                </a:extLst>
              </p:cNvPr>
              <p:cNvSpPr/>
              <p:nvPr/>
            </p:nvSpPr>
            <p:spPr>
              <a:xfrm>
                <a:off x="651469" y="90219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7" name="流程图: 接点 3476">
                <a:extLst>
                  <a:ext uri="{FF2B5EF4-FFF2-40B4-BE49-F238E27FC236}">
                    <a16:creationId xmlns:a16="http://schemas.microsoft.com/office/drawing/2014/main" id="{D425B8FA-A23B-4800-B486-37EF53001FAA}"/>
                  </a:ext>
                </a:extLst>
              </p:cNvPr>
              <p:cNvSpPr/>
              <p:nvPr/>
            </p:nvSpPr>
            <p:spPr>
              <a:xfrm>
                <a:off x="779321" y="81625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8" name="流程图: 接点 3477">
                <a:extLst>
                  <a:ext uri="{FF2B5EF4-FFF2-40B4-BE49-F238E27FC236}">
                    <a16:creationId xmlns:a16="http://schemas.microsoft.com/office/drawing/2014/main" id="{7BC7AEE1-ABFC-497A-BB42-FA8C58A65751}"/>
                  </a:ext>
                </a:extLst>
              </p:cNvPr>
              <p:cNvSpPr/>
              <p:nvPr/>
            </p:nvSpPr>
            <p:spPr>
              <a:xfrm>
                <a:off x="786999" y="76812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9" name="流程图: 接点 3478">
                <a:extLst>
                  <a:ext uri="{FF2B5EF4-FFF2-40B4-BE49-F238E27FC236}">
                    <a16:creationId xmlns:a16="http://schemas.microsoft.com/office/drawing/2014/main" id="{D254767E-6C3A-4B82-B02B-A063077F22F7}"/>
                  </a:ext>
                </a:extLst>
              </p:cNvPr>
              <p:cNvSpPr/>
              <p:nvPr/>
            </p:nvSpPr>
            <p:spPr>
              <a:xfrm>
                <a:off x="710533" y="78753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0" name="流程图: 接点 3479">
                <a:extLst>
                  <a:ext uri="{FF2B5EF4-FFF2-40B4-BE49-F238E27FC236}">
                    <a16:creationId xmlns:a16="http://schemas.microsoft.com/office/drawing/2014/main" id="{05331517-FB7E-49CA-AC08-115BD08F004C}"/>
                  </a:ext>
                </a:extLst>
              </p:cNvPr>
              <p:cNvSpPr/>
              <p:nvPr/>
            </p:nvSpPr>
            <p:spPr>
              <a:xfrm>
                <a:off x="763548" y="94660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1" name="流程图: 接点 3480">
                <a:extLst>
                  <a:ext uri="{FF2B5EF4-FFF2-40B4-BE49-F238E27FC236}">
                    <a16:creationId xmlns:a16="http://schemas.microsoft.com/office/drawing/2014/main" id="{2CD18161-D841-4C8D-ABC2-824E9EE89AB9}"/>
                  </a:ext>
                </a:extLst>
              </p:cNvPr>
              <p:cNvSpPr/>
              <p:nvPr/>
            </p:nvSpPr>
            <p:spPr>
              <a:xfrm>
                <a:off x="771225" y="89847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2" name="流程图: 接点 3481">
                <a:extLst>
                  <a:ext uri="{FF2B5EF4-FFF2-40B4-BE49-F238E27FC236}">
                    <a16:creationId xmlns:a16="http://schemas.microsoft.com/office/drawing/2014/main" id="{5BF05214-BB77-49B2-8E41-957F2D89FFB7}"/>
                  </a:ext>
                </a:extLst>
              </p:cNvPr>
              <p:cNvSpPr/>
              <p:nvPr/>
            </p:nvSpPr>
            <p:spPr>
              <a:xfrm>
                <a:off x="760184" y="90587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3" name="流程图: 接点 3482">
                <a:extLst>
                  <a:ext uri="{FF2B5EF4-FFF2-40B4-BE49-F238E27FC236}">
                    <a16:creationId xmlns:a16="http://schemas.microsoft.com/office/drawing/2014/main" id="{1EE71639-A795-457E-946E-218987F0EF4D}"/>
                  </a:ext>
                </a:extLst>
              </p:cNvPr>
              <p:cNvSpPr/>
              <p:nvPr/>
            </p:nvSpPr>
            <p:spPr>
              <a:xfrm>
                <a:off x="691395" y="87715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4" name="流程图: 接点 3483">
                <a:extLst>
                  <a:ext uri="{FF2B5EF4-FFF2-40B4-BE49-F238E27FC236}">
                    <a16:creationId xmlns:a16="http://schemas.microsoft.com/office/drawing/2014/main" id="{7A2F8C83-078F-40AF-9919-55EF123A83BD}"/>
                  </a:ext>
                </a:extLst>
              </p:cNvPr>
              <p:cNvSpPr/>
              <p:nvPr/>
            </p:nvSpPr>
            <p:spPr>
              <a:xfrm>
                <a:off x="694144" y="87288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5" name="流程图: 接点 3484">
                <a:extLst>
                  <a:ext uri="{FF2B5EF4-FFF2-40B4-BE49-F238E27FC236}">
                    <a16:creationId xmlns:a16="http://schemas.microsoft.com/office/drawing/2014/main" id="{EBC509A7-AC7C-471C-A352-21D735C9762E}"/>
                  </a:ext>
                </a:extLst>
              </p:cNvPr>
              <p:cNvSpPr/>
              <p:nvPr/>
            </p:nvSpPr>
            <p:spPr>
              <a:xfrm>
                <a:off x="694144" y="92101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6" name="流程图: 接点 3485">
                <a:extLst>
                  <a:ext uri="{FF2B5EF4-FFF2-40B4-BE49-F238E27FC236}">
                    <a16:creationId xmlns:a16="http://schemas.microsoft.com/office/drawing/2014/main" id="{343E606A-9F99-4FF8-9BF8-99DF609E4987}"/>
                  </a:ext>
                </a:extLst>
              </p:cNvPr>
              <p:cNvSpPr/>
              <p:nvPr/>
            </p:nvSpPr>
            <p:spPr>
              <a:xfrm>
                <a:off x="717349" y="87367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7" name="流程图: 接点 3486">
                <a:extLst>
                  <a:ext uri="{FF2B5EF4-FFF2-40B4-BE49-F238E27FC236}">
                    <a16:creationId xmlns:a16="http://schemas.microsoft.com/office/drawing/2014/main" id="{C85F67A5-9872-4A95-A714-158A012820FE}"/>
                  </a:ext>
                </a:extLst>
              </p:cNvPr>
              <p:cNvSpPr/>
              <p:nvPr/>
            </p:nvSpPr>
            <p:spPr>
              <a:xfrm>
                <a:off x="800241" y="93705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8" name="流程图: 接点 3487">
                <a:extLst>
                  <a:ext uri="{FF2B5EF4-FFF2-40B4-BE49-F238E27FC236}">
                    <a16:creationId xmlns:a16="http://schemas.microsoft.com/office/drawing/2014/main" id="{FB73E5F7-A8FC-4A6B-BAB1-6AA0944DDF01}"/>
                  </a:ext>
                </a:extLst>
              </p:cNvPr>
              <p:cNvSpPr/>
              <p:nvPr/>
            </p:nvSpPr>
            <p:spPr>
              <a:xfrm>
                <a:off x="732140" y="94650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9" name="流程图: 接点 3488">
                <a:extLst>
                  <a:ext uri="{FF2B5EF4-FFF2-40B4-BE49-F238E27FC236}">
                    <a16:creationId xmlns:a16="http://schemas.microsoft.com/office/drawing/2014/main" id="{923ECF7B-CDAA-447E-8B5A-67F779764537}"/>
                  </a:ext>
                </a:extLst>
              </p:cNvPr>
              <p:cNvSpPr/>
              <p:nvPr/>
            </p:nvSpPr>
            <p:spPr>
              <a:xfrm>
                <a:off x="701821" y="87288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0" name="流程图: 接点 3489">
                <a:extLst>
                  <a:ext uri="{FF2B5EF4-FFF2-40B4-BE49-F238E27FC236}">
                    <a16:creationId xmlns:a16="http://schemas.microsoft.com/office/drawing/2014/main" id="{394A2362-5235-4A17-86A6-9A7CC3119F12}"/>
                  </a:ext>
                </a:extLst>
              </p:cNvPr>
              <p:cNvSpPr/>
              <p:nvPr/>
            </p:nvSpPr>
            <p:spPr>
              <a:xfrm>
                <a:off x="807918" y="88893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1" name="流程图: 接点 3490">
                <a:extLst>
                  <a:ext uri="{FF2B5EF4-FFF2-40B4-BE49-F238E27FC236}">
                    <a16:creationId xmlns:a16="http://schemas.microsoft.com/office/drawing/2014/main" id="{FD82E3DB-6690-4D2B-AB92-C501A875364C}"/>
                  </a:ext>
                </a:extLst>
              </p:cNvPr>
              <p:cNvSpPr/>
              <p:nvPr/>
            </p:nvSpPr>
            <p:spPr>
              <a:xfrm>
                <a:off x="739817" y="89838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2" name="流程图: 接点 3491">
                <a:extLst>
                  <a:ext uri="{FF2B5EF4-FFF2-40B4-BE49-F238E27FC236}">
                    <a16:creationId xmlns:a16="http://schemas.microsoft.com/office/drawing/2014/main" id="{B2F5AC6D-17F9-4961-9C7B-EF61A2462504}"/>
                  </a:ext>
                </a:extLst>
              </p:cNvPr>
              <p:cNvSpPr/>
              <p:nvPr/>
            </p:nvSpPr>
            <p:spPr>
              <a:xfrm>
                <a:off x="686035" y="97780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3" name="流程图: 接点 3492">
                <a:extLst>
                  <a:ext uri="{FF2B5EF4-FFF2-40B4-BE49-F238E27FC236}">
                    <a16:creationId xmlns:a16="http://schemas.microsoft.com/office/drawing/2014/main" id="{AF46B0F6-F7F3-4BD6-8945-20473B7A671F}"/>
                  </a:ext>
                </a:extLst>
              </p:cNvPr>
              <p:cNvSpPr/>
              <p:nvPr/>
            </p:nvSpPr>
            <p:spPr>
              <a:xfrm>
                <a:off x="838488" y="98626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4" name="流程图: 接点 3493">
                <a:extLst>
                  <a:ext uri="{FF2B5EF4-FFF2-40B4-BE49-F238E27FC236}">
                    <a16:creationId xmlns:a16="http://schemas.microsoft.com/office/drawing/2014/main" id="{234932EB-7E24-470F-927D-DE61200A335B}"/>
                  </a:ext>
                </a:extLst>
              </p:cNvPr>
              <p:cNvSpPr/>
              <p:nvPr/>
            </p:nvSpPr>
            <p:spPr>
              <a:xfrm>
                <a:off x="784706" y="106568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5" name="流程图: 接点 3494">
                <a:extLst>
                  <a:ext uri="{FF2B5EF4-FFF2-40B4-BE49-F238E27FC236}">
                    <a16:creationId xmlns:a16="http://schemas.microsoft.com/office/drawing/2014/main" id="{BA9595D0-EE93-42AC-B4E7-3E9014E3D548}"/>
                  </a:ext>
                </a:extLst>
              </p:cNvPr>
              <p:cNvSpPr/>
              <p:nvPr/>
            </p:nvSpPr>
            <p:spPr>
              <a:xfrm>
                <a:off x="846165" y="93813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6" name="流程图: 接点 3495">
                <a:extLst>
                  <a:ext uri="{FF2B5EF4-FFF2-40B4-BE49-F238E27FC236}">
                    <a16:creationId xmlns:a16="http://schemas.microsoft.com/office/drawing/2014/main" id="{907E60A2-5405-4B9A-B968-CCF666D3614E}"/>
                  </a:ext>
                </a:extLst>
              </p:cNvPr>
              <p:cNvSpPr/>
              <p:nvPr/>
            </p:nvSpPr>
            <p:spPr>
              <a:xfrm>
                <a:off x="792383" y="101756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7" name="流程图: 接点 3496">
                <a:extLst>
                  <a:ext uri="{FF2B5EF4-FFF2-40B4-BE49-F238E27FC236}">
                    <a16:creationId xmlns:a16="http://schemas.microsoft.com/office/drawing/2014/main" id="{F22F9F15-7CE3-4B40-AAE1-22595B727C00}"/>
                  </a:ext>
                </a:extLst>
              </p:cNvPr>
              <p:cNvSpPr/>
              <p:nvPr/>
            </p:nvSpPr>
            <p:spPr>
              <a:xfrm>
                <a:off x="715917" y="103697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8" name="流程图: 接点 3497">
                <a:extLst>
                  <a:ext uri="{FF2B5EF4-FFF2-40B4-BE49-F238E27FC236}">
                    <a16:creationId xmlns:a16="http://schemas.microsoft.com/office/drawing/2014/main" id="{8410CA1F-A61E-4B68-BE6E-3483597FE615}"/>
                  </a:ext>
                </a:extLst>
              </p:cNvPr>
              <p:cNvSpPr/>
              <p:nvPr/>
            </p:nvSpPr>
            <p:spPr>
              <a:xfrm>
                <a:off x="820781" y="76361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9" name="流程图: 接点 3498">
                <a:extLst>
                  <a:ext uri="{FF2B5EF4-FFF2-40B4-BE49-F238E27FC236}">
                    <a16:creationId xmlns:a16="http://schemas.microsoft.com/office/drawing/2014/main" id="{C0F384C8-3D47-46A0-9A8C-9E6543C9D386}"/>
                  </a:ext>
                </a:extLst>
              </p:cNvPr>
              <p:cNvSpPr/>
              <p:nvPr/>
            </p:nvSpPr>
            <p:spPr>
              <a:xfrm>
                <a:off x="766999" y="84303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00" name="流程图: 接点 3499">
                <a:extLst>
                  <a:ext uri="{FF2B5EF4-FFF2-40B4-BE49-F238E27FC236}">
                    <a16:creationId xmlns:a16="http://schemas.microsoft.com/office/drawing/2014/main" id="{A754E887-08EA-4A38-8C7E-0BAAD40AB490}"/>
                  </a:ext>
                </a:extLst>
              </p:cNvPr>
              <p:cNvSpPr/>
              <p:nvPr/>
            </p:nvSpPr>
            <p:spPr>
              <a:xfrm>
                <a:off x="774676" y="79490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01" name="流程图: 接点 3500">
                <a:extLst>
                  <a:ext uri="{FF2B5EF4-FFF2-40B4-BE49-F238E27FC236}">
                    <a16:creationId xmlns:a16="http://schemas.microsoft.com/office/drawing/2014/main" id="{AA59C561-3A45-43AB-8290-27AF2E315659}"/>
                  </a:ext>
                </a:extLst>
              </p:cNvPr>
              <p:cNvSpPr/>
              <p:nvPr/>
            </p:nvSpPr>
            <p:spPr>
              <a:xfrm>
                <a:off x="698210" y="81431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02" name="流程图: 接点 3501">
                <a:extLst>
                  <a:ext uri="{FF2B5EF4-FFF2-40B4-BE49-F238E27FC236}">
                    <a16:creationId xmlns:a16="http://schemas.microsoft.com/office/drawing/2014/main" id="{3F7B0857-897E-4476-8060-7C2767D7A495}"/>
                  </a:ext>
                </a:extLst>
              </p:cNvPr>
              <p:cNvSpPr/>
              <p:nvPr/>
            </p:nvSpPr>
            <p:spPr>
              <a:xfrm>
                <a:off x="758915" y="811768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03" name="流程图: 接点 3502">
                <a:extLst>
                  <a:ext uri="{FF2B5EF4-FFF2-40B4-BE49-F238E27FC236}">
                    <a16:creationId xmlns:a16="http://schemas.microsoft.com/office/drawing/2014/main" id="{5641CB31-2694-4B06-900B-9DC0AAA89F5E}"/>
                  </a:ext>
                </a:extLst>
              </p:cNvPr>
              <p:cNvSpPr/>
              <p:nvPr/>
            </p:nvSpPr>
            <p:spPr>
              <a:xfrm>
                <a:off x="766592" y="763640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04" name="流程图: 接点 3503">
                <a:extLst>
                  <a:ext uri="{FF2B5EF4-FFF2-40B4-BE49-F238E27FC236}">
                    <a16:creationId xmlns:a16="http://schemas.microsoft.com/office/drawing/2014/main" id="{55A73F33-2C18-44AB-AE18-58E3995774B8}"/>
                  </a:ext>
                </a:extLst>
              </p:cNvPr>
              <p:cNvSpPr/>
              <p:nvPr/>
            </p:nvSpPr>
            <p:spPr>
              <a:xfrm>
                <a:off x="755551" y="77104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05" name="流程图: 接点 3504">
                <a:extLst>
                  <a:ext uri="{FF2B5EF4-FFF2-40B4-BE49-F238E27FC236}">
                    <a16:creationId xmlns:a16="http://schemas.microsoft.com/office/drawing/2014/main" id="{67348B2B-E89A-4C28-B98C-375D27DB60F0}"/>
                  </a:ext>
                </a:extLst>
              </p:cNvPr>
              <p:cNvSpPr/>
              <p:nvPr/>
            </p:nvSpPr>
            <p:spPr>
              <a:xfrm>
                <a:off x="689511" y="786179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06" name="流程图: 接点 3505">
                <a:extLst>
                  <a:ext uri="{FF2B5EF4-FFF2-40B4-BE49-F238E27FC236}">
                    <a16:creationId xmlns:a16="http://schemas.microsoft.com/office/drawing/2014/main" id="{614DE2AB-51A4-4C6D-869F-97C867C9CD7E}"/>
                  </a:ext>
                </a:extLst>
              </p:cNvPr>
              <p:cNvSpPr/>
              <p:nvPr/>
            </p:nvSpPr>
            <p:spPr>
              <a:xfrm>
                <a:off x="795608" y="80222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07" name="流程图: 接点 3506">
                <a:extLst>
                  <a:ext uri="{FF2B5EF4-FFF2-40B4-BE49-F238E27FC236}">
                    <a16:creationId xmlns:a16="http://schemas.microsoft.com/office/drawing/2014/main" id="{5B6C877C-1773-4D5B-B6F0-59B8624B00D0}"/>
                  </a:ext>
                </a:extLst>
              </p:cNvPr>
              <p:cNvSpPr/>
              <p:nvPr/>
            </p:nvSpPr>
            <p:spPr>
              <a:xfrm>
                <a:off x="727507" y="81167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08" name="流程图: 接点 3507">
                <a:extLst>
                  <a:ext uri="{FF2B5EF4-FFF2-40B4-BE49-F238E27FC236}">
                    <a16:creationId xmlns:a16="http://schemas.microsoft.com/office/drawing/2014/main" id="{5814AA19-3486-4894-9C42-189CA1746EB9}"/>
                  </a:ext>
                </a:extLst>
              </p:cNvPr>
              <p:cNvSpPr/>
              <p:nvPr/>
            </p:nvSpPr>
            <p:spPr>
              <a:xfrm>
                <a:off x="735184" y="76354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09" name="流程图: 接点 3508">
                <a:extLst>
                  <a:ext uri="{FF2B5EF4-FFF2-40B4-BE49-F238E27FC236}">
                    <a16:creationId xmlns:a16="http://schemas.microsoft.com/office/drawing/2014/main" id="{88DC14C2-4395-460B-87B8-6EEB11AE8C66}"/>
                  </a:ext>
                </a:extLst>
              </p:cNvPr>
              <p:cNvSpPr/>
              <p:nvPr/>
            </p:nvSpPr>
            <p:spPr>
              <a:xfrm>
                <a:off x="681402" y="842971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0" name="流程图: 接点 3509">
                <a:extLst>
                  <a:ext uri="{FF2B5EF4-FFF2-40B4-BE49-F238E27FC236}">
                    <a16:creationId xmlns:a16="http://schemas.microsoft.com/office/drawing/2014/main" id="{6376199C-B465-47DC-9671-D8A625D2A1BE}"/>
                  </a:ext>
                </a:extLst>
              </p:cNvPr>
              <p:cNvSpPr/>
              <p:nvPr/>
            </p:nvSpPr>
            <p:spPr>
              <a:xfrm>
                <a:off x="833855" y="85142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1" name="流程图: 接点 3510">
                <a:extLst>
                  <a:ext uri="{FF2B5EF4-FFF2-40B4-BE49-F238E27FC236}">
                    <a16:creationId xmlns:a16="http://schemas.microsoft.com/office/drawing/2014/main" id="{3A83421C-6BED-428B-9CA4-B9B59906C409}"/>
                  </a:ext>
                </a:extLst>
              </p:cNvPr>
              <p:cNvSpPr/>
              <p:nvPr/>
            </p:nvSpPr>
            <p:spPr>
              <a:xfrm>
                <a:off x="780073" y="930852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2" name="流程图: 接点 3511">
                <a:extLst>
                  <a:ext uri="{FF2B5EF4-FFF2-40B4-BE49-F238E27FC236}">
                    <a16:creationId xmlns:a16="http://schemas.microsoft.com/office/drawing/2014/main" id="{6AAF069A-5642-4C59-8BD9-D3846B3FF031}"/>
                  </a:ext>
                </a:extLst>
              </p:cNvPr>
              <p:cNvSpPr/>
              <p:nvPr/>
            </p:nvSpPr>
            <p:spPr>
              <a:xfrm>
                <a:off x="841532" y="80329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3" name="流程图: 接点 3512">
                <a:extLst>
                  <a:ext uri="{FF2B5EF4-FFF2-40B4-BE49-F238E27FC236}">
                    <a16:creationId xmlns:a16="http://schemas.microsoft.com/office/drawing/2014/main" id="{EA248563-4324-4009-B85C-C05342C0FB1E}"/>
                  </a:ext>
                </a:extLst>
              </p:cNvPr>
              <p:cNvSpPr/>
              <p:nvPr/>
            </p:nvSpPr>
            <p:spPr>
              <a:xfrm>
                <a:off x="787750" y="882724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4" name="流程图: 接点 3513">
                <a:extLst>
                  <a:ext uri="{FF2B5EF4-FFF2-40B4-BE49-F238E27FC236}">
                    <a16:creationId xmlns:a16="http://schemas.microsoft.com/office/drawing/2014/main" id="{3D8BA012-8FE0-48DE-9738-7BE8490D7E60}"/>
                  </a:ext>
                </a:extLst>
              </p:cNvPr>
              <p:cNvSpPr/>
              <p:nvPr/>
            </p:nvSpPr>
            <p:spPr>
              <a:xfrm>
                <a:off x="711284" y="902133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5" name="流程图: 接点 3514">
                <a:extLst>
                  <a:ext uri="{FF2B5EF4-FFF2-40B4-BE49-F238E27FC236}">
                    <a16:creationId xmlns:a16="http://schemas.microsoft.com/office/drawing/2014/main" id="{05BE1E49-6684-4F9F-B5A2-C77546124705}"/>
                  </a:ext>
                </a:extLst>
              </p:cNvPr>
              <p:cNvSpPr/>
              <p:nvPr/>
            </p:nvSpPr>
            <p:spPr>
              <a:xfrm>
                <a:off x="779586" y="832755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6" name="流程图: 接点 3515">
                <a:extLst>
                  <a:ext uri="{FF2B5EF4-FFF2-40B4-BE49-F238E27FC236}">
                    <a16:creationId xmlns:a16="http://schemas.microsoft.com/office/drawing/2014/main" id="{0B222060-1D5C-470F-AC86-30792E872FFB}"/>
                  </a:ext>
                </a:extLst>
              </p:cNvPr>
              <p:cNvSpPr/>
              <p:nvPr/>
            </p:nvSpPr>
            <p:spPr>
              <a:xfrm>
                <a:off x="787263" y="784627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7" name="流程图: 接点 3516">
                <a:extLst>
                  <a:ext uri="{FF2B5EF4-FFF2-40B4-BE49-F238E27FC236}">
                    <a16:creationId xmlns:a16="http://schemas.microsoft.com/office/drawing/2014/main" id="{8A0EA7B7-2541-46E9-A20A-2CDF1F0C631F}"/>
                  </a:ext>
                </a:extLst>
              </p:cNvPr>
              <p:cNvSpPr/>
              <p:nvPr/>
            </p:nvSpPr>
            <p:spPr>
              <a:xfrm>
                <a:off x="710797" y="804036"/>
                <a:ext cx="29632" cy="32085"/>
              </a:xfrm>
              <a:prstGeom prst="flowChartConnector">
                <a:avLst/>
              </a:prstGeom>
              <a:solidFill>
                <a:srgbClr val="33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329" name="组合 4328">
              <a:extLst>
                <a:ext uri="{FF2B5EF4-FFF2-40B4-BE49-F238E27FC236}">
                  <a16:creationId xmlns:a16="http://schemas.microsoft.com/office/drawing/2014/main" id="{4E03167E-6F51-4CE8-9340-F4AEE285B684}"/>
                </a:ext>
              </a:extLst>
            </p:cNvPr>
            <p:cNvGrpSpPr/>
            <p:nvPr/>
          </p:nvGrpSpPr>
          <p:grpSpPr>
            <a:xfrm>
              <a:off x="2588837" y="1402007"/>
              <a:ext cx="1631536" cy="892029"/>
              <a:chOff x="324843" y="1659375"/>
              <a:chExt cx="1631536" cy="892029"/>
            </a:xfrm>
          </p:grpSpPr>
          <p:sp>
            <p:nvSpPr>
              <p:cNvPr id="459" name="流程图: 接点 458">
                <a:extLst>
                  <a:ext uri="{FF2B5EF4-FFF2-40B4-BE49-F238E27FC236}">
                    <a16:creationId xmlns:a16="http://schemas.microsoft.com/office/drawing/2014/main" id="{27AD0090-B72F-494A-96E0-C6CCCC0E4CED}"/>
                  </a:ext>
                </a:extLst>
              </p:cNvPr>
              <p:cNvSpPr/>
              <p:nvPr/>
            </p:nvSpPr>
            <p:spPr>
              <a:xfrm>
                <a:off x="901305" y="17110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0" name="流程图: 接点 459">
                <a:extLst>
                  <a:ext uri="{FF2B5EF4-FFF2-40B4-BE49-F238E27FC236}">
                    <a16:creationId xmlns:a16="http://schemas.microsoft.com/office/drawing/2014/main" id="{2B6F2279-6903-44E7-B57A-E97B3D2CB49D}"/>
                  </a:ext>
                </a:extLst>
              </p:cNvPr>
              <p:cNvSpPr/>
              <p:nvPr/>
            </p:nvSpPr>
            <p:spPr>
              <a:xfrm>
                <a:off x="970420" y="16884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1" name="流程图: 接点 460">
                <a:extLst>
                  <a:ext uri="{FF2B5EF4-FFF2-40B4-BE49-F238E27FC236}">
                    <a16:creationId xmlns:a16="http://schemas.microsoft.com/office/drawing/2014/main" id="{7758063C-8B59-4609-9BD3-B67EBEE11B74}"/>
                  </a:ext>
                </a:extLst>
              </p:cNvPr>
              <p:cNvSpPr/>
              <p:nvPr/>
            </p:nvSpPr>
            <p:spPr>
              <a:xfrm>
                <a:off x="901192" y="177664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2" name="流程图: 接点 461">
                <a:extLst>
                  <a:ext uri="{FF2B5EF4-FFF2-40B4-BE49-F238E27FC236}">
                    <a16:creationId xmlns:a16="http://schemas.microsoft.com/office/drawing/2014/main" id="{380CC3B4-C8C6-45CD-AD82-488EF8587C40}"/>
                  </a:ext>
                </a:extLst>
              </p:cNvPr>
              <p:cNvSpPr/>
              <p:nvPr/>
            </p:nvSpPr>
            <p:spPr>
              <a:xfrm>
                <a:off x="970307" y="17540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3" name="流程图: 接点 462">
                <a:extLst>
                  <a:ext uri="{FF2B5EF4-FFF2-40B4-BE49-F238E27FC236}">
                    <a16:creationId xmlns:a16="http://schemas.microsoft.com/office/drawing/2014/main" id="{AECCC580-4BCC-4627-99AC-A8CB3D7108BD}"/>
                  </a:ext>
                </a:extLst>
              </p:cNvPr>
              <p:cNvSpPr/>
              <p:nvPr/>
            </p:nvSpPr>
            <p:spPr>
              <a:xfrm>
                <a:off x="837796" y="177466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4" name="流程图: 接点 463">
                <a:extLst>
                  <a:ext uri="{FF2B5EF4-FFF2-40B4-BE49-F238E27FC236}">
                    <a16:creationId xmlns:a16="http://schemas.microsoft.com/office/drawing/2014/main" id="{F804739B-BA5B-41D4-9C1A-80879A8A4FFF}"/>
                  </a:ext>
                </a:extLst>
              </p:cNvPr>
              <p:cNvSpPr/>
              <p:nvPr/>
            </p:nvSpPr>
            <p:spPr>
              <a:xfrm>
                <a:off x="906911" y="175206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5" name="流程图: 接点 464">
                <a:extLst>
                  <a:ext uri="{FF2B5EF4-FFF2-40B4-BE49-F238E27FC236}">
                    <a16:creationId xmlns:a16="http://schemas.microsoft.com/office/drawing/2014/main" id="{0020E395-53C1-4EFB-837F-90051DF7B2EB}"/>
                  </a:ext>
                </a:extLst>
              </p:cNvPr>
              <p:cNvSpPr/>
              <p:nvPr/>
            </p:nvSpPr>
            <p:spPr>
              <a:xfrm>
                <a:off x="837684" y="184020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6" name="流程图: 接点 465">
                <a:extLst>
                  <a:ext uri="{FF2B5EF4-FFF2-40B4-BE49-F238E27FC236}">
                    <a16:creationId xmlns:a16="http://schemas.microsoft.com/office/drawing/2014/main" id="{2DDB8ECE-262B-4299-A37C-771F1B191F56}"/>
                  </a:ext>
                </a:extLst>
              </p:cNvPr>
              <p:cNvSpPr/>
              <p:nvPr/>
            </p:nvSpPr>
            <p:spPr>
              <a:xfrm>
                <a:off x="906799" y="181761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7" name="流程图: 接点 466">
                <a:extLst>
                  <a:ext uri="{FF2B5EF4-FFF2-40B4-BE49-F238E27FC236}">
                    <a16:creationId xmlns:a16="http://schemas.microsoft.com/office/drawing/2014/main" id="{69DE39EE-8C56-4ABD-9980-2A79B73AF8A6}"/>
                  </a:ext>
                </a:extLst>
              </p:cNvPr>
              <p:cNvSpPr/>
              <p:nvPr/>
            </p:nvSpPr>
            <p:spPr>
              <a:xfrm>
                <a:off x="774288" y="183822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8" name="流程图: 接点 467">
                <a:extLst>
                  <a:ext uri="{FF2B5EF4-FFF2-40B4-BE49-F238E27FC236}">
                    <a16:creationId xmlns:a16="http://schemas.microsoft.com/office/drawing/2014/main" id="{EEAC3B03-3FAC-47F2-8C71-71CA15084B9C}"/>
                  </a:ext>
                </a:extLst>
              </p:cNvPr>
              <p:cNvSpPr/>
              <p:nvPr/>
            </p:nvSpPr>
            <p:spPr>
              <a:xfrm>
                <a:off x="843403" y="18156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9" name="流程图: 接点 468">
                <a:extLst>
                  <a:ext uri="{FF2B5EF4-FFF2-40B4-BE49-F238E27FC236}">
                    <a16:creationId xmlns:a16="http://schemas.microsoft.com/office/drawing/2014/main" id="{93405A6C-DF44-41A3-BA6B-468AA75D8A31}"/>
                  </a:ext>
                </a:extLst>
              </p:cNvPr>
              <p:cNvSpPr/>
              <p:nvPr/>
            </p:nvSpPr>
            <p:spPr>
              <a:xfrm>
                <a:off x="774175" y="19037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0" name="流程图: 接点 469">
                <a:extLst>
                  <a:ext uri="{FF2B5EF4-FFF2-40B4-BE49-F238E27FC236}">
                    <a16:creationId xmlns:a16="http://schemas.microsoft.com/office/drawing/2014/main" id="{1C8B81C0-D603-40CF-A207-D5DEA31B4867}"/>
                  </a:ext>
                </a:extLst>
              </p:cNvPr>
              <p:cNvSpPr/>
              <p:nvPr/>
            </p:nvSpPr>
            <p:spPr>
              <a:xfrm>
                <a:off x="843290" y="188117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1" name="流程图: 接点 470">
                <a:extLst>
                  <a:ext uri="{FF2B5EF4-FFF2-40B4-BE49-F238E27FC236}">
                    <a16:creationId xmlns:a16="http://schemas.microsoft.com/office/drawing/2014/main" id="{36FCB04D-10F6-4CD6-AFED-63905C2E56E7}"/>
                  </a:ext>
                </a:extLst>
              </p:cNvPr>
              <p:cNvSpPr/>
              <p:nvPr/>
            </p:nvSpPr>
            <p:spPr>
              <a:xfrm>
                <a:off x="1042147" y="177631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2" name="流程图: 接点 471">
                <a:extLst>
                  <a:ext uri="{FF2B5EF4-FFF2-40B4-BE49-F238E27FC236}">
                    <a16:creationId xmlns:a16="http://schemas.microsoft.com/office/drawing/2014/main" id="{6D87D9DC-60AD-4E5A-BDB6-AA5EB97C3FCD}"/>
                  </a:ext>
                </a:extLst>
              </p:cNvPr>
              <p:cNvSpPr/>
              <p:nvPr/>
            </p:nvSpPr>
            <p:spPr>
              <a:xfrm>
                <a:off x="1111262" y="175371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3" name="流程图: 接点 472">
                <a:extLst>
                  <a:ext uri="{FF2B5EF4-FFF2-40B4-BE49-F238E27FC236}">
                    <a16:creationId xmlns:a16="http://schemas.microsoft.com/office/drawing/2014/main" id="{224AA988-DE95-4EBF-89FD-D11D0425262A}"/>
                  </a:ext>
                </a:extLst>
              </p:cNvPr>
              <p:cNvSpPr/>
              <p:nvPr/>
            </p:nvSpPr>
            <p:spPr>
              <a:xfrm>
                <a:off x="1042034" y="184185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4" name="流程图: 接点 473">
                <a:extLst>
                  <a:ext uri="{FF2B5EF4-FFF2-40B4-BE49-F238E27FC236}">
                    <a16:creationId xmlns:a16="http://schemas.microsoft.com/office/drawing/2014/main" id="{71124B9D-0592-47E6-981F-3E7CE6BE613D}"/>
                  </a:ext>
                </a:extLst>
              </p:cNvPr>
              <p:cNvSpPr/>
              <p:nvPr/>
            </p:nvSpPr>
            <p:spPr>
              <a:xfrm>
                <a:off x="1111150" y="181926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5" name="流程图: 接点 474">
                <a:extLst>
                  <a:ext uri="{FF2B5EF4-FFF2-40B4-BE49-F238E27FC236}">
                    <a16:creationId xmlns:a16="http://schemas.microsoft.com/office/drawing/2014/main" id="{729783D2-57FE-4BB8-9771-7831AA127AEF}"/>
                  </a:ext>
                </a:extLst>
              </p:cNvPr>
              <p:cNvSpPr/>
              <p:nvPr/>
            </p:nvSpPr>
            <p:spPr>
              <a:xfrm>
                <a:off x="978638" y="183987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6" name="流程图: 接点 475">
                <a:extLst>
                  <a:ext uri="{FF2B5EF4-FFF2-40B4-BE49-F238E27FC236}">
                    <a16:creationId xmlns:a16="http://schemas.microsoft.com/office/drawing/2014/main" id="{A1070E0E-46EA-401F-B17C-8F103204A110}"/>
                  </a:ext>
                </a:extLst>
              </p:cNvPr>
              <p:cNvSpPr/>
              <p:nvPr/>
            </p:nvSpPr>
            <p:spPr>
              <a:xfrm>
                <a:off x="1047753" y="18172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7" name="流程图: 接点 476">
                <a:extLst>
                  <a:ext uri="{FF2B5EF4-FFF2-40B4-BE49-F238E27FC236}">
                    <a16:creationId xmlns:a16="http://schemas.microsoft.com/office/drawing/2014/main" id="{52949338-DC70-451C-A345-5684D746304E}"/>
                  </a:ext>
                </a:extLst>
              </p:cNvPr>
              <p:cNvSpPr/>
              <p:nvPr/>
            </p:nvSpPr>
            <p:spPr>
              <a:xfrm>
                <a:off x="978526" y="19054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8" name="流程图: 接点 477">
                <a:extLst>
                  <a:ext uri="{FF2B5EF4-FFF2-40B4-BE49-F238E27FC236}">
                    <a16:creationId xmlns:a16="http://schemas.microsoft.com/office/drawing/2014/main" id="{AC1C4C44-6463-4F69-B8C1-3FB525E10257}"/>
                  </a:ext>
                </a:extLst>
              </p:cNvPr>
              <p:cNvSpPr/>
              <p:nvPr/>
            </p:nvSpPr>
            <p:spPr>
              <a:xfrm>
                <a:off x="1047641" y="188282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9" name="流程图: 接点 478">
                <a:extLst>
                  <a:ext uri="{FF2B5EF4-FFF2-40B4-BE49-F238E27FC236}">
                    <a16:creationId xmlns:a16="http://schemas.microsoft.com/office/drawing/2014/main" id="{1B7DB752-A253-461A-B0F8-3E0BB5245E79}"/>
                  </a:ext>
                </a:extLst>
              </p:cNvPr>
              <p:cNvSpPr/>
              <p:nvPr/>
            </p:nvSpPr>
            <p:spPr>
              <a:xfrm>
                <a:off x="915130" y="190343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0" name="流程图: 接点 479">
                <a:extLst>
                  <a:ext uri="{FF2B5EF4-FFF2-40B4-BE49-F238E27FC236}">
                    <a16:creationId xmlns:a16="http://schemas.microsoft.com/office/drawing/2014/main" id="{BEBF12AC-5C21-4FC3-9B30-831A48F23526}"/>
                  </a:ext>
                </a:extLst>
              </p:cNvPr>
              <p:cNvSpPr/>
              <p:nvPr/>
            </p:nvSpPr>
            <p:spPr>
              <a:xfrm>
                <a:off x="984245" y="18808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1" name="流程图: 接点 480">
                <a:extLst>
                  <a:ext uri="{FF2B5EF4-FFF2-40B4-BE49-F238E27FC236}">
                    <a16:creationId xmlns:a16="http://schemas.microsoft.com/office/drawing/2014/main" id="{7233A12D-59C3-4FCC-A233-F1C2D6A74B56}"/>
                  </a:ext>
                </a:extLst>
              </p:cNvPr>
              <p:cNvSpPr/>
              <p:nvPr/>
            </p:nvSpPr>
            <p:spPr>
              <a:xfrm>
                <a:off x="915017" y="19689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2" name="流程图: 接点 481">
                <a:extLst>
                  <a:ext uri="{FF2B5EF4-FFF2-40B4-BE49-F238E27FC236}">
                    <a16:creationId xmlns:a16="http://schemas.microsoft.com/office/drawing/2014/main" id="{085332BC-888B-4ABD-A3D9-4B8ED943239C}"/>
                  </a:ext>
                </a:extLst>
              </p:cNvPr>
              <p:cNvSpPr/>
              <p:nvPr/>
            </p:nvSpPr>
            <p:spPr>
              <a:xfrm>
                <a:off x="984132" y="194638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3" name="流程图: 接点 482">
                <a:extLst>
                  <a:ext uri="{FF2B5EF4-FFF2-40B4-BE49-F238E27FC236}">
                    <a16:creationId xmlns:a16="http://schemas.microsoft.com/office/drawing/2014/main" id="{CF46C8D9-9A61-49E8-8135-C50E586CBD0B}"/>
                  </a:ext>
                </a:extLst>
              </p:cNvPr>
              <p:cNvSpPr/>
              <p:nvPr/>
            </p:nvSpPr>
            <p:spPr>
              <a:xfrm>
                <a:off x="910097" y="18182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4" name="流程图: 接点 483">
                <a:extLst>
                  <a:ext uri="{FF2B5EF4-FFF2-40B4-BE49-F238E27FC236}">
                    <a16:creationId xmlns:a16="http://schemas.microsoft.com/office/drawing/2014/main" id="{30F0FE39-CB31-442E-AFFA-5E827C892D21}"/>
                  </a:ext>
                </a:extLst>
              </p:cNvPr>
              <p:cNvSpPr/>
              <p:nvPr/>
            </p:nvSpPr>
            <p:spPr>
              <a:xfrm>
                <a:off x="979212" y="17956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5" name="流程图: 接点 484">
                <a:extLst>
                  <a:ext uri="{FF2B5EF4-FFF2-40B4-BE49-F238E27FC236}">
                    <a16:creationId xmlns:a16="http://schemas.microsoft.com/office/drawing/2014/main" id="{71047AB5-E905-46FC-9B52-3ED5776B95EE}"/>
                  </a:ext>
                </a:extLst>
              </p:cNvPr>
              <p:cNvSpPr/>
              <p:nvPr/>
            </p:nvSpPr>
            <p:spPr>
              <a:xfrm>
                <a:off x="909985" y="188384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6" name="流程图: 接点 485">
                <a:extLst>
                  <a:ext uri="{FF2B5EF4-FFF2-40B4-BE49-F238E27FC236}">
                    <a16:creationId xmlns:a16="http://schemas.microsoft.com/office/drawing/2014/main" id="{07C6A559-D057-42CC-B2A0-C9159AAD8E51}"/>
                  </a:ext>
                </a:extLst>
              </p:cNvPr>
              <p:cNvSpPr/>
              <p:nvPr/>
            </p:nvSpPr>
            <p:spPr>
              <a:xfrm>
                <a:off x="979100" y="18612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7" name="流程图: 接点 486">
                <a:extLst>
                  <a:ext uri="{FF2B5EF4-FFF2-40B4-BE49-F238E27FC236}">
                    <a16:creationId xmlns:a16="http://schemas.microsoft.com/office/drawing/2014/main" id="{5F50218E-756A-449C-ADAF-898F6BA1B396}"/>
                  </a:ext>
                </a:extLst>
              </p:cNvPr>
              <p:cNvSpPr/>
              <p:nvPr/>
            </p:nvSpPr>
            <p:spPr>
              <a:xfrm>
                <a:off x="846589" y="188186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8" name="流程图: 接点 487">
                <a:extLst>
                  <a:ext uri="{FF2B5EF4-FFF2-40B4-BE49-F238E27FC236}">
                    <a16:creationId xmlns:a16="http://schemas.microsoft.com/office/drawing/2014/main" id="{F945FA75-8B37-458D-B1F4-B57831087A0B}"/>
                  </a:ext>
                </a:extLst>
              </p:cNvPr>
              <p:cNvSpPr/>
              <p:nvPr/>
            </p:nvSpPr>
            <p:spPr>
              <a:xfrm>
                <a:off x="915704" y="185926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9" name="流程图: 接点 488">
                <a:extLst>
                  <a:ext uri="{FF2B5EF4-FFF2-40B4-BE49-F238E27FC236}">
                    <a16:creationId xmlns:a16="http://schemas.microsoft.com/office/drawing/2014/main" id="{A37C7BE0-00C6-4449-9C7C-9A53FC86EE34}"/>
                  </a:ext>
                </a:extLst>
              </p:cNvPr>
              <p:cNvSpPr/>
              <p:nvPr/>
            </p:nvSpPr>
            <p:spPr>
              <a:xfrm>
                <a:off x="846476" y="194740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0" name="流程图: 接点 489">
                <a:extLst>
                  <a:ext uri="{FF2B5EF4-FFF2-40B4-BE49-F238E27FC236}">
                    <a16:creationId xmlns:a16="http://schemas.microsoft.com/office/drawing/2014/main" id="{8B096B26-CD27-4F1C-8E6F-8C73FCC1156D}"/>
                  </a:ext>
                </a:extLst>
              </p:cNvPr>
              <p:cNvSpPr/>
              <p:nvPr/>
            </p:nvSpPr>
            <p:spPr>
              <a:xfrm>
                <a:off x="915591" y="192481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1" name="流程图: 接点 490">
                <a:extLst>
                  <a:ext uri="{FF2B5EF4-FFF2-40B4-BE49-F238E27FC236}">
                    <a16:creationId xmlns:a16="http://schemas.microsoft.com/office/drawing/2014/main" id="{CB5A4476-3F65-4777-8DB0-E6124204F5CF}"/>
                  </a:ext>
                </a:extLst>
              </p:cNvPr>
              <p:cNvSpPr/>
              <p:nvPr/>
            </p:nvSpPr>
            <p:spPr>
              <a:xfrm>
                <a:off x="783080" y="194542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2" name="流程图: 接点 491">
                <a:extLst>
                  <a:ext uri="{FF2B5EF4-FFF2-40B4-BE49-F238E27FC236}">
                    <a16:creationId xmlns:a16="http://schemas.microsoft.com/office/drawing/2014/main" id="{FBD39367-14CE-4D52-8E30-8FB8AB41F400}"/>
                  </a:ext>
                </a:extLst>
              </p:cNvPr>
              <p:cNvSpPr/>
              <p:nvPr/>
            </p:nvSpPr>
            <p:spPr>
              <a:xfrm>
                <a:off x="852195" y="192282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3" name="流程图: 接点 492">
                <a:extLst>
                  <a:ext uri="{FF2B5EF4-FFF2-40B4-BE49-F238E27FC236}">
                    <a16:creationId xmlns:a16="http://schemas.microsoft.com/office/drawing/2014/main" id="{8D86198D-864F-42A9-884B-5C14F7F5345D}"/>
                  </a:ext>
                </a:extLst>
              </p:cNvPr>
              <p:cNvSpPr/>
              <p:nvPr/>
            </p:nvSpPr>
            <p:spPr>
              <a:xfrm>
                <a:off x="782968" y="20109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4" name="流程图: 接点 493">
                <a:extLst>
                  <a:ext uri="{FF2B5EF4-FFF2-40B4-BE49-F238E27FC236}">
                    <a16:creationId xmlns:a16="http://schemas.microsoft.com/office/drawing/2014/main" id="{6E3908B2-8D04-4998-A891-B00C1CC4EF2E}"/>
                  </a:ext>
                </a:extLst>
              </p:cNvPr>
              <p:cNvSpPr/>
              <p:nvPr/>
            </p:nvSpPr>
            <p:spPr>
              <a:xfrm>
                <a:off x="852083" y="198837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5" name="流程图: 接点 494">
                <a:extLst>
                  <a:ext uri="{FF2B5EF4-FFF2-40B4-BE49-F238E27FC236}">
                    <a16:creationId xmlns:a16="http://schemas.microsoft.com/office/drawing/2014/main" id="{D5439186-1C1F-4CBA-8F10-40D04FE66605}"/>
                  </a:ext>
                </a:extLst>
              </p:cNvPr>
              <p:cNvSpPr/>
              <p:nvPr/>
            </p:nvSpPr>
            <p:spPr>
              <a:xfrm>
                <a:off x="1050939" y="188351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6" name="流程图: 接点 495">
                <a:extLst>
                  <a:ext uri="{FF2B5EF4-FFF2-40B4-BE49-F238E27FC236}">
                    <a16:creationId xmlns:a16="http://schemas.microsoft.com/office/drawing/2014/main" id="{825F58AD-C02D-4929-9E69-33F8B318CA52}"/>
                  </a:ext>
                </a:extLst>
              </p:cNvPr>
              <p:cNvSpPr/>
              <p:nvPr/>
            </p:nvSpPr>
            <p:spPr>
              <a:xfrm>
                <a:off x="1120055" y="186091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7" name="流程图: 接点 496">
                <a:extLst>
                  <a:ext uri="{FF2B5EF4-FFF2-40B4-BE49-F238E27FC236}">
                    <a16:creationId xmlns:a16="http://schemas.microsoft.com/office/drawing/2014/main" id="{AC5BDEC4-E9A5-4042-902C-F05BDB832D96}"/>
                  </a:ext>
                </a:extLst>
              </p:cNvPr>
              <p:cNvSpPr/>
              <p:nvPr/>
            </p:nvSpPr>
            <p:spPr>
              <a:xfrm>
                <a:off x="1050827" y="194905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8" name="流程图: 接点 497">
                <a:extLst>
                  <a:ext uri="{FF2B5EF4-FFF2-40B4-BE49-F238E27FC236}">
                    <a16:creationId xmlns:a16="http://schemas.microsoft.com/office/drawing/2014/main" id="{18C279BD-2800-43A1-8839-FA3738F56445}"/>
                  </a:ext>
                </a:extLst>
              </p:cNvPr>
              <p:cNvSpPr/>
              <p:nvPr/>
            </p:nvSpPr>
            <p:spPr>
              <a:xfrm>
                <a:off x="1119942" y="192646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9" name="流程图: 接点 498">
                <a:extLst>
                  <a:ext uri="{FF2B5EF4-FFF2-40B4-BE49-F238E27FC236}">
                    <a16:creationId xmlns:a16="http://schemas.microsoft.com/office/drawing/2014/main" id="{EDDDE408-F70C-4E37-9535-0916E51B070E}"/>
                  </a:ext>
                </a:extLst>
              </p:cNvPr>
              <p:cNvSpPr/>
              <p:nvPr/>
            </p:nvSpPr>
            <p:spPr>
              <a:xfrm>
                <a:off x="987431" y="194707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0" name="流程图: 接点 499">
                <a:extLst>
                  <a:ext uri="{FF2B5EF4-FFF2-40B4-BE49-F238E27FC236}">
                    <a16:creationId xmlns:a16="http://schemas.microsoft.com/office/drawing/2014/main" id="{A2C6C2CE-5DAE-4B68-8918-96F04677A1B8}"/>
                  </a:ext>
                </a:extLst>
              </p:cNvPr>
              <p:cNvSpPr/>
              <p:nvPr/>
            </p:nvSpPr>
            <p:spPr>
              <a:xfrm>
                <a:off x="1056546" y="19244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1" name="流程图: 接点 500">
                <a:extLst>
                  <a:ext uri="{FF2B5EF4-FFF2-40B4-BE49-F238E27FC236}">
                    <a16:creationId xmlns:a16="http://schemas.microsoft.com/office/drawing/2014/main" id="{7EEA08B5-FE5C-4C64-BB52-7990CF4EDEF6}"/>
                  </a:ext>
                </a:extLst>
              </p:cNvPr>
              <p:cNvSpPr/>
              <p:nvPr/>
            </p:nvSpPr>
            <p:spPr>
              <a:xfrm>
                <a:off x="987318" y="20126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2" name="流程图: 接点 501">
                <a:extLst>
                  <a:ext uri="{FF2B5EF4-FFF2-40B4-BE49-F238E27FC236}">
                    <a16:creationId xmlns:a16="http://schemas.microsoft.com/office/drawing/2014/main" id="{21B205A5-59C6-41F2-B8E6-EACA6A3D26EC}"/>
                  </a:ext>
                </a:extLst>
              </p:cNvPr>
              <p:cNvSpPr/>
              <p:nvPr/>
            </p:nvSpPr>
            <p:spPr>
              <a:xfrm>
                <a:off x="1056433" y="199002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3" name="流程图: 接点 502">
                <a:extLst>
                  <a:ext uri="{FF2B5EF4-FFF2-40B4-BE49-F238E27FC236}">
                    <a16:creationId xmlns:a16="http://schemas.microsoft.com/office/drawing/2014/main" id="{5EE50B08-92EE-4791-8B55-ECE9BAD71E7D}"/>
                  </a:ext>
                </a:extLst>
              </p:cNvPr>
              <p:cNvSpPr/>
              <p:nvPr/>
            </p:nvSpPr>
            <p:spPr>
              <a:xfrm>
                <a:off x="923922" y="20106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4" name="流程图: 接点 503">
                <a:extLst>
                  <a:ext uri="{FF2B5EF4-FFF2-40B4-BE49-F238E27FC236}">
                    <a16:creationId xmlns:a16="http://schemas.microsoft.com/office/drawing/2014/main" id="{2D70CF75-F1EC-4707-A2F3-8CA6F84850A5}"/>
                  </a:ext>
                </a:extLst>
              </p:cNvPr>
              <p:cNvSpPr/>
              <p:nvPr/>
            </p:nvSpPr>
            <p:spPr>
              <a:xfrm>
                <a:off x="993037" y="19880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5" name="流程图: 接点 504">
                <a:extLst>
                  <a:ext uri="{FF2B5EF4-FFF2-40B4-BE49-F238E27FC236}">
                    <a16:creationId xmlns:a16="http://schemas.microsoft.com/office/drawing/2014/main" id="{E76E19F3-02DC-438D-AC41-8613076DDE8B}"/>
                  </a:ext>
                </a:extLst>
              </p:cNvPr>
              <p:cNvSpPr/>
              <p:nvPr/>
            </p:nvSpPr>
            <p:spPr>
              <a:xfrm>
                <a:off x="923810" y="20761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6" name="流程图: 接点 505">
                <a:extLst>
                  <a:ext uri="{FF2B5EF4-FFF2-40B4-BE49-F238E27FC236}">
                    <a16:creationId xmlns:a16="http://schemas.microsoft.com/office/drawing/2014/main" id="{D84F4BC1-B5F3-4F9F-961B-0FB43976DEAF}"/>
                  </a:ext>
                </a:extLst>
              </p:cNvPr>
              <p:cNvSpPr/>
              <p:nvPr/>
            </p:nvSpPr>
            <p:spPr>
              <a:xfrm>
                <a:off x="992925" y="205358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5" name="流程图: 接点 1094">
                <a:extLst>
                  <a:ext uri="{FF2B5EF4-FFF2-40B4-BE49-F238E27FC236}">
                    <a16:creationId xmlns:a16="http://schemas.microsoft.com/office/drawing/2014/main" id="{09742FAD-B246-415F-8938-71DBD337F573}"/>
                  </a:ext>
                </a:extLst>
              </p:cNvPr>
              <p:cNvSpPr/>
              <p:nvPr/>
            </p:nvSpPr>
            <p:spPr>
              <a:xfrm>
                <a:off x="1270866" y="18396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6" name="流程图: 接点 1095">
                <a:extLst>
                  <a:ext uri="{FF2B5EF4-FFF2-40B4-BE49-F238E27FC236}">
                    <a16:creationId xmlns:a16="http://schemas.microsoft.com/office/drawing/2014/main" id="{D105EE07-5417-427C-890E-1E5A38C76D50}"/>
                  </a:ext>
                </a:extLst>
              </p:cNvPr>
              <p:cNvSpPr/>
              <p:nvPr/>
            </p:nvSpPr>
            <p:spPr>
              <a:xfrm>
                <a:off x="1138817" y="188166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7" name="流程图: 接点 1096">
                <a:extLst>
                  <a:ext uri="{FF2B5EF4-FFF2-40B4-BE49-F238E27FC236}">
                    <a16:creationId xmlns:a16="http://schemas.microsoft.com/office/drawing/2014/main" id="{F7E331E8-1716-401F-B391-8C0FE7B982FD}"/>
                  </a:ext>
                </a:extLst>
              </p:cNvPr>
              <p:cNvSpPr/>
              <p:nvPr/>
            </p:nvSpPr>
            <p:spPr>
              <a:xfrm>
                <a:off x="1207932" y="185906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8" name="流程图: 接点 1097">
                <a:extLst>
                  <a:ext uri="{FF2B5EF4-FFF2-40B4-BE49-F238E27FC236}">
                    <a16:creationId xmlns:a16="http://schemas.microsoft.com/office/drawing/2014/main" id="{C3EF01D2-6283-4782-AC3B-5A1BAE71967C}"/>
                  </a:ext>
                </a:extLst>
              </p:cNvPr>
              <p:cNvSpPr/>
              <p:nvPr/>
            </p:nvSpPr>
            <p:spPr>
              <a:xfrm>
                <a:off x="1406676" y="181975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9" name="流程图: 接点 1098">
                <a:extLst>
                  <a:ext uri="{FF2B5EF4-FFF2-40B4-BE49-F238E27FC236}">
                    <a16:creationId xmlns:a16="http://schemas.microsoft.com/office/drawing/2014/main" id="{7C3D4131-B0A8-4D1D-9F21-941CB397982D}"/>
                  </a:ext>
                </a:extLst>
              </p:cNvPr>
              <p:cNvSpPr/>
              <p:nvPr/>
            </p:nvSpPr>
            <p:spPr>
              <a:xfrm>
                <a:off x="1343168" y="188331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0" name="流程图: 接点 1099">
                <a:extLst>
                  <a:ext uri="{FF2B5EF4-FFF2-40B4-BE49-F238E27FC236}">
                    <a16:creationId xmlns:a16="http://schemas.microsoft.com/office/drawing/2014/main" id="{8809A525-0ECB-4737-BD5A-61936AA15FAF}"/>
                  </a:ext>
                </a:extLst>
              </p:cNvPr>
              <p:cNvSpPr/>
              <p:nvPr/>
            </p:nvSpPr>
            <p:spPr>
              <a:xfrm>
                <a:off x="1412283" y="18607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1" name="流程图: 接点 1100">
                <a:extLst>
                  <a:ext uri="{FF2B5EF4-FFF2-40B4-BE49-F238E27FC236}">
                    <a16:creationId xmlns:a16="http://schemas.microsoft.com/office/drawing/2014/main" id="{8FB929EE-6E41-4859-9DAA-92BB0F5E54EF}"/>
                  </a:ext>
                </a:extLst>
              </p:cNvPr>
              <p:cNvSpPr/>
              <p:nvPr/>
            </p:nvSpPr>
            <p:spPr>
              <a:xfrm>
                <a:off x="1279771" y="18813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2" name="流程图: 接点 1101">
                <a:extLst>
                  <a:ext uri="{FF2B5EF4-FFF2-40B4-BE49-F238E27FC236}">
                    <a16:creationId xmlns:a16="http://schemas.microsoft.com/office/drawing/2014/main" id="{75364E57-BDD5-488D-9B44-5AC5A5DC7179}"/>
                  </a:ext>
                </a:extLst>
              </p:cNvPr>
              <p:cNvSpPr/>
              <p:nvPr/>
            </p:nvSpPr>
            <p:spPr>
              <a:xfrm>
                <a:off x="1348887" y="18587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3" name="流程图: 接点 1102">
                <a:extLst>
                  <a:ext uri="{FF2B5EF4-FFF2-40B4-BE49-F238E27FC236}">
                    <a16:creationId xmlns:a16="http://schemas.microsoft.com/office/drawing/2014/main" id="{FD7A167E-E5A3-46D5-9B1D-DB06966AB938}"/>
                  </a:ext>
                </a:extLst>
              </p:cNvPr>
              <p:cNvSpPr/>
              <p:nvPr/>
            </p:nvSpPr>
            <p:spPr>
              <a:xfrm>
                <a:off x="1279659" y="19468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4" name="流程图: 接点 1103">
                <a:extLst>
                  <a:ext uri="{FF2B5EF4-FFF2-40B4-BE49-F238E27FC236}">
                    <a16:creationId xmlns:a16="http://schemas.microsoft.com/office/drawing/2014/main" id="{F457A488-EA50-47CD-8EF1-481532D1CCC8}"/>
                  </a:ext>
                </a:extLst>
              </p:cNvPr>
              <p:cNvSpPr/>
              <p:nvPr/>
            </p:nvSpPr>
            <p:spPr>
              <a:xfrm>
                <a:off x="1348774" y="19242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5" name="流程图: 接点 1104">
                <a:extLst>
                  <a:ext uri="{FF2B5EF4-FFF2-40B4-BE49-F238E27FC236}">
                    <a16:creationId xmlns:a16="http://schemas.microsoft.com/office/drawing/2014/main" id="{1F802BD1-8BA0-4EF0-BBA3-F23C02A1C0AE}"/>
                  </a:ext>
                </a:extLst>
              </p:cNvPr>
              <p:cNvSpPr/>
              <p:nvPr/>
            </p:nvSpPr>
            <p:spPr>
              <a:xfrm>
                <a:off x="1173495" y="19762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6" name="流程图: 接点 1105">
                <a:extLst>
                  <a:ext uri="{FF2B5EF4-FFF2-40B4-BE49-F238E27FC236}">
                    <a16:creationId xmlns:a16="http://schemas.microsoft.com/office/drawing/2014/main" id="{6D54A02A-5B35-476A-BD4D-0CDCBD50AB48}"/>
                  </a:ext>
                </a:extLst>
              </p:cNvPr>
              <p:cNvSpPr/>
              <p:nvPr/>
            </p:nvSpPr>
            <p:spPr>
              <a:xfrm>
                <a:off x="1041445" y="201819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7" name="流程图: 接点 1106">
                <a:extLst>
                  <a:ext uri="{FF2B5EF4-FFF2-40B4-BE49-F238E27FC236}">
                    <a16:creationId xmlns:a16="http://schemas.microsoft.com/office/drawing/2014/main" id="{14DA650D-ACE0-4D52-B406-FA6062DB2AA6}"/>
                  </a:ext>
                </a:extLst>
              </p:cNvPr>
              <p:cNvSpPr/>
              <p:nvPr/>
            </p:nvSpPr>
            <p:spPr>
              <a:xfrm>
                <a:off x="1110560" y="199559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8" name="流程图: 接点 1107">
                <a:extLst>
                  <a:ext uri="{FF2B5EF4-FFF2-40B4-BE49-F238E27FC236}">
                    <a16:creationId xmlns:a16="http://schemas.microsoft.com/office/drawing/2014/main" id="{A256C5D8-F1DE-407A-904B-A4D44B8F27EA}"/>
                  </a:ext>
                </a:extLst>
              </p:cNvPr>
              <p:cNvSpPr/>
              <p:nvPr/>
            </p:nvSpPr>
            <p:spPr>
              <a:xfrm>
                <a:off x="1245796" y="20198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9" name="流程图: 接点 1108">
                <a:extLst>
                  <a:ext uri="{FF2B5EF4-FFF2-40B4-BE49-F238E27FC236}">
                    <a16:creationId xmlns:a16="http://schemas.microsoft.com/office/drawing/2014/main" id="{DBB0B034-3DCE-48C5-8A4E-9734956700AE}"/>
                  </a:ext>
                </a:extLst>
              </p:cNvPr>
              <p:cNvSpPr/>
              <p:nvPr/>
            </p:nvSpPr>
            <p:spPr>
              <a:xfrm>
                <a:off x="1314911" y="199724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0" name="流程图: 接点 1109">
                <a:extLst>
                  <a:ext uri="{FF2B5EF4-FFF2-40B4-BE49-F238E27FC236}">
                    <a16:creationId xmlns:a16="http://schemas.microsoft.com/office/drawing/2014/main" id="{81D1F57C-E794-44B4-A53E-E0765A7D5F72}"/>
                  </a:ext>
                </a:extLst>
              </p:cNvPr>
              <p:cNvSpPr/>
              <p:nvPr/>
            </p:nvSpPr>
            <p:spPr>
              <a:xfrm>
                <a:off x="1182400" y="20178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1" name="流程图: 接点 1110">
                <a:extLst>
                  <a:ext uri="{FF2B5EF4-FFF2-40B4-BE49-F238E27FC236}">
                    <a16:creationId xmlns:a16="http://schemas.microsoft.com/office/drawing/2014/main" id="{14693084-9D06-433C-BA1B-E35355257800}"/>
                  </a:ext>
                </a:extLst>
              </p:cNvPr>
              <p:cNvSpPr/>
              <p:nvPr/>
            </p:nvSpPr>
            <p:spPr>
              <a:xfrm>
                <a:off x="1251515" y="199526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2" name="流程图: 接点 1111">
                <a:extLst>
                  <a:ext uri="{FF2B5EF4-FFF2-40B4-BE49-F238E27FC236}">
                    <a16:creationId xmlns:a16="http://schemas.microsoft.com/office/drawing/2014/main" id="{B1E8D0A8-7AE1-491D-A0E3-5B742936D768}"/>
                  </a:ext>
                </a:extLst>
              </p:cNvPr>
              <p:cNvSpPr/>
              <p:nvPr/>
            </p:nvSpPr>
            <p:spPr>
              <a:xfrm>
                <a:off x="1182287" y="20834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3" name="流程图: 接点 1112">
                <a:extLst>
                  <a:ext uri="{FF2B5EF4-FFF2-40B4-BE49-F238E27FC236}">
                    <a16:creationId xmlns:a16="http://schemas.microsoft.com/office/drawing/2014/main" id="{12FF21AC-9989-45B0-94E8-0337668F675C}"/>
                  </a:ext>
                </a:extLst>
              </p:cNvPr>
              <p:cNvSpPr/>
              <p:nvPr/>
            </p:nvSpPr>
            <p:spPr>
              <a:xfrm>
                <a:off x="1251402" y="20608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4" name="流程图: 接点 1113">
                <a:extLst>
                  <a:ext uri="{FF2B5EF4-FFF2-40B4-BE49-F238E27FC236}">
                    <a16:creationId xmlns:a16="http://schemas.microsoft.com/office/drawing/2014/main" id="{E5A8DFB6-780A-4944-90C9-5655D94C2FB6}"/>
                  </a:ext>
                </a:extLst>
              </p:cNvPr>
              <p:cNvSpPr/>
              <p:nvPr/>
            </p:nvSpPr>
            <p:spPr>
              <a:xfrm>
                <a:off x="1352076" y="195466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5" name="流程图: 接点 1114">
                <a:extLst>
                  <a:ext uri="{FF2B5EF4-FFF2-40B4-BE49-F238E27FC236}">
                    <a16:creationId xmlns:a16="http://schemas.microsoft.com/office/drawing/2014/main" id="{0E8DAFB3-DE82-410E-AC03-DDF6701C54BE}"/>
                  </a:ext>
                </a:extLst>
              </p:cNvPr>
              <p:cNvSpPr/>
              <p:nvPr/>
            </p:nvSpPr>
            <p:spPr>
              <a:xfrm>
                <a:off x="1487886" y="193473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6" name="流程图: 接点 1115">
                <a:extLst>
                  <a:ext uri="{FF2B5EF4-FFF2-40B4-BE49-F238E27FC236}">
                    <a16:creationId xmlns:a16="http://schemas.microsoft.com/office/drawing/2014/main" id="{1B77A42F-AED0-4324-BA4A-0B1EA04447EC}"/>
                  </a:ext>
                </a:extLst>
              </p:cNvPr>
              <p:cNvSpPr/>
              <p:nvPr/>
            </p:nvSpPr>
            <p:spPr>
              <a:xfrm>
                <a:off x="1424378" y="19983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7" name="流程图: 接点 1116">
                <a:extLst>
                  <a:ext uri="{FF2B5EF4-FFF2-40B4-BE49-F238E27FC236}">
                    <a16:creationId xmlns:a16="http://schemas.microsoft.com/office/drawing/2014/main" id="{9DEB57E0-11A6-493B-AFC9-4F79980F73D0}"/>
                  </a:ext>
                </a:extLst>
              </p:cNvPr>
              <p:cNvSpPr/>
              <p:nvPr/>
            </p:nvSpPr>
            <p:spPr>
              <a:xfrm>
                <a:off x="1493493" y="19757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8" name="流程图: 接点 1117">
                <a:extLst>
                  <a:ext uri="{FF2B5EF4-FFF2-40B4-BE49-F238E27FC236}">
                    <a16:creationId xmlns:a16="http://schemas.microsoft.com/office/drawing/2014/main" id="{41A34698-9BD3-498D-A429-109F940390F4}"/>
                  </a:ext>
                </a:extLst>
              </p:cNvPr>
              <p:cNvSpPr/>
              <p:nvPr/>
            </p:nvSpPr>
            <p:spPr>
              <a:xfrm>
                <a:off x="1360982" y="19963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9" name="流程图: 接点 1118">
                <a:extLst>
                  <a:ext uri="{FF2B5EF4-FFF2-40B4-BE49-F238E27FC236}">
                    <a16:creationId xmlns:a16="http://schemas.microsoft.com/office/drawing/2014/main" id="{FA85AA25-E9D7-4B05-B17D-F339126E59C1}"/>
                  </a:ext>
                </a:extLst>
              </p:cNvPr>
              <p:cNvSpPr/>
              <p:nvPr/>
            </p:nvSpPr>
            <p:spPr>
              <a:xfrm>
                <a:off x="1430097" y="19737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0" name="流程图: 接点 1119">
                <a:extLst>
                  <a:ext uri="{FF2B5EF4-FFF2-40B4-BE49-F238E27FC236}">
                    <a16:creationId xmlns:a16="http://schemas.microsoft.com/office/drawing/2014/main" id="{9DBA41A1-AB2C-4B56-B000-E1700DA8605F}"/>
                  </a:ext>
                </a:extLst>
              </p:cNvPr>
              <p:cNvSpPr/>
              <p:nvPr/>
            </p:nvSpPr>
            <p:spPr>
              <a:xfrm>
                <a:off x="1360869" y="206186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1" name="流程图: 接点 1120">
                <a:extLst>
                  <a:ext uri="{FF2B5EF4-FFF2-40B4-BE49-F238E27FC236}">
                    <a16:creationId xmlns:a16="http://schemas.microsoft.com/office/drawing/2014/main" id="{51DC6CFF-CBFB-4FF5-86D1-2748BD48F467}"/>
                  </a:ext>
                </a:extLst>
              </p:cNvPr>
              <p:cNvSpPr/>
              <p:nvPr/>
            </p:nvSpPr>
            <p:spPr>
              <a:xfrm>
                <a:off x="1429984" y="203927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2" name="流程图: 接点 1121">
                <a:extLst>
                  <a:ext uri="{FF2B5EF4-FFF2-40B4-BE49-F238E27FC236}">
                    <a16:creationId xmlns:a16="http://schemas.microsoft.com/office/drawing/2014/main" id="{2C06DE9E-74D8-4C5C-8FB5-B9516377E7D4}"/>
                  </a:ext>
                </a:extLst>
              </p:cNvPr>
              <p:cNvSpPr/>
              <p:nvPr/>
            </p:nvSpPr>
            <p:spPr>
              <a:xfrm>
                <a:off x="1327006" y="213482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3" name="流程图: 接点 1122">
                <a:extLst>
                  <a:ext uri="{FF2B5EF4-FFF2-40B4-BE49-F238E27FC236}">
                    <a16:creationId xmlns:a16="http://schemas.microsoft.com/office/drawing/2014/main" id="{A16B62BF-87A5-4CD1-A45D-3C91512690B2}"/>
                  </a:ext>
                </a:extLst>
              </p:cNvPr>
              <p:cNvSpPr/>
              <p:nvPr/>
            </p:nvSpPr>
            <p:spPr>
              <a:xfrm>
                <a:off x="1396121" y="211223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4" name="流程图: 接点 1123">
                <a:extLst>
                  <a:ext uri="{FF2B5EF4-FFF2-40B4-BE49-F238E27FC236}">
                    <a16:creationId xmlns:a16="http://schemas.microsoft.com/office/drawing/2014/main" id="{AA2FBD49-BAAF-4E14-9B00-0B192AC4C45C}"/>
                  </a:ext>
                </a:extLst>
              </p:cNvPr>
              <p:cNvSpPr/>
              <p:nvPr/>
            </p:nvSpPr>
            <p:spPr>
              <a:xfrm>
                <a:off x="1332725" y="21102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5" name="流程图: 接点 1124">
                <a:extLst>
                  <a:ext uri="{FF2B5EF4-FFF2-40B4-BE49-F238E27FC236}">
                    <a16:creationId xmlns:a16="http://schemas.microsoft.com/office/drawing/2014/main" id="{FF934C17-2824-4388-B55E-B88AA387F602}"/>
                  </a:ext>
                </a:extLst>
              </p:cNvPr>
              <p:cNvSpPr/>
              <p:nvPr/>
            </p:nvSpPr>
            <p:spPr>
              <a:xfrm>
                <a:off x="1332612" y="217579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6" name="流程图: 接点 1125">
                <a:extLst>
                  <a:ext uri="{FF2B5EF4-FFF2-40B4-BE49-F238E27FC236}">
                    <a16:creationId xmlns:a16="http://schemas.microsoft.com/office/drawing/2014/main" id="{627BA148-4E86-4D7D-B391-2C6EAD82072D}"/>
                  </a:ext>
                </a:extLst>
              </p:cNvPr>
              <p:cNvSpPr/>
              <p:nvPr/>
            </p:nvSpPr>
            <p:spPr>
              <a:xfrm>
                <a:off x="694212" y="20401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7" name="流程图: 接点 1126">
                <a:extLst>
                  <a:ext uri="{FF2B5EF4-FFF2-40B4-BE49-F238E27FC236}">
                    <a16:creationId xmlns:a16="http://schemas.microsoft.com/office/drawing/2014/main" id="{2B32347F-0F26-48CC-8578-986A58BEB0F5}"/>
                  </a:ext>
                </a:extLst>
              </p:cNvPr>
              <p:cNvSpPr/>
              <p:nvPr/>
            </p:nvSpPr>
            <p:spPr>
              <a:xfrm>
                <a:off x="763327" y="201750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8" name="流程图: 接点 1127">
                <a:extLst>
                  <a:ext uri="{FF2B5EF4-FFF2-40B4-BE49-F238E27FC236}">
                    <a16:creationId xmlns:a16="http://schemas.microsoft.com/office/drawing/2014/main" id="{BF364B17-D043-400A-B34F-09C044B64B11}"/>
                  </a:ext>
                </a:extLst>
              </p:cNvPr>
              <p:cNvSpPr/>
              <p:nvPr/>
            </p:nvSpPr>
            <p:spPr>
              <a:xfrm>
                <a:off x="625671" y="201852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9" name="流程图: 接点 1128">
                <a:extLst>
                  <a:ext uri="{FF2B5EF4-FFF2-40B4-BE49-F238E27FC236}">
                    <a16:creationId xmlns:a16="http://schemas.microsoft.com/office/drawing/2014/main" id="{A1CB65C5-8151-4EEA-B7AD-5B0DDCE68158}"/>
                  </a:ext>
                </a:extLst>
              </p:cNvPr>
              <p:cNvSpPr/>
              <p:nvPr/>
            </p:nvSpPr>
            <p:spPr>
              <a:xfrm>
                <a:off x="562275" y="201653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0" name="流程图: 接点 1129">
                <a:extLst>
                  <a:ext uri="{FF2B5EF4-FFF2-40B4-BE49-F238E27FC236}">
                    <a16:creationId xmlns:a16="http://schemas.microsoft.com/office/drawing/2014/main" id="{AB6A99B2-701D-4571-8C55-26A62543FF13}"/>
                  </a:ext>
                </a:extLst>
              </p:cNvPr>
              <p:cNvSpPr/>
              <p:nvPr/>
            </p:nvSpPr>
            <p:spPr>
              <a:xfrm>
                <a:off x="562163" y="20820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1" name="流程图: 接点 1130">
                <a:extLst>
                  <a:ext uri="{FF2B5EF4-FFF2-40B4-BE49-F238E27FC236}">
                    <a16:creationId xmlns:a16="http://schemas.microsoft.com/office/drawing/2014/main" id="{4776DAA8-98CC-4C05-82E0-0996D991BFE9}"/>
                  </a:ext>
                </a:extLst>
              </p:cNvPr>
              <p:cNvSpPr/>
              <p:nvPr/>
            </p:nvSpPr>
            <p:spPr>
              <a:xfrm>
                <a:off x="631278" y="205948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2" name="流程图: 接点 1131">
                <a:extLst>
                  <a:ext uri="{FF2B5EF4-FFF2-40B4-BE49-F238E27FC236}">
                    <a16:creationId xmlns:a16="http://schemas.microsoft.com/office/drawing/2014/main" id="{42EC4750-44E0-4A94-9267-27EE15E2A574}"/>
                  </a:ext>
                </a:extLst>
              </p:cNvPr>
              <p:cNvSpPr/>
              <p:nvPr/>
            </p:nvSpPr>
            <p:spPr>
              <a:xfrm>
                <a:off x="830022" y="202017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3" name="流程图: 接点 1132">
                <a:extLst>
                  <a:ext uri="{FF2B5EF4-FFF2-40B4-BE49-F238E27FC236}">
                    <a16:creationId xmlns:a16="http://schemas.microsoft.com/office/drawing/2014/main" id="{E08FAB93-FCB7-4BBC-BE34-48D0ABA1F23B}"/>
                  </a:ext>
                </a:extLst>
              </p:cNvPr>
              <p:cNvSpPr/>
              <p:nvPr/>
            </p:nvSpPr>
            <p:spPr>
              <a:xfrm>
                <a:off x="766626" y="201819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4" name="流程图: 接点 1133">
                <a:extLst>
                  <a:ext uri="{FF2B5EF4-FFF2-40B4-BE49-F238E27FC236}">
                    <a16:creationId xmlns:a16="http://schemas.microsoft.com/office/drawing/2014/main" id="{58049E5B-AC63-4652-8B59-DCF9D07D3498}"/>
                  </a:ext>
                </a:extLst>
              </p:cNvPr>
              <p:cNvSpPr/>
              <p:nvPr/>
            </p:nvSpPr>
            <p:spPr>
              <a:xfrm>
                <a:off x="766513" y="20837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5" name="流程图: 接点 1134">
                <a:extLst>
                  <a:ext uri="{FF2B5EF4-FFF2-40B4-BE49-F238E27FC236}">
                    <a16:creationId xmlns:a16="http://schemas.microsoft.com/office/drawing/2014/main" id="{C6D4262D-547A-424A-A7ED-ECAF7D78B735}"/>
                  </a:ext>
                </a:extLst>
              </p:cNvPr>
              <p:cNvSpPr/>
              <p:nvPr/>
            </p:nvSpPr>
            <p:spPr>
              <a:xfrm>
                <a:off x="835629" y="206113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6" name="流程图: 接点 1135">
                <a:extLst>
                  <a:ext uri="{FF2B5EF4-FFF2-40B4-BE49-F238E27FC236}">
                    <a16:creationId xmlns:a16="http://schemas.microsoft.com/office/drawing/2014/main" id="{5AF2F875-7A00-4589-B2FD-8B6DF0E4B645}"/>
                  </a:ext>
                </a:extLst>
              </p:cNvPr>
              <p:cNvSpPr/>
              <p:nvPr/>
            </p:nvSpPr>
            <p:spPr>
              <a:xfrm>
                <a:off x="703117" y="20817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7" name="流程图: 接点 1136">
                <a:extLst>
                  <a:ext uri="{FF2B5EF4-FFF2-40B4-BE49-F238E27FC236}">
                    <a16:creationId xmlns:a16="http://schemas.microsoft.com/office/drawing/2014/main" id="{F43839E8-128B-466D-B758-E37E1995234A}"/>
                  </a:ext>
                </a:extLst>
              </p:cNvPr>
              <p:cNvSpPr/>
              <p:nvPr/>
            </p:nvSpPr>
            <p:spPr>
              <a:xfrm>
                <a:off x="772232" y="20591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8" name="流程图: 接点 1137">
                <a:extLst>
                  <a:ext uri="{FF2B5EF4-FFF2-40B4-BE49-F238E27FC236}">
                    <a16:creationId xmlns:a16="http://schemas.microsoft.com/office/drawing/2014/main" id="{FE4C975C-83CB-446B-B432-39E0CFD59A6B}"/>
                  </a:ext>
                </a:extLst>
              </p:cNvPr>
              <p:cNvSpPr/>
              <p:nvPr/>
            </p:nvSpPr>
            <p:spPr>
              <a:xfrm>
                <a:off x="703005" y="21473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9" name="流程图: 接点 1138">
                <a:extLst>
                  <a:ext uri="{FF2B5EF4-FFF2-40B4-BE49-F238E27FC236}">
                    <a16:creationId xmlns:a16="http://schemas.microsoft.com/office/drawing/2014/main" id="{3A3BA6CC-3DB9-454F-839E-A6DA1BD41DAF}"/>
                  </a:ext>
                </a:extLst>
              </p:cNvPr>
              <p:cNvSpPr/>
              <p:nvPr/>
            </p:nvSpPr>
            <p:spPr>
              <a:xfrm>
                <a:off x="772120" y="21247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0" name="流程图: 接点 1139">
                <a:extLst>
                  <a:ext uri="{FF2B5EF4-FFF2-40B4-BE49-F238E27FC236}">
                    <a16:creationId xmlns:a16="http://schemas.microsoft.com/office/drawing/2014/main" id="{629CFACD-74E8-418A-BFA2-F0F8B59E83C2}"/>
                  </a:ext>
                </a:extLst>
              </p:cNvPr>
              <p:cNvSpPr/>
              <p:nvPr/>
            </p:nvSpPr>
            <p:spPr>
              <a:xfrm>
                <a:off x="1058854" y="201799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1" name="流程图: 接点 1140">
                <a:extLst>
                  <a:ext uri="{FF2B5EF4-FFF2-40B4-BE49-F238E27FC236}">
                    <a16:creationId xmlns:a16="http://schemas.microsoft.com/office/drawing/2014/main" id="{35BD691B-B388-4970-BEA5-3CD2966E1A0D}"/>
                  </a:ext>
                </a:extLst>
              </p:cNvPr>
              <p:cNvSpPr/>
              <p:nvPr/>
            </p:nvSpPr>
            <p:spPr>
              <a:xfrm>
                <a:off x="952690" y="20473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2" name="流程图: 接点 1141">
                <a:extLst>
                  <a:ext uri="{FF2B5EF4-FFF2-40B4-BE49-F238E27FC236}">
                    <a16:creationId xmlns:a16="http://schemas.microsoft.com/office/drawing/2014/main" id="{92754403-EBF2-439C-B8C8-00C2C4807AF9}"/>
                  </a:ext>
                </a:extLst>
              </p:cNvPr>
              <p:cNvSpPr/>
              <p:nvPr/>
            </p:nvSpPr>
            <p:spPr>
              <a:xfrm>
                <a:off x="820640" y="20893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3" name="流程图: 接点 1142">
                <a:extLst>
                  <a:ext uri="{FF2B5EF4-FFF2-40B4-BE49-F238E27FC236}">
                    <a16:creationId xmlns:a16="http://schemas.microsoft.com/office/drawing/2014/main" id="{CE969B24-5D31-4812-A089-EBD1EFC50483}"/>
                  </a:ext>
                </a:extLst>
              </p:cNvPr>
              <p:cNvSpPr/>
              <p:nvPr/>
            </p:nvSpPr>
            <p:spPr>
              <a:xfrm>
                <a:off x="889755" y="20667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4" name="流程图: 接点 1143">
                <a:extLst>
                  <a:ext uri="{FF2B5EF4-FFF2-40B4-BE49-F238E27FC236}">
                    <a16:creationId xmlns:a16="http://schemas.microsoft.com/office/drawing/2014/main" id="{DDC4758E-DEDE-4170-A456-A0A44C01D395}"/>
                  </a:ext>
                </a:extLst>
              </p:cNvPr>
              <p:cNvSpPr/>
              <p:nvPr/>
            </p:nvSpPr>
            <p:spPr>
              <a:xfrm>
                <a:off x="1024991" y="20909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5" name="流程图: 接点 1144">
                <a:extLst>
                  <a:ext uri="{FF2B5EF4-FFF2-40B4-BE49-F238E27FC236}">
                    <a16:creationId xmlns:a16="http://schemas.microsoft.com/office/drawing/2014/main" id="{8573F10F-36DA-4BFF-9619-D9D0C82EC867}"/>
                  </a:ext>
                </a:extLst>
              </p:cNvPr>
              <p:cNvSpPr/>
              <p:nvPr/>
            </p:nvSpPr>
            <p:spPr>
              <a:xfrm>
                <a:off x="1094106" y="20683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6" name="流程图: 接点 1145">
                <a:extLst>
                  <a:ext uri="{FF2B5EF4-FFF2-40B4-BE49-F238E27FC236}">
                    <a16:creationId xmlns:a16="http://schemas.microsoft.com/office/drawing/2014/main" id="{5636F9FF-AA47-4363-A307-359C77064AA7}"/>
                  </a:ext>
                </a:extLst>
              </p:cNvPr>
              <p:cNvSpPr/>
              <p:nvPr/>
            </p:nvSpPr>
            <p:spPr>
              <a:xfrm>
                <a:off x="961595" y="208897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7" name="流程图: 接点 1146">
                <a:extLst>
                  <a:ext uri="{FF2B5EF4-FFF2-40B4-BE49-F238E27FC236}">
                    <a16:creationId xmlns:a16="http://schemas.microsoft.com/office/drawing/2014/main" id="{DFB1AA5A-2D88-4BF9-9821-9242AD5CB641}"/>
                  </a:ext>
                </a:extLst>
              </p:cNvPr>
              <p:cNvSpPr/>
              <p:nvPr/>
            </p:nvSpPr>
            <p:spPr>
              <a:xfrm>
                <a:off x="1030710" y="20663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8" name="流程图: 接点 1147">
                <a:extLst>
                  <a:ext uri="{FF2B5EF4-FFF2-40B4-BE49-F238E27FC236}">
                    <a16:creationId xmlns:a16="http://schemas.microsoft.com/office/drawing/2014/main" id="{113BD466-3A74-4ADF-B317-2DBAE7009D72}"/>
                  </a:ext>
                </a:extLst>
              </p:cNvPr>
              <p:cNvSpPr/>
              <p:nvPr/>
            </p:nvSpPr>
            <p:spPr>
              <a:xfrm>
                <a:off x="961482" y="21545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9" name="流程图: 接点 1148">
                <a:extLst>
                  <a:ext uri="{FF2B5EF4-FFF2-40B4-BE49-F238E27FC236}">
                    <a16:creationId xmlns:a16="http://schemas.microsoft.com/office/drawing/2014/main" id="{BC0E9F57-C812-4A84-8160-034CCCAF1486}"/>
                  </a:ext>
                </a:extLst>
              </p:cNvPr>
              <p:cNvSpPr/>
              <p:nvPr/>
            </p:nvSpPr>
            <p:spPr>
              <a:xfrm>
                <a:off x="1030597" y="21319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0" name="流程图: 接点 1149">
                <a:extLst>
                  <a:ext uri="{FF2B5EF4-FFF2-40B4-BE49-F238E27FC236}">
                    <a16:creationId xmlns:a16="http://schemas.microsoft.com/office/drawing/2014/main" id="{648942C7-E7F6-43CD-8221-B48FAD1DA73E}"/>
                  </a:ext>
                </a:extLst>
              </p:cNvPr>
              <p:cNvSpPr/>
              <p:nvPr/>
            </p:nvSpPr>
            <p:spPr>
              <a:xfrm>
                <a:off x="1131272" y="20257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1" name="流程图: 接点 1150">
                <a:extLst>
                  <a:ext uri="{FF2B5EF4-FFF2-40B4-BE49-F238E27FC236}">
                    <a16:creationId xmlns:a16="http://schemas.microsoft.com/office/drawing/2014/main" id="{85232CA7-FDD8-4B05-8400-BDF0A32A8D7B}"/>
                  </a:ext>
                </a:extLst>
              </p:cNvPr>
              <p:cNvSpPr/>
              <p:nvPr/>
            </p:nvSpPr>
            <p:spPr>
              <a:xfrm>
                <a:off x="1106201" y="22059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2" name="流程图: 接点 1151">
                <a:extLst>
                  <a:ext uri="{FF2B5EF4-FFF2-40B4-BE49-F238E27FC236}">
                    <a16:creationId xmlns:a16="http://schemas.microsoft.com/office/drawing/2014/main" id="{EDD07FC1-9FFB-4473-8C3D-20AB031D9DD4}"/>
                  </a:ext>
                </a:extLst>
              </p:cNvPr>
              <p:cNvSpPr/>
              <p:nvPr/>
            </p:nvSpPr>
            <p:spPr>
              <a:xfrm>
                <a:off x="1111920" y="21813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3" name="流程图: 接点 1152">
                <a:extLst>
                  <a:ext uri="{FF2B5EF4-FFF2-40B4-BE49-F238E27FC236}">
                    <a16:creationId xmlns:a16="http://schemas.microsoft.com/office/drawing/2014/main" id="{7E3F1DEE-F5A9-49AE-A61B-37B71EB96321}"/>
                  </a:ext>
                </a:extLst>
              </p:cNvPr>
              <p:cNvSpPr/>
              <p:nvPr/>
            </p:nvSpPr>
            <p:spPr>
              <a:xfrm>
                <a:off x="1111807" y="22469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4" name="流程图: 接点 1153">
                <a:extLst>
                  <a:ext uri="{FF2B5EF4-FFF2-40B4-BE49-F238E27FC236}">
                    <a16:creationId xmlns:a16="http://schemas.microsoft.com/office/drawing/2014/main" id="{D4163698-9289-48E2-956B-F2BFF81D336C}"/>
                  </a:ext>
                </a:extLst>
              </p:cNvPr>
              <p:cNvSpPr/>
              <p:nvPr/>
            </p:nvSpPr>
            <p:spPr>
              <a:xfrm>
                <a:off x="766001" y="165937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5" name="流程图: 接点 1154">
                <a:extLst>
                  <a:ext uri="{FF2B5EF4-FFF2-40B4-BE49-F238E27FC236}">
                    <a16:creationId xmlns:a16="http://schemas.microsoft.com/office/drawing/2014/main" id="{90C4AF0F-2A19-450C-8CE8-5AC981B82A81}"/>
                  </a:ext>
                </a:extLst>
              </p:cNvPr>
              <p:cNvSpPr/>
              <p:nvPr/>
            </p:nvSpPr>
            <p:spPr>
              <a:xfrm>
                <a:off x="771607" y="17003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6" name="流程图: 接点 1155">
                <a:extLst>
                  <a:ext uri="{FF2B5EF4-FFF2-40B4-BE49-F238E27FC236}">
                    <a16:creationId xmlns:a16="http://schemas.microsoft.com/office/drawing/2014/main" id="{A5508574-AB39-412E-B928-C3785A05B0AE}"/>
                  </a:ext>
                </a:extLst>
              </p:cNvPr>
              <p:cNvSpPr/>
              <p:nvPr/>
            </p:nvSpPr>
            <p:spPr>
              <a:xfrm>
                <a:off x="847211" y="177436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7" name="流程图: 接点 1156">
                <a:extLst>
                  <a:ext uri="{FF2B5EF4-FFF2-40B4-BE49-F238E27FC236}">
                    <a16:creationId xmlns:a16="http://schemas.microsoft.com/office/drawing/2014/main" id="{B2EE803A-B546-481A-AE0C-AE3D785A6038}"/>
                  </a:ext>
                </a:extLst>
              </p:cNvPr>
              <p:cNvSpPr/>
              <p:nvPr/>
            </p:nvSpPr>
            <p:spPr>
              <a:xfrm>
                <a:off x="783702" y="18379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8" name="流程图: 接点 1157">
                <a:extLst>
                  <a:ext uri="{FF2B5EF4-FFF2-40B4-BE49-F238E27FC236}">
                    <a16:creationId xmlns:a16="http://schemas.microsoft.com/office/drawing/2014/main" id="{FDD81F37-4606-48AF-9CA1-FCC1337AB70F}"/>
                  </a:ext>
                </a:extLst>
              </p:cNvPr>
              <p:cNvSpPr/>
              <p:nvPr/>
            </p:nvSpPr>
            <p:spPr>
              <a:xfrm>
                <a:off x="852817" y="181533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9" name="流程图: 接点 1158">
                <a:extLst>
                  <a:ext uri="{FF2B5EF4-FFF2-40B4-BE49-F238E27FC236}">
                    <a16:creationId xmlns:a16="http://schemas.microsoft.com/office/drawing/2014/main" id="{2C212612-2FDB-46D4-AE3B-DE1AFFCE4F34}"/>
                  </a:ext>
                </a:extLst>
              </p:cNvPr>
              <p:cNvSpPr/>
              <p:nvPr/>
            </p:nvSpPr>
            <p:spPr>
              <a:xfrm>
                <a:off x="789421" y="18133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0" name="流程图: 接点 1159">
                <a:extLst>
                  <a:ext uri="{FF2B5EF4-FFF2-40B4-BE49-F238E27FC236}">
                    <a16:creationId xmlns:a16="http://schemas.microsoft.com/office/drawing/2014/main" id="{69F9C9AF-B946-440E-AD45-1E996AB3A0CB}"/>
                  </a:ext>
                </a:extLst>
              </p:cNvPr>
              <p:cNvSpPr/>
              <p:nvPr/>
            </p:nvSpPr>
            <p:spPr>
              <a:xfrm>
                <a:off x="789309" y="187889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1" name="流程图: 接点 1160">
                <a:extLst>
                  <a:ext uri="{FF2B5EF4-FFF2-40B4-BE49-F238E27FC236}">
                    <a16:creationId xmlns:a16="http://schemas.microsoft.com/office/drawing/2014/main" id="{405BC0EF-F74A-43E8-ACD5-3EB8A0EA544E}"/>
                  </a:ext>
                </a:extLst>
              </p:cNvPr>
              <p:cNvSpPr/>
              <p:nvPr/>
            </p:nvSpPr>
            <p:spPr>
              <a:xfrm>
                <a:off x="755446" y="19518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7" name="流程图: 接点 1276">
                <a:extLst>
                  <a:ext uri="{FF2B5EF4-FFF2-40B4-BE49-F238E27FC236}">
                    <a16:creationId xmlns:a16="http://schemas.microsoft.com/office/drawing/2014/main" id="{A0BE6579-6094-42BF-AC57-C7A1666AE7AB}"/>
                  </a:ext>
                </a:extLst>
              </p:cNvPr>
              <p:cNvSpPr/>
              <p:nvPr/>
            </p:nvSpPr>
            <p:spPr>
              <a:xfrm>
                <a:off x="1234242" y="176111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8" name="流程图: 接点 1277">
                <a:extLst>
                  <a:ext uri="{FF2B5EF4-FFF2-40B4-BE49-F238E27FC236}">
                    <a16:creationId xmlns:a16="http://schemas.microsoft.com/office/drawing/2014/main" id="{377F85E9-042B-4570-BFB3-21FD1E8A14E9}"/>
                  </a:ext>
                </a:extLst>
              </p:cNvPr>
              <p:cNvSpPr/>
              <p:nvPr/>
            </p:nvSpPr>
            <p:spPr>
              <a:xfrm>
                <a:off x="1170846" y="17591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9" name="流程图: 接点 1278">
                <a:extLst>
                  <a:ext uri="{FF2B5EF4-FFF2-40B4-BE49-F238E27FC236}">
                    <a16:creationId xmlns:a16="http://schemas.microsoft.com/office/drawing/2014/main" id="{28072B45-C183-43B0-B730-F8DCE9EA2F40}"/>
                  </a:ext>
                </a:extLst>
              </p:cNvPr>
              <p:cNvSpPr/>
              <p:nvPr/>
            </p:nvSpPr>
            <p:spPr>
              <a:xfrm>
                <a:off x="1170734" y="18246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0" name="流程图: 接点 1279">
                <a:extLst>
                  <a:ext uri="{FF2B5EF4-FFF2-40B4-BE49-F238E27FC236}">
                    <a16:creationId xmlns:a16="http://schemas.microsoft.com/office/drawing/2014/main" id="{83448E1A-81AB-4F6A-B021-330C01C4C81C}"/>
                  </a:ext>
                </a:extLst>
              </p:cNvPr>
              <p:cNvSpPr/>
              <p:nvPr/>
            </p:nvSpPr>
            <p:spPr>
              <a:xfrm>
                <a:off x="1239849" y="180207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1" name="流程图: 接点 1280">
                <a:extLst>
                  <a:ext uri="{FF2B5EF4-FFF2-40B4-BE49-F238E27FC236}">
                    <a16:creationId xmlns:a16="http://schemas.microsoft.com/office/drawing/2014/main" id="{ED0741DA-FA64-4B3E-AA2A-6556D6BE776A}"/>
                  </a:ext>
                </a:extLst>
              </p:cNvPr>
              <p:cNvSpPr/>
              <p:nvPr/>
            </p:nvSpPr>
            <p:spPr>
              <a:xfrm>
                <a:off x="1136870" y="18976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2" name="流程图: 接点 1281">
                <a:extLst>
                  <a:ext uri="{FF2B5EF4-FFF2-40B4-BE49-F238E27FC236}">
                    <a16:creationId xmlns:a16="http://schemas.microsoft.com/office/drawing/2014/main" id="{BC893CF0-5A77-48D4-B91C-96F81767F28B}"/>
                  </a:ext>
                </a:extLst>
              </p:cNvPr>
              <p:cNvSpPr/>
              <p:nvPr/>
            </p:nvSpPr>
            <p:spPr>
              <a:xfrm>
                <a:off x="1205985" y="18750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3" name="流程图: 接点 1282">
                <a:extLst>
                  <a:ext uri="{FF2B5EF4-FFF2-40B4-BE49-F238E27FC236}">
                    <a16:creationId xmlns:a16="http://schemas.microsoft.com/office/drawing/2014/main" id="{74F72CF4-AE1D-442F-B0D4-AB715B789302}"/>
                  </a:ext>
                </a:extLst>
              </p:cNvPr>
              <p:cNvSpPr/>
              <p:nvPr/>
            </p:nvSpPr>
            <p:spPr>
              <a:xfrm>
                <a:off x="1142589" y="18730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4" name="流程图: 接点 1283">
                <a:extLst>
                  <a:ext uri="{FF2B5EF4-FFF2-40B4-BE49-F238E27FC236}">
                    <a16:creationId xmlns:a16="http://schemas.microsoft.com/office/drawing/2014/main" id="{B09360DE-D83F-47FB-AE8F-B7B33315C055}"/>
                  </a:ext>
                </a:extLst>
              </p:cNvPr>
              <p:cNvSpPr/>
              <p:nvPr/>
            </p:nvSpPr>
            <p:spPr>
              <a:xfrm>
                <a:off x="1142477" y="19386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5" name="流程图: 接点 1284">
                <a:extLst>
                  <a:ext uri="{FF2B5EF4-FFF2-40B4-BE49-F238E27FC236}">
                    <a16:creationId xmlns:a16="http://schemas.microsoft.com/office/drawing/2014/main" id="{943F99D3-A4D4-456D-A202-7AB3CA242AB4}"/>
                  </a:ext>
                </a:extLst>
              </p:cNvPr>
              <p:cNvSpPr/>
              <p:nvPr/>
            </p:nvSpPr>
            <p:spPr>
              <a:xfrm>
                <a:off x="1243151" y="18324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6" name="流程图: 接点 1285">
                <a:extLst>
                  <a:ext uri="{FF2B5EF4-FFF2-40B4-BE49-F238E27FC236}">
                    <a16:creationId xmlns:a16="http://schemas.microsoft.com/office/drawing/2014/main" id="{9F6F6F78-B9E0-4671-92E5-295722A61839}"/>
                  </a:ext>
                </a:extLst>
              </p:cNvPr>
              <p:cNvSpPr/>
              <p:nvPr/>
            </p:nvSpPr>
            <p:spPr>
              <a:xfrm>
                <a:off x="1378961" y="18125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7" name="流程图: 接点 1286">
                <a:extLst>
                  <a:ext uri="{FF2B5EF4-FFF2-40B4-BE49-F238E27FC236}">
                    <a16:creationId xmlns:a16="http://schemas.microsoft.com/office/drawing/2014/main" id="{FF53ADC2-60D0-45D4-AFCA-8379F0FFD1A1}"/>
                  </a:ext>
                </a:extLst>
              </p:cNvPr>
              <p:cNvSpPr/>
              <p:nvPr/>
            </p:nvSpPr>
            <p:spPr>
              <a:xfrm>
                <a:off x="1315452" y="187609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8" name="流程图: 接点 1287">
                <a:extLst>
                  <a:ext uri="{FF2B5EF4-FFF2-40B4-BE49-F238E27FC236}">
                    <a16:creationId xmlns:a16="http://schemas.microsoft.com/office/drawing/2014/main" id="{651D1091-623E-4818-8ED2-C3765BBB93C9}"/>
                  </a:ext>
                </a:extLst>
              </p:cNvPr>
              <p:cNvSpPr/>
              <p:nvPr/>
            </p:nvSpPr>
            <p:spPr>
              <a:xfrm>
                <a:off x="1384567" y="18535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9" name="流程图: 接点 1288">
                <a:extLst>
                  <a:ext uri="{FF2B5EF4-FFF2-40B4-BE49-F238E27FC236}">
                    <a16:creationId xmlns:a16="http://schemas.microsoft.com/office/drawing/2014/main" id="{578FDA0D-EFC1-4506-AB62-3389D90A3D6F}"/>
                  </a:ext>
                </a:extLst>
              </p:cNvPr>
              <p:cNvSpPr/>
              <p:nvPr/>
            </p:nvSpPr>
            <p:spPr>
              <a:xfrm>
                <a:off x="1252056" y="187411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0" name="流程图: 接点 1289">
                <a:extLst>
                  <a:ext uri="{FF2B5EF4-FFF2-40B4-BE49-F238E27FC236}">
                    <a16:creationId xmlns:a16="http://schemas.microsoft.com/office/drawing/2014/main" id="{B4C3850E-0E1C-4C9F-BD3E-CC4F9484A748}"/>
                  </a:ext>
                </a:extLst>
              </p:cNvPr>
              <p:cNvSpPr/>
              <p:nvPr/>
            </p:nvSpPr>
            <p:spPr>
              <a:xfrm>
                <a:off x="1321171" y="18515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1" name="流程图: 接点 1290">
                <a:extLst>
                  <a:ext uri="{FF2B5EF4-FFF2-40B4-BE49-F238E27FC236}">
                    <a16:creationId xmlns:a16="http://schemas.microsoft.com/office/drawing/2014/main" id="{7B5508E6-4667-4165-8FBA-4FB7F0E0D658}"/>
                  </a:ext>
                </a:extLst>
              </p:cNvPr>
              <p:cNvSpPr/>
              <p:nvPr/>
            </p:nvSpPr>
            <p:spPr>
              <a:xfrm>
                <a:off x="1251944" y="19396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2" name="流程图: 接点 1291">
                <a:extLst>
                  <a:ext uri="{FF2B5EF4-FFF2-40B4-BE49-F238E27FC236}">
                    <a16:creationId xmlns:a16="http://schemas.microsoft.com/office/drawing/2014/main" id="{3ADF3271-C9E9-4172-BF26-55CA0810BE2D}"/>
                  </a:ext>
                </a:extLst>
              </p:cNvPr>
              <p:cNvSpPr/>
              <p:nvPr/>
            </p:nvSpPr>
            <p:spPr>
              <a:xfrm>
                <a:off x="1321059" y="191706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3" name="流程图: 接点 1292">
                <a:extLst>
                  <a:ext uri="{FF2B5EF4-FFF2-40B4-BE49-F238E27FC236}">
                    <a16:creationId xmlns:a16="http://schemas.microsoft.com/office/drawing/2014/main" id="{EB5951D9-6B2E-45E6-8BFC-932FAF157767}"/>
                  </a:ext>
                </a:extLst>
              </p:cNvPr>
              <p:cNvSpPr/>
              <p:nvPr/>
            </p:nvSpPr>
            <p:spPr>
              <a:xfrm>
                <a:off x="1218080" y="20126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4" name="流程图: 接点 1293">
                <a:extLst>
                  <a:ext uri="{FF2B5EF4-FFF2-40B4-BE49-F238E27FC236}">
                    <a16:creationId xmlns:a16="http://schemas.microsoft.com/office/drawing/2014/main" id="{01C3E5E9-39B8-4465-9434-3E27243063F9}"/>
                  </a:ext>
                </a:extLst>
              </p:cNvPr>
              <p:cNvSpPr/>
              <p:nvPr/>
            </p:nvSpPr>
            <p:spPr>
              <a:xfrm>
                <a:off x="1287196" y="199002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5" name="流程图: 接点 1294">
                <a:extLst>
                  <a:ext uri="{FF2B5EF4-FFF2-40B4-BE49-F238E27FC236}">
                    <a16:creationId xmlns:a16="http://schemas.microsoft.com/office/drawing/2014/main" id="{1CC1B41A-389D-43DD-B046-48D6CE5A6BD8}"/>
                  </a:ext>
                </a:extLst>
              </p:cNvPr>
              <p:cNvSpPr/>
              <p:nvPr/>
            </p:nvSpPr>
            <p:spPr>
              <a:xfrm>
                <a:off x="1223799" y="19880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6" name="流程图: 接点 1295">
                <a:extLst>
                  <a:ext uri="{FF2B5EF4-FFF2-40B4-BE49-F238E27FC236}">
                    <a16:creationId xmlns:a16="http://schemas.microsoft.com/office/drawing/2014/main" id="{C3CDD368-5CA4-477B-80F4-93C933E9E994}"/>
                  </a:ext>
                </a:extLst>
              </p:cNvPr>
              <p:cNvSpPr/>
              <p:nvPr/>
            </p:nvSpPr>
            <p:spPr>
              <a:xfrm>
                <a:off x="1223687" y="205358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7" name="流程图: 接点 1296">
                <a:extLst>
                  <a:ext uri="{FF2B5EF4-FFF2-40B4-BE49-F238E27FC236}">
                    <a16:creationId xmlns:a16="http://schemas.microsoft.com/office/drawing/2014/main" id="{9FAE6B19-FA94-4870-921A-C9F36830E03A}"/>
                  </a:ext>
                </a:extLst>
              </p:cNvPr>
              <p:cNvSpPr/>
              <p:nvPr/>
            </p:nvSpPr>
            <p:spPr>
              <a:xfrm>
                <a:off x="933025" y="17540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8" name="流程图: 接点 1297">
                <a:extLst>
                  <a:ext uri="{FF2B5EF4-FFF2-40B4-BE49-F238E27FC236}">
                    <a16:creationId xmlns:a16="http://schemas.microsoft.com/office/drawing/2014/main" id="{21253907-F515-4CCB-A727-19AD718D97EE}"/>
                  </a:ext>
                </a:extLst>
              </p:cNvPr>
              <p:cNvSpPr/>
              <p:nvPr/>
            </p:nvSpPr>
            <p:spPr>
              <a:xfrm>
                <a:off x="869629" y="17520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9" name="流程图: 接点 1298">
                <a:extLst>
                  <a:ext uri="{FF2B5EF4-FFF2-40B4-BE49-F238E27FC236}">
                    <a16:creationId xmlns:a16="http://schemas.microsoft.com/office/drawing/2014/main" id="{A156B6EC-0F5E-41D5-93F2-A57519656D61}"/>
                  </a:ext>
                </a:extLst>
              </p:cNvPr>
              <p:cNvSpPr/>
              <p:nvPr/>
            </p:nvSpPr>
            <p:spPr>
              <a:xfrm>
                <a:off x="869517" y="18176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0" name="流程图: 接点 1299">
                <a:extLst>
                  <a:ext uri="{FF2B5EF4-FFF2-40B4-BE49-F238E27FC236}">
                    <a16:creationId xmlns:a16="http://schemas.microsoft.com/office/drawing/2014/main" id="{C8701DC5-16D8-449D-B405-73FE977F0F70}"/>
                  </a:ext>
                </a:extLst>
              </p:cNvPr>
              <p:cNvSpPr/>
              <p:nvPr/>
            </p:nvSpPr>
            <p:spPr>
              <a:xfrm>
                <a:off x="938632" y="179502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1" name="流程图: 接点 1300">
                <a:extLst>
                  <a:ext uri="{FF2B5EF4-FFF2-40B4-BE49-F238E27FC236}">
                    <a16:creationId xmlns:a16="http://schemas.microsoft.com/office/drawing/2014/main" id="{694366A7-FAB5-4051-9716-B21B0CA11543}"/>
                  </a:ext>
                </a:extLst>
              </p:cNvPr>
              <p:cNvSpPr/>
              <p:nvPr/>
            </p:nvSpPr>
            <p:spPr>
              <a:xfrm>
                <a:off x="1048099" y="17960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2" name="流程图: 接点 1301">
                <a:extLst>
                  <a:ext uri="{FF2B5EF4-FFF2-40B4-BE49-F238E27FC236}">
                    <a16:creationId xmlns:a16="http://schemas.microsoft.com/office/drawing/2014/main" id="{66A49917-CA46-4DAB-A951-CAEB8957E25D}"/>
                  </a:ext>
                </a:extLst>
              </p:cNvPr>
              <p:cNvSpPr/>
              <p:nvPr/>
            </p:nvSpPr>
            <p:spPr>
              <a:xfrm>
                <a:off x="1117214" y="17734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3" name="流程图: 接点 1302">
                <a:extLst>
                  <a:ext uri="{FF2B5EF4-FFF2-40B4-BE49-F238E27FC236}">
                    <a16:creationId xmlns:a16="http://schemas.microsoft.com/office/drawing/2014/main" id="{6725A374-7974-48E4-9863-47FF097F4CD0}"/>
                  </a:ext>
                </a:extLst>
              </p:cNvPr>
              <p:cNvSpPr/>
              <p:nvPr/>
            </p:nvSpPr>
            <p:spPr>
              <a:xfrm>
                <a:off x="1014235" y="186904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4" name="流程图: 接点 1303">
                <a:extLst>
                  <a:ext uri="{FF2B5EF4-FFF2-40B4-BE49-F238E27FC236}">
                    <a16:creationId xmlns:a16="http://schemas.microsoft.com/office/drawing/2014/main" id="{1EE95D78-C0C2-4418-8F15-972FFA7F94FF}"/>
                  </a:ext>
                </a:extLst>
              </p:cNvPr>
              <p:cNvSpPr/>
              <p:nvPr/>
            </p:nvSpPr>
            <p:spPr>
              <a:xfrm>
                <a:off x="1083351" y="184644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5" name="流程图: 接点 1304">
                <a:extLst>
                  <a:ext uri="{FF2B5EF4-FFF2-40B4-BE49-F238E27FC236}">
                    <a16:creationId xmlns:a16="http://schemas.microsoft.com/office/drawing/2014/main" id="{7EECF137-6081-491B-8E43-DBA680AAB004}"/>
                  </a:ext>
                </a:extLst>
              </p:cNvPr>
              <p:cNvSpPr/>
              <p:nvPr/>
            </p:nvSpPr>
            <p:spPr>
              <a:xfrm>
                <a:off x="1019955" y="184446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6" name="流程图: 接点 1305">
                <a:extLst>
                  <a:ext uri="{FF2B5EF4-FFF2-40B4-BE49-F238E27FC236}">
                    <a16:creationId xmlns:a16="http://schemas.microsoft.com/office/drawing/2014/main" id="{1D6078FB-D6F7-4543-893B-8AFE730DA02A}"/>
                  </a:ext>
                </a:extLst>
              </p:cNvPr>
              <p:cNvSpPr/>
              <p:nvPr/>
            </p:nvSpPr>
            <p:spPr>
              <a:xfrm>
                <a:off x="1019842" y="19100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7" name="流程图: 接点 1306">
                <a:extLst>
                  <a:ext uri="{FF2B5EF4-FFF2-40B4-BE49-F238E27FC236}">
                    <a16:creationId xmlns:a16="http://schemas.microsoft.com/office/drawing/2014/main" id="{DF51648E-51DD-460C-8186-50647D57F7C4}"/>
                  </a:ext>
                </a:extLst>
              </p:cNvPr>
              <p:cNvSpPr/>
              <p:nvPr/>
            </p:nvSpPr>
            <p:spPr>
              <a:xfrm>
                <a:off x="818501" y="17599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8" name="流程图: 接点 1307">
                <a:extLst>
                  <a:ext uri="{FF2B5EF4-FFF2-40B4-BE49-F238E27FC236}">
                    <a16:creationId xmlns:a16="http://schemas.microsoft.com/office/drawing/2014/main" id="{6F9BFFEA-56FD-4315-8263-38F83FB295B7}"/>
                  </a:ext>
                </a:extLst>
              </p:cNvPr>
              <p:cNvSpPr/>
              <p:nvPr/>
            </p:nvSpPr>
            <p:spPr>
              <a:xfrm>
                <a:off x="793431" y="19401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9" name="流程图: 接点 1308">
                <a:extLst>
                  <a:ext uri="{FF2B5EF4-FFF2-40B4-BE49-F238E27FC236}">
                    <a16:creationId xmlns:a16="http://schemas.microsoft.com/office/drawing/2014/main" id="{1DB112E1-9C13-4BDD-AE2A-EBEF7C67B55F}"/>
                  </a:ext>
                </a:extLst>
              </p:cNvPr>
              <p:cNvSpPr/>
              <p:nvPr/>
            </p:nvSpPr>
            <p:spPr>
              <a:xfrm>
                <a:off x="799150" y="19155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0" name="流程图: 接点 1309">
                <a:extLst>
                  <a:ext uri="{FF2B5EF4-FFF2-40B4-BE49-F238E27FC236}">
                    <a16:creationId xmlns:a16="http://schemas.microsoft.com/office/drawing/2014/main" id="{A3715D3D-C3A4-4CE5-96A0-6B147B705EF5}"/>
                  </a:ext>
                </a:extLst>
              </p:cNvPr>
              <p:cNvSpPr/>
              <p:nvPr/>
            </p:nvSpPr>
            <p:spPr>
              <a:xfrm>
                <a:off x="799037" y="19811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1" name="流程图: 接点 1310">
                <a:extLst>
                  <a:ext uri="{FF2B5EF4-FFF2-40B4-BE49-F238E27FC236}">
                    <a16:creationId xmlns:a16="http://schemas.microsoft.com/office/drawing/2014/main" id="{93D4FB34-6002-41DA-B184-8A3A397194FA}"/>
                  </a:ext>
                </a:extLst>
              </p:cNvPr>
              <p:cNvSpPr/>
              <p:nvPr/>
            </p:nvSpPr>
            <p:spPr>
              <a:xfrm>
                <a:off x="905310" y="17468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2" name="流程图: 接点 1311">
                <a:extLst>
                  <a:ext uri="{FF2B5EF4-FFF2-40B4-BE49-F238E27FC236}">
                    <a16:creationId xmlns:a16="http://schemas.microsoft.com/office/drawing/2014/main" id="{062F184C-8FD1-404A-BBF9-F7A60C608BE9}"/>
                  </a:ext>
                </a:extLst>
              </p:cNvPr>
              <p:cNvSpPr/>
              <p:nvPr/>
            </p:nvSpPr>
            <p:spPr>
              <a:xfrm>
                <a:off x="910917" y="17878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3" name="流程图: 接点 1312">
                <a:extLst>
                  <a:ext uri="{FF2B5EF4-FFF2-40B4-BE49-F238E27FC236}">
                    <a16:creationId xmlns:a16="http://schemas.microsoft.com/office/drawing/2014/main" id="{996F8CA0-020B-4E56-9E0A-7781748863C2}"/>
                  </a:ext>
                </a:extLst>
              </p:cNvPr>
              <p:cNvSpPr/>
              <p:nvPr/>
            </p:nvSpPr>
            <p:spPr>
              <a:xfrm>
                <a:off x="1015414" y="183228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4" name="流程图: 接点 1313">
                <a:extLst>
                  <a:ext uri="{FF2B5EF4-FFF2-40B4-BE49-F238E27FC236}">
                    <a16:creationId xmlns:a16="http://schemas.microsoft.com/office/drawing/2014/main" id="{67C52E4E-5DBE-4B51-9DFD-12C0E9C84B2A}"/>
                  </a:ext>
                </a:extLst>
              </p:cNvPr>
              <p:cNvSpPr/>
              <p:nvPr/>
            </p:nvSpPr>
            <p:spPr>
              <a:xfrm>
                <a:off x="1015302" y="18978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5" name="流程图: 接点 1314">
                <a:extLst>
                  <a:ext uri="{FF2B5EF4-FFF2-40B4-BE49-F238E27FC236}">
                    <a16:creationId xmlns:a16="http://schemas.microsoft.com/office/drawing/2014/main" id="{07CE0E31-AEE4-4361-857F-686710EED5F6}"/>
                  </a:ext>
                </a:extLst>
              </p:cNvPr>
              <p:cNvSpPr/>
              <p:nvPr/>
            </p:nvSpPr>
            <p:spPr>
              <a:xfrm>
                <a:off x="1024207" y="193948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6" name="流程图: 接点 1315">
                <a:extLst>
                  <a:ext uri="{FF2B5EF4-FFF2-40B4-BE49-F238E27FC236}">
                    <a16:creationId xmlns:a16="http://schemas.microsoft.com/office/drawing/2014/main" id="{99DA4FC2-616A-45BF-95A0-93C4F80B6086}"/>
                  </a:ext>
                </a:extLst>
              </p:cNvPr>
              <p:cNvSpPr/>
              <p:nvPr/>
            </p:nvSpPr>
            <p:spPr>
              <a:xfrm>
                <a:off x="1024094" y="20050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7" name="流程图: 接点 1316">
                <a:extLst>
                  <a:ext uri="{FF2B5EF4-FFF2-40B4-BE49-F238E27FC236}">
                    <a16:creationId xmlns:a16="http://schemas.microsoft.com/office/drawing/2014/main" id="{65B17DA4-FD33-4D87-95A9-4B2E7334BB61}"/>
                  </a:ext>
                </a:extLst>
              </p:cNvPr>
              <p:cNvSpPr/>
              <p:nvPr/>
            </p:nvSpPr>
            <p:spPr>
              <a:xfrm>
                <a:off x="1175019" y="191825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8" name="流程图: 接点 1317">
                <a:extLst>
                  <a:ext uri="{FF2B5EF4-FFF2-40B4-BE49-F238E27FC236}">
                    <a16:creationId xmlns:a16="http://schemas.microsoft.com/office/drawing/2014/main" id="{2A77B9D0-200D-45A6-AE39-A39B17C46A5F}"/>
                  </a:ext>
                </a:extLst>
              </p:cNvPr>
              <p:cNvSpPr/>
              <p:nvPr/>
            </p:nvSpPr>
            <p:spPr>
              <a:xfrm>
                <a:off x="1042969" y="196023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9" name="流程图: 接点 1318">
                <a:extLst>
                  <a:ext uri="{FF2B5EF4-FFF2-40B4-BE49-F238E27FC236}">
                    <a16:creationId xmlns:a16="http://schemas.microsoft.com/office/drawing/2014/main" id="{234FA5BD-1C45-4FBF-9D85-0C094A03E01D}"/>
                  </a:ext>
                </a:extLst>
              </p:cNvPr>
              <p:cNvSpPr/>
              <p:nvPr/>
            </p:nvSpPr>
            <p:spPr>
              <a:xfrm>
                <a:off x="1112084" y="19376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0" name="流程图: 接点 1319">
                <a:extLst>
                  <a:ext uri="{FF2B5EF4-FFF2-40B4-BE49-F238E27FC236}">
                    <a16:creationId xmlns:a16="http://schemas.microsoft.com/office/drawing/2014/main" id="{F6C076D3-F325-4C3B-AD0B-6811E4B2DDDC}"/>
                  </a:ext>
                </a:extLst>
              </p:cNvPr>
              <p:cNvSpPr/>
              <p:nvPr/>
            </p:nvSpPr>
            <p:spPr>
              <a:xfrm>
                <a:off x="1310829" y="189832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1" name="流程图: 接点 1320">
                <a:extLst>
                  <a:ext uri="{FF2B5EF4-FFF2-40B4-BE49-F238E27FC236}">
                    <a16:creationId xmlns:a16="http://schemas.microsoft.com/office/drawing/2014/main" id="{A36B858F-1E61-424B-872A-F09F7B61CA2D}"/>
                  </a:ext>
                </a:extLst>
              </p:cNvPr>
              <p:cNvSpPr/>
              <p:nvPr/>
            </p:nvSpPr>
            <p:spPr>
              <a:xfrm>
                <a:off x="1247320" y="196188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2" name="流程图: 接点 1321">
                <a:extLst>
                  <a:ext uri="{FF2B5EF4-FFF2-40B4-BE49-F238E27FC236}">
                    <a16:creationId xmlns:a16="http://schemas.microsoft.com/office/drawing/2014/main" id="{D5D41EA9-9218-46D9-85B8-DF0A32F0759E}"/>
                  </a:ext>
                </a:extLst>
              </p:cNvPr>
              <p:cNvSpPr/>
              <p:nvPr/>
            </p:nvSpPr>
            <p:spPr>
              <a:xfrm>
                <a:off x="1316435" y="193929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3" name="流程图: 接点 1322">
                <a:extLst>
                  <a:ext uri="{FF2B5EF4-FFF2-40B4-BE49-F238E27FC236}">
                    <a16:creationId xmlns:a16="http://schemas.microsoft.com/office/drawing/2014/main" id="{E18335EE-FD63-4820-BA89-0D87CB58881C}"/>
                  </a:ext>
                </a:extLst>
              </p:cNvPr>
              <p:cNvSpPr/>
              <p:nvPr/>
            </p:nvSpPr>
            <p:spPr>
              <a:xfrm>
                <a:off x="1183924" y="195990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4" name="流程图: 接点 1323">
                <a:extLst>
                  <a:ext uri="{FF2B5EF4-FFF2-40B4-BE49-F238E27FC236}">
                    <a16:creationId xmlns:a16="http://schemas.microsoft.com/office/drawing/2014/main" id="{E826DBDE-CDF4-47E9-A5EE-111D600A534D}"/>
                  </a:ext>
                </a:extLst>
              </p:cNvPr>
              <p:cNvSpPr/>
              <p:nvPr/>
            </p:nvSpPr>
            <p:spPr>
              <a:xfrm>
                <a:off x="1253039" y="19373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5" name="流程图: 接点 1324">
                <a:extLst>
                  <a:ext uri="{FF2B5EF4-FFF2-40B4-BE49-F238E27FC236}">
                    <a16:creationId xmlns:a16="http://schemas.microsoft.com/office/drawing/2014/main" id="{E2125624-0707-4573-B3D0-5669809265A1}"/>
                  </a:ext>
                </a:extLst>
              </p:cNvPr>
              <p:cNvSpPr/>
              <p:nvPr/>
            </p:nvSpPr>
            <p:spPr>
              <a:xfrm>
                <a:off x="1183811" y="202545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6" name="流程图: 接点 1325">
                <a:extLst>
                  <a:ext uri="{FF2B5EF4-FFF2-40B4-BE49-F238E27FC236}">
                    <a16:creationId xmlns:a16="http://schemas.microsoft.com/office/drawing/2014/main" id="{2F6FBB32-0B8E-47ED-8D37-D220FE9AA4DB}"/>
                  </a:ext>
                </a:extLst>
              </p:cNvPr>
              <p:cNvSpPr/>
              <p:nvPr/>
            </p:nvSpPr>
            <p:spPr>
              <a:xfrm>
                <a:off x="1252926" y="20028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7" name="流程图: 接点 1326">
                <a:extLst>
                  <a:ext uri="{FF2B5EF4-FFF2-40B4-BE49-F238E27FC236}">
                    <a16:creationId xmlns:a16="http://schemas.microsoft.com/office/drawing/2014/main" id="{FD49D834-DBCA-4C29-96FE-880E250FEB56}"/>
                  </a:ext>
                </a:extLst>
              </p:cNvPr>
              <p:cNvSpPr/>
              <p:nvPr/>
            </p:nvSpPr>
            <p:spPr>
              <a:xfrm>
                <a:off x="1077647" y="20547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8" name="流程图: 接点 1327">
                <a:extLst>
                  <a:ext uri="{FF2B5EF4-FFF2-40B4-BE49-F238E27FC236}">
                    <a16:creationId xmlns:a16="http://schemas.microsoft.com/office/drawing/2014/main" id="{5E4241AE-3EBA-4BB8-863C-C8A8FF718758}"/>
                  </a:ext>
                </a:extLst>
              </p:cNvPr>
              <p:cNvSpPr/>
              <p:nvPr/>
            </p:nvSpPr>
            <p:spPr>
              <a:xfrm>
                <a:off x="1014712" y="20741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9" name="流程图: 接点 1328">
                <a:extLst>
                  <a:ext uri="{FF2B5EF4-FFF2-40B4-BE49-F238E27FC236}">
                    <a16:creationId xmlns:a16="http://schemas.microsoft.com/office/drawing/2014/main" id="{ABED21E2-FE80-4187-8033-7F339710452D}"/>
                  </a:ext>
                </a:extLst>
              </p:cNvPr>
              <p:cNvSpPr/>
              <p:nvPr/>
            </p:nvSpPr>
            <p:spPr>
              <a:xfrm>
                <a:off x="1149948" y="20984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0" name="流程图: 接点 1329">
                <a:extLst>
                  <a:ext uri="{FF2B5EF4-FFF2-40B4-BE49-F238E27FC236}">
                    <a16:creationId xmlns:a16="http://schemas.microsoft.com/office/drawing/2014/main" id="{39855D98-9BD6-42E7-A0D3-1E3F3ED86A77}"/>
                  </a:ext>
                </a:extLst>
              </p:cNvPr>
              <p:cNvSpPr/>
              <p:nvPr/>
            </p:nvSpPr>
            <p:spPr>
              <a:xfrm>
                <a:off x="1219063" y="207581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1" name="流程图: 接点 1330">
                <a:extLst>
                  <a:ext uri="{FF2B5EF4-FFF2-40B4-BE49-F238E27FC236}">
                    <a16:creationId xmlns:a16="http://schemas.microsoft.com/office/drawing/2014/main" id="{33699441-5A18-4D5E-BB4A-5C986B89118F}"/>
                  </a:ext>
                </a:extLst>
              </p:cNvPr>
              <p:cNvSpPr/>
              <p:nvPr/>
            </p:nvSpPr>
            <p:spPr>
              <a:xfrm>
                <a:off x="1086552" y="20964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2" name="流程图: 接点 1331">
                <a:extLst>
                  <a:ext uri="{FF2B5EF4-FFF2-40B4-BE49-F238E27FC236}">
                    <a16:creationId xmlns:a16="http://schemas.microsoft.com/office/drawing/2014/main" id="{D1094583-733B-4164-BC1B-27399C1FF767}"/>
                  </a:ext>
                </a:extLst>
              </p:cNvPr>
              <p:cNvSpPr/>
              <p:nvPr/>
            </p:nvSpPr>
            <p:spPr>
              <a:xfrm>
                <a:off x="1155667" y="20738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3" name="流程图: 接点 1332">
                <a:extLst>
                  <a:ext uri="{FF2B5EF4-FFF2-40B4-BE49-F238E27FC236}">
                    <a16:creationId xmlns:a16="http://schemas.microsoft.com/office/drawing/2014/main" id="{84E7BC58-9814-4930-8372-40B573C9B596}"/>
                  </a:ext>
                </a:extLst>
              </p:cNvPr>
              <p:cNvSpPr/>
              <p:nvPr/>
            </p:nvSpPr>
            <p:spPr>
              <a:xfrm>
                <a:off x="1086439" y="21619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4" name="流程图: 接点 1333">
                <a:extLst>
                  <a:ext uri="{FF2B5EF4-FFF2-40B4-BE49-F238E27FC236}">
                    <a16:creationId xmlns:a16="http://schemas.microsoft.com/office/drawing/2014/main" id="{917EB47A-546E-4267-B4C1-7BCA2E4296B4}"/>
                  </a:ext>
                </a:extLst>
              </p:cNvPr>
              <p:cNvSpPr/>
              <p:nvPr/>
            </p:nvSpPr>
            <p:spPr>
              <a:xfrm>
                <a:off x="1155555" y="21393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5" name="流程图: 接点 1334">
                <a:extLst>
                  <a:ext uri="{FF2B5EF4-FFF2-40B4-BE49-F238E27FC236}">
                    <a16:creationId xmlns:a16="http://schemas.microsoft.com/office/drawing/2014/main" id="{190FE0A7-6696-4CD2-AAEB-58A15D4DE138}"/>
                  </a:ext>
                </a:extLst>
              </p:cNvPr>
              <p:cNvSpPr/>
              <p:nvPr/>
            </p:nvSpPr>
            <p:spPr>
              <a:xfrm>
                <a:off x="1256229" y="20332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6" name="流程图: 接点 1335">
                <a:extLst>
                  <a:ext uri="{FF2B5EF4-FFF2-40B4-BE49-F238E27FC236}">
                    <a16:creationId xmlns:a16="http://schemas.microsoft.com/office/drawing/2014/main" id="{6587AF63-0526-427A-8D09-9C7053F929A6}"/>
                  </a:ext>
                </a:extLst>
              </p:cNvPr>
              <p:cNvSpPr/>
              <p:nvPr/>
            </p:nvSpPr>
            <p:spPr>
              <a:xfrm>
                <a:off x="1392039" y="20133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7" name="流程图: 接点 1336">
                <a:extLst>
                  <a:ext uri="{FF2B5EF4-FFF2-40B4-BE49-F238E27FC236}">
                    <a16:creationId xmlns:a16="http://schemas.microsoft.com/office/drawing/2014/main" id="{140566CC-71A5-480F-84C0-DE05E1E91AA3}"/>
                  </a:ext>
                </a:extLst>
              </p:cNvPr>
              <p:cNvSpPr/>
              <p:nvPr/>
            </p:nvSpPr>
            <p:spPr>
              <a:xfrm>
                <a:off x="1328530" y="20768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8" name="流程图: 接点 1337">
                <a:extLst>
                  <a:ext uri="{FF2B5EF4-FFF2-40B4-BE49-F238E27FC236}">
                    <a16:creationId xmlns:a16="http://schemas.microsoft.com/office/drawing/2014/main" id="{9D4F4AB6-5694-43F6-92CE-DE9D5D2F271D}"/>
                  </a:ext>
                </a:extLst>
              </p:cNvPr>
              <p:cNvSpPr/>
              <p:nvPr/>
            </p:nvSpPr>
            <p:spPr>
              <a:xfrm>
                <a:off x="1397645" y="20542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9" name="流程图: 接点 1338">
                <a:extLst>
                  <a:ext uri="{FF2B5EF4-FFF2-40B4-BE49-F238E27FC236}">
                    <a16:creationId xmlns:a16="http://schemas.microsoft.com/office/drawing/2014/main" id="{F2093AD2-5594-45D2-BD42-7244BD99AD9E}"/>
                  </a:ext>
                </a:extLst>
              </p:cNvPr>
              <p:cNvSpPr/>
              <p:nvPr/>
            </p:nvSpPr>
            <p:spPr>
              <a:xfrm>
                <a:off x="1265134" y="207489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0" name="流程图: 接点 1339">
                <a:extLst>
                  <a:ext uri="{FF2B5EF4-FFF2-40B4-BE49-F238E27FC236}">
                    <a16:creationId xmlns:a16="http://schemas.microsoft.com/office/drawing/2014/main" id="{C55F80F4-ED79-4680-A5C6-460137F36D3B}"/>
                  </a:ext>
                </a:extLst>
              </p:cNvPr>
              <p:cNvSpPr/>
              <p:nvPr/>
            </p:nvSpPr>
            <p:spPr>
              <a:xfrm>
                <a:off x="1334249" y="205229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1" name="流程图: 接点 1340">
                <a:extLst>
                  <a:ext uri="{FF2B5EF4-FFF2-40B4-BE49-F238E27FC236}">
                    <a16:creationId xmlns:a16="http://schemas.microsoft.com/office/drawing/2014/main" id="{31A6D640-9241-456E-8E31-5D34A9C6ED0E}"/>
                  </a:ext>
                </a:extLst>
              </p:cNvPr>
              <p:cNvSpPr/>
              <p:nvPr/>
            </p:nvSpPr>
            <p:spPr>
              <a:xfrm>
                <a:off x="1265021" y="21404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2" name="流程图: 接点 1341">
                <a:extLst>
                  <a:ext uri="{FF2B5EF4-FFF2-40B4-BE49-F238E27FC236}">
                    <a16:creationId xmlns:a16="http://schemas.microsoft.com/office/drawing/2014/main" id="{13BFF7D5-0FD9-4BC6-824F-486C9592B72C}"/>
                  </a:ext>
                </a:extLst>
              </p:cNvPr>
              <p:cNvSpPr/>
              <p:nvPr/>
            </p:nvSpPr>
            <p:spPr>
              <a:xfrm>
                <a:off x="1334137" y="21178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3" name="流程图: 接点 1342">
                <a:extLst>
                  <a:ext uri="{FF2B5EF4-FFF2-40B4-BE49-F238E27FC236}">
                    <a16:creationId xmlns:a16="http://schemas.microsoft.com/office/drawing/2014/main" id="{13427805-45F8-4493-A5AB-9B4042DB4868}"/>
                  </a:ext>
                </a:extLst>
              </p:cNvPr>
              <p:cNvSpPr/>
              <p:nvPr/>
            </p:nvSpPr>
            <p:spPr>
              <a:xfrm>
                <a:off x="1231158" y="22134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4" name="流程图: 接点 1343">
                <a:extLst>
                  <a:ext uri="{FF2B5EF4-FFF2-40B4-BE49-F238E27FC236}">
                    <a16:creationId xmlns:a16="http://schemas.microsoft.com/office/drawing/2014/main" id="{B951DBD1-57FD-46C7-B786-95BF7D095172}"/>
                  </a:ext>
                </a:extLst>
              </p:cNvPr>
              <p:cNvSpPr/>
              <p:nvPr/>
            </p:nvSpPr>
            <p:spPr>
              <a:xfrm>
                <a:off x="1300273" y="219080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5" name="流程图: 接点 1344">
                <a:extLst>
                  <a:ext uri="{FF2B5EF4-FFF2-40B4-BE49-F238E27FC236}">
                    <a16:creationId xmlns:a16="http://schemas.microsoft.com/office/drawing/2014/main" id="{D90E427A-BBEB-4259-B240-33F673734F79}"/>
                  </a:ext>
                </a:extLst>
              </p:cNvPr>
              <p:cNvSpPr/>
              <p:nvPr/>
            </p:nvSpPr>
            <p:spPr>
              <a:xfrm>
                <a:off x="1236877" y="21888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6" name="流程图: 接点 1345">
                <a:extLst>
                  <a:ext uri="{FF2B5EF4-FFF2-40B4-BE49-F238E27FC236}">
                    <a16:creationId xmlns:a16="http://schemas.microsoft.com/office/drawing/2014/main" id="{8DE6C60E-DD07-4150-B3BD-42B47DEB4D8F}"/>
                  </a:ext>
                </a:extLst>
              </p:cNvPr>
              <p:cNvSpPr/>
              <p:nvPr/>
            </p:nvSpPr>
            <p:spPr>
              <a:xfrm>
                <a:off x="1236765" y="225436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7" name="流程图: 接点 1346">
                <a:extLst>
                  <a:ext uri="{FF2B5EF4-FFF2-40B4-BE49-F238E27FC236}">
                    <a16:creationId xmlns:a16="http://schemas.microsoft.com/office/drawing/2014/main" id="{B1A25BB8-7BCE-4185-91F5-F7B5628A4192}"/>
                  </a:ext>
                </a:extLst>
              </p:cNvPr>
              <p:cNvSpPr/>
              <p:nvPr/>
            </p:nvSpPr>
            <p:spPr>
              <a:xfrm>
                <a:off x="998258" y="21469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8" name="流程图: 接点 1347">
                <a:extLst>
                  <a:ext uri="{FF2B5EF4-FFF2-40B4-BE49-F238E27FC236}">
                    <a16:creationId xmlns:a16="http://schemas.microsoft.com/office/drawing/2014/main" id="{EF499EC6-ED33-4CAF-ACD0-5D28E98C2839}"/>
                  </a:ext>
                </a:extLst>
              </p:cNvPr>
              <p:cNvSpPr/>
              <p:nvPr/>
            </p:nvSpPr>
            <p:spPr>
              <a:xfrm>
                <a:off x="1035424" y="21043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9" name="流程图: 接点 1348">
                <a:extLst>
                  <a:ext uri="{FF2B5EF4-FFF2-40B4-BE49-F238E27FC236}">
                    <a16:creationId xmlns:a16="http://schemas.microsoft.com/office/drawing/2014/main" id="{4903C847-7AE6-4DA3-89C5-BC6005B59CD6}"/>
                  </a:ext>
                </a:extLst>
              </p:cNvPr>
              <p:cNvSpPr/>
              <p:nvPr/>
            </p:nvSpPr>
            <p:spPr>
              <a:xfrm>
                <a:off x="1010353" y="228451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0" name="流程图: 接点 1349">
                <a:extLst>
                  <a:ext uri="{FF2B5EF4-FFF2-40B4-BE49-F238E27FC236}">
                    <a16:creationId xmlns:a16="http://schemas.microsoft.com/office/drawing/2014/main" id="{7AE30F28-2852-4A75-AF59-3F9A623060F8}"/>
                  </a:ext>
                </a:extLst>
              </p:cNvPr>
              <p:cNvSpPr/>
              <p:nvPr/>
            </p:nvSpPr>
            <p:spPr>
              <a:xfrm>
                <a:off x="1016072" y="22599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1" name="流程图: 接点 1350">
                <a:extLst>
                  <a:ext uri="{FF2B5EF4-FFF2-40B4-BE49-F238E27FC236}">
                    <a16:creationId xmlns:a16="http://schemas.microsoft.com/office/drawing/2014/main" id="{68C8C562-F709-4360-BC1E-EDB945ABDA47}"/>
                  </a:ext>
                </a:extLst>
              </p:cNvPr>
              <p:cNvSpPr/>
              <p:nvPr/>
            </p:nvSpPr>
            <p:spPr>
              <a:xfrm>
                <a:off x="1138395" y="183968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2" name="流程图: 接点 1351">
                <a:extLst>
                  <a:ext uri="{FF2B5EF4-FFF2-40B4-BE49-F238E27FC236}">
                    <a16:creationId xmlns:a16="http://schemas.microsoft.com/office/drawing/2014/main" id="{5A3B5827-804D-49DB-BC5A-CEE5E0CCD6A6}"/>
                  </a:ext>
                </a:extLst>
              </p:cNvPr>
              <p:cNvSpPr/>
              <p:nvPr/>
            </p:nvSpPr>
            <p:spPr>
              <a:xfrm>
                <a:off x="1074999" y="18376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3" name="流程图: 接点 1352">
                <a:extLst>
                  <a:ext uri="{FF2B5EF4-FFF2-40B4-BE49-F238E27FC236}">
                    <a16:creationId xmlns:a16="http://schemas.microsoft.com/office/drawing/2014/main" id="{27A06A05-1CBB-4B3E-9AC2-DDDBBE350C70}"/>
                  </a:ext>
                </a:extLst>
              </p:cNvPr>
              <p:cNvSpPr/>
              <p:nvPr/>
            </p:nvSpPr>
            <p:spPr>
              <a:xfrm>
                <a:off x="1074886" y="19032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4" name="流程图: 接点 1353">
                <a:extLst>
                  <a:ext uri="{FF2B5EF4-FFF2-40B4-BE49-F238E27FC236}">
                    <a16:creationId xmlns:a16="http://schemas.microsoft.com/office/drawing/2014/main" id="{9CE45A6B-38D1-4413-89FC-6D55635704F7}"/>
                  </a:ext>
                </a:extLst>
              </p:cNvPr>
              <p:cNvSpPr/>
              <p:nvPr/>
            </p:nvSpPr>
            <p:spPr>
              <a:xfrm>
                <a:off x="1144001" y="188064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5" name="流程图: 接点 1354">
                <a:extLst>
                  <a:ext uri="{FF2B5EF4-FFF2-40B4-BE49-F238E27FC236}">
                    <a16:creationId xmlns:a16="http://schemas.microsoft.com/office/drawing/2014/main" id="{B1427D3F-7AE4-4787-B1EE-E0EF2092F6D7}"/>
                  </a:ext>
                </a:extLst>
              </p:cNvPr>
              <p:cNvSpPr/>
              <p:nvPr/>
            </p:nvSpPr>
            <p:spPr>
              <a:xfrm>
                <a:off x="1041023" y="19762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6" name="流程图: 接点 1355">
                <a:extLst>
                  <a:ext uri="{FF2B5EF4-FFF2-40B4-BE49-F238E27FC236}">
                    <a16:creationId xmlns:a16="http://schemas.microsoft.com/office/drawing/2014/main" id="{15420B88-7B61-4602-ACCF-787A8E2497CE}"/>
                  </a:ext>
                </a:extLst>
              </p:cNvPr>
              <p:cNvSpPr/>
              <p:nvPr/>
            </p:nvSpPr>
            <p:spPr>
              <a:xfrm>
                <a:off x="1110138" y="19536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7" name="流程图: 接点 1356">
                <a:extLst>
                  <a:ext uri="{FF2B5EF4-FFF2-40B4-BE49-F238E27FC236}">
                    <a16:creationId xmlns:a16="http://schemas.microsoft.com/office/drawing/2014/main" id="{20BAD465-1DAA-4B35-AE53-568499E87E79}"/>
                  </a:ext>
                </a:extLst>
              </p:cNvPr>
              <p:cNvSpPr/>
              <p:nvPr/>
            </p:nvSpPr>
            <p:spPr>
              <a:xfrm>
                <a:off x="1046742" y="19516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8" name="流程图: 接点 1357">
                <a:extLst>
                  <a:ext uri="{FF2B5EF4-FFF2-40B4-BE49-F238E27FC236}">
                    <a16:creationId xmlns:a16="http://schemas.microsoft.com/office/drawing/2014/main" id="{A01663CC-0911-4879-A41D-1493CA9DF406}"/>
                  </a:ext>
                </a:extLst>
              </p:cNvPr>
              <p:cNvSpPr/>
              <p:nvPr/>
            </p:nvSpPr>
            <p:spPr>
              <a:xfrm>
                <a:off x="1046629" y="20171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9" name="流程图: 接点 1358">
                <a:extLst>
                  <a:ext uri="{FF2B5EF4-FFF2-40B4-BE49-F238E27FC236}">
                    <a16:creationId xmlns:a16="http://schemas.microsoft.com/office/drawing/2014/main" id="{43CFC5DA-DED6-49C0-9026-C58096D8305C}"/>
                  </a:ext>
                </a:extLst>
              </p:cNvPr>
              <p:cNvSpPr/>
              <p:nvPr/>
            </p:nvSpPr>
            <p:spPr>
              <a:xfrm>
                <a:off x="1147304" y="19110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0" name="流程图: 接点 1359">
                <a:extLst>
                  <a:ext uri="{FF2B5EF4-FFF2-40B4-BE49-F238E27FC236}">
                    <a16:creationId xmlns:a16="http://schemas.microsoft.com/office/drawing/2014/main" id="{5D55E575-63B5-4AE8-80A5-F777DC71EAF0}"/>
                  </a:ext>
                </a:extLst>
              </p:cNvPr>
              <p:cNvSpPr/>
              <p:nvPr/>
            </p:nvSpPr>
            <p:spPr>
              <a:xfrm>
                <a:off x="1283113" y="18911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1" name="流程图: 接点 1360">
                <a:extLst>
                  <a:ext uri="{FF2B5EF4-FFF2-40B4-BE49-F238E27FC236}">
                    <a16:creationId xmlns:a16="http://schemas.microsoft.com/office/drawing/2014/main" id="{D92FCB12-C0D6-4656-BD5D-87EAC676333F}"/>
                  </a:ext>
                </a:extLst>
              </p:cNvPr>
              <p:cNvSpPr/>
              <p:nvPr/>
            </p:nvSpPr>
            <p:spPr>
              <a:xfrm>
                <a:off x="1219605" y="195467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2" name="流程图: 接点 1361">
                <a:extLst>
                  <a:ext uri="{FF2B5EF4-FFF2-40B4-BE49-F238E27FC236}">
                    <a16:creationId xmlns:a16="http://schemas.microsoft.com/office/drawing/2014/main" id="{8FF89EF4-7E62-443A-B0A0-609484FAF4E9}"/>
                  </a:ext>
                </a:extLst>
              </p:cNvPr>
              <p:cNvSpPr/>
              <p:nvPr/>
            </p:nvSpPr>
            <p:spPr>
              <a:xfrm>
                <a:off x="1288720" y="193207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3" name="流程图: 接点 1362">
                <a:extLst>
                  <a:ext uri="{FF2B5EF4-FFF2-40B4-BE49-F238E27FC236}">
                    <a16:creationId xmlns:a16="http://schemas.microsoft.com/office/drawing/2014/main" id="{1B6962B2-F39B-43AF-ACF6-E3FF0FE94265}"/>
                  </a:ext>
                </a:extLst>
              </p:cNvPr>
              <p:cNvSpPr/>
              <p:nvPr/>
            </p:nvSpPr>
            <p:spPr>
              <a:xfrm>
                <a:off x="1156209" y="19526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4" name="流程图: 接点 1363">
                <a:extLst>
                  <a:ext uri="{FF2B5EF4-FFF2-40B4-BE49-F238E27FC236}">
                    <a16:creationId xmlns:a16="http://schemas.microsoft.com/office/drawing/2014/main" id="{DE24F892-2706-4C6A-88D1-2F3A70AC2FF6}"/>
                  </a:ext>
                </a:extLst>
              </p:cNvPr>
              <p:cNvSpPr/>
              <p:nvPr/>
            </p:nvSpPr>
            <p:spPr>
              <a:xfrm>
                <a:off x="1225324" y="193009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5" name="流程图: 接点 1364">
                <a:extLst>
                  <a:ext uri="{FF2B5EF4-FFF2-40B4-BE49-F238E27FC236}">
                    <a16:creationId xmlns:a16="http://schemas.microsoft.com/office/drawing/2014/main" id="{B3FE9647-13D0-44D5-9DA9-5CFD1C78E4B2}"/>
                  </a:ext>
                </a:extLst>
              </p:cNvPr>
              <p:cNvSpPr/>
              <p:nvPr/>
            </p:nvSpPr>
            <p:spPr>
              <a:xfrm>
                <a:off x="1156096" y="20182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6" name="流程图: 接点 1365">
                <a:extLst>
                  <a:ext uri="{FF2B5EF4-FFF2-40B4-BE49-F238E27FC236}">
                    <a16:creationId xmlns:a16="http://schemas.microsoft.com/office/drawing/2014/main" id="{A3D5657E-AA57-4F44-95AF-DF5EB7FFDD05}"/>
                  </a:ext>
                </a:extLst>
              </p:cNvPr>
              <p:cNvSpPr/>
              <p:nvPr/>
            </p:nvSpPr>
            <p:spPr>
              <a:xfrm>
                <a:off x="1225211" y="19956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7" name="流程图: 接点 1366">
                <a:extLst>
                  <a:ext uri="{FF2B5EF4-FFF2-40B4-BE49-F238E27FC236}">
                    <a16:creationId xmlns:a16="http://schemas.microsoft.com/office/drawing/2014/main" id="{EC7784E3-D7C6-45E4-ACED-A509BA8EC177}"/>
                  </a:ext>
                </a:extLst>
              </p:cNvPr>
              <p:cNvSpPr/>
              <p:nvPr/>
            </p:nvSpPr>
            <p:spPr>
              <a:xfrm>
                <a:off x="1122233" y="209119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8" name="流程图: 接点 1367">
                <a:extLst>
                  <a:ext uri="{FF2B5EF4-FFF2-40B4-BE49-F238E27FC236}">
                    <a16:creationId xmlns:a16="http://schemas.microsoft.com/office/drawing/2014/main" id="{F3CE533D-8960-46A9-9A4B-A96290828CAF}"/>
                  </a:ext>
                </a:extLst>
              </p:cNvPr>
              <p:cNvSpPr/>
              <p:nvPr/>
            </p:nvSpPr>
            <p:spPr>
              <a:xfrm>
                <a:off x="1191348" y="20685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9" name="流程图: 接点 1368">
                <a:extLst>
                  <a:ext uri="{FF2B5EF4-FFF2-40B4-BE49-F238E27FC236}">
                    <a16:creationId xmlns:a16="http://schemas.microsoft.com/office/drawing/2014/main" id="{4B818594-CE0C-4214-B31A-FCA971B0262F}"/>
                  </a:ext>
                </a:extLst>
              </p:cNvPr>
              <p:cNvSpPr/>
              <p:nvPr/>
            </p:nvSpPr>
            <p:spPr>
              <a:xfrm>
                <a:off x="1127952" y="206661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0" name="流程图: 接点 1369">
                <a:extLst>
                  <a:ext uri="{FF2B5EF4-FFF2-40B4-BE49-F238E27FC236}">
                    <a16:creationId xmlns:a16="http://schemas.microsoft.com/office/drawing/2014/main" id="{3FBBC099-6958-44FC-9FA5-95B6577C11BE}"/>
                  </a:ext>
                </a:extLst>
              </p:cNvPr>
              <p:cNvSpPr/>
              <p:nvPr/>
            </p:nvSpPr>
            <p:spPr>
              <a:xfrm>
                <a:off x="1127839" y="213216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1" name="流程图: 接点 1370">
                <a:extLst>
                  <a:ext uri="{FF2B5EF4-FFF2-40B4-BE49-F238E27FC236}">
                    <a16:creationId xmlns:a16="http://schemas.microsoft.com/office/drawing/2014/main" id="{7F8ABE1C-094A-445A-B373-BC2733749E86}"/>
                  </a:ext>
                </a:extLst>
              </p:cNvPr>
              <p:cNvSpPr/>
              <p:nvPr/>
            </p:nvSpPr>
            <p:spPr>
              <a:xfrm>
                <a:off x="1021366" y="185206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2" name="流程图: 接点 1371">
                <a:extLst>
                  <a:ext uri="{FF2B5EF4-FFF2-40B4-BE49-F238E27FC236}">
                    <a16:creationId xmlns:a16="http://schemas.microsoft.com/office/drawing/2014/main" id="{5D640360-018A-467A-BCD5-AD4BCCE1F4F0}"/>
                  </a:ext>
                </a:extLst>
              </p:cNvPr>
              <p:cNvSpPr/>
              <p:nvPr/>
            </p:nvSpPr>
            <p:spPr>
              <a:xfrm>
                <a:off x="1080023" y="21433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3" name="流程图: 接点 1372">
                <a:extLst>
                  <a:ext uri="{FF2B5EF4-FFF2-40B4-BE49-F238E27FC236}">
                    <a16:creationId xmlns:a16="http://schemas.microsoft.com/office/drawing/2014/main" id="{8026F04A-95D9-4DC3-B20B-CC6C4D5AC39F}"/>
                  </a:ext>
                </a:extLst>
              </p:cNvPr>
              <p:cNvSpPr/>
              <p:nvPr/>
            </p:nvSpPr>
            <p:spPr>
              <a:xfrm>
                <a:off x="1149138" y="212070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4" name="流程图: 接点 1373">
                <a:extLst>
                  <a:ext uri="{FF2B5EF4-FFF2-40B4-BE49-F238E27FC236}">
                    <a16:creationId xmlns:a16="http://schemas.microsoft.com/office/drawing/2014/main" id="{E282ADFE-1F47-40CD-A96F-F5CA8B85A64A}"/>
                  </a:ext>
                </a:extLst>
              </p:cNvPr>
              <p:cNvSpPr/>
              <p:nvPr/>
            </p:nvSpPr>
            <p:spPr>
              <a:xfrm>
                <a:off x="1085742" y="21187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5" name="流程图: 接点 1374">
                <a:extLst>
                  <a:ext uri="{FF2B5EF4-FFF2-40B4-BE49-F238E27FC236}">
                    <a16:creationId xmlns:a16="http://schemas.microsoft.com/office/drawing/2014/main" id="{45CB430A-42BA-4C53-8114-42AD99D48E1D}"/>
                  </a:ext>
                </a:extLst>
              </p:cNvPr>
              <p:cNvSpPr/>
              <p:nvPr/>
            </p:nvSpPr>
            <p:spPr>
              <a:xfrm>
                <a:off x="1085630" y="218426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6" name="流程图: 接点 1375">
                <a:extLst>
                  <a:ext uri="{FF2B5EF4-FFF2-40B4-BE49-F238E27FC236}">
                    <a16:creationId xmlns:a16="http://schemas.microsoft.com/office/drawing/2014/main" id="{63AE27C2-F49D-40AD-95C7-7C9E765B60A2}"/>
                  </a:ext>
                </a:extLst>
              </p:cNvPr>
              <p:cNvSpPr/>
              <p:nvPr/>
            </p:nvSpPr>
            <p:spPr>
              <a:xfrm>
                <a:off x="525137" y="21331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7" name="流程图: 接点 1376">
                <a:extLst>
                  <a:ext uri="{FF2B5EF4-FFF2-40B4-BE49-F238E27FC236}">
                    <a16:creationId xmlns:a16="http://schemas.microsoft.com/office/drawing/2014/main" id="{92BAB51E-44C4-4E36-9BCA-448C69A1EBDE}"/>
                  </a:ext>
                </a:extLst>
              </p:cNvPr>
              <p:cNvSpPr/>
              <p:nvPr/>
            </p:nvSpPr>
            <p:spPr>
              <a:xfrm>
                <a:off x="714500" y="216299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8" name="流程图: 接点 1377">
                <a:extLst>
                  <a:ext uri="{FF2B5EF4-FFF2-40B4-BE49-F238E27FC236}">
                    <a16:creationId xmlns:a16="http://schemas.microsoft.com/office/drawing/2014/main" id="{BF69EB15-D2C3-44F5-99C6-ADCEE045FCA4}"/>
                  </a:ext>
                </a:extLst>
              </p:cNvPr>
              <p:cNvSpPr/>
              <p:nvPr/>
            </p:nvSpPr>
            <p:spPr>
              <a:xfrm>
                <a:off x="783615" y="214039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9" name="流程图: 接点 1378">
                <a:extLst>
                  <a:ext uri="{FF2B5EF4-FFF2-40B4-BE49-F238E27FC236}">
                    <a16:creationId xmlns:a16="http://schemas.microsoft.com/office/drawing/2014/main" id="{A127AC5F-E9B0-437E-8953-F1B87DAA2B33}"/>
                  </a:ext>
                </a:extLst>
              </p:cNvPr>
              <p:cNvSpPr/>
              <p:nvPr/>
            </p:nvSpPr>
            <p:spPr>
              <a:xfrm>
                <a:off x="859218" y="221441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0" name="流程图: 接点 1379">
                <a:extLst>
                  <a:ext uri="{FF2B5EF4-FFF2-40B4-BE49-F238E27FC236}">
                    <a16:creationId xmlns:a16="http://schemas.microsoft.com/office/drawing/2014/main" id="{3C3C5106-220D-40AF-B00A-4FD854E61779}"/>
                  </a:ext>
                </a:extLst>
              </p:cNvPr>
              <p:cNvSpPr/>
              <p:nvPr/>
            </p:nvSpPr>
            <p:spPr>
              <a:xfrm>
                <a:off x="864937" y="21898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1" name="流程图: 接点 1380">
                <a:extLst>
                  <a:ext uri="{FF2B5EF4-FFF2-40B4-BE49-F238E27FC236}">
                    <a16:creationId xmlns:a16="http://schemas.microsoft.com/office/drawing/2014/main" id="{C2F3F845-AA7C-48FB-9448-12F604E262B5}"/>
                  </a:ext>
                </a:extLst>
              </p:cNvPr>
              <p:cNvSpPr/>
              <p:nvPr/>
            </p:nvSpPr>
            <p:spPr>
              <a:xfrm>
                <a:off x="864825" y="225538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2" name="流程图: 接点 1381">
                <a:extLst>
                  <a:ext uri="{FF2B5EF4-FFF2-40B4-BE49-F238E27FC236}">
                    <a16:creationId xmlns:a16="http://schemas.microsoft.com/office/drawing/2014/main" id="{1793B59C-2694-453C-A626-4494BABBA3ED}"/>
                  </a:ext>
                </a:extLst>
              </p:cNvPr>
              <p:cNvSpPr/>
              <p:nvPr/>
            </p:nvSpPr>
            <p:spPr>
              <a:xfrm>
                <a:off x="902966" y="21068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3" name="流程图: 接点 1382">
                <a:extLst>
                  <a:ext uri="{FF2B5EF4-FFF2-40B4-BE49-F238E27FC236}">
                    <a16:creationId xmlns:a16="http://schemas.microsoft.com/office/drawing/2014/main" id="{4DFC6C45-1704-48E8-A715-EF6410BD9816}"/>
                  </a:ext>
                </a:extLst>
              </p:cNvPr>
              <p:cNvSpPr/>
              <p:nvPr/>
            </p:nvSpPr>
            <p:spPr>
              <a:xfrm>
                <a:off x="839569" y="21049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4" name="流程图: 接点 1383">
                <a:extLst>
                  <a:ext uri="{FF2B5EF4-FFF2-40B4-BE49-F238E27FC236}">
                    <a16:creationId xmlns:a16="http://schemas.microsoft.com/office/drawing/2014/main" id="{31A1FF5B-F995-4D05-A1A2-EF2419821979}"/>
                  </a:ext>
                </a:extLst>
              </p:cNvPr>
              <p:cNvSpPr/>
              <p:nvPr/>
            </p:nvSpPr>
            <p:spPr>
              <a:xfrm>
                <a:off x="839457" y="217044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5" name="流程图: 接点 1384">
                <a:extLst>
                  <a:ext uri="{FF2B5EF4-FFF2-40B4-BE49-F238E27FC236}">
                    <a16:creationId xmlns:a16="http://schemas.microsoft.com/office/drawing/2014/main" id="{416B1B83-9C32-450B-8C8D-ADDE07F1AC8B}"/>
                  </a:ext>
                </a:extLst>
              </p:cNvPr>
              <p:cNvSpPr/>
              <p:nvPr/>
            </p:nvSpPr>
            <p:spPr>
              <a:xfrm>
                <a:off x="908572" y="214785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6" name="流程图: 接点 1385">
                <a:extLst>
                  <a:ext uri="{FF2B5EF4-FFF2-40B4-BE49-F238E27FC236}">
                    <a16:creationId xmlns:a16="http://schemas.microsoft.com/office/drawing/2014/main" id="{698C7BA6-111D-49AB-BEAD-075421E17343}"/>
                  </a:ext>
                </a:extLst>
              </p:cNvPr>
              <p:cNvSpPr/>
              <p:nvPr/>
            </p:nvSpPr>
            <p:spPr>
              <a:xfrm>
                <a:off x="1018039" y="21489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7" name="流程图: 接点 1386">
                <a:extLst>
                  <a:ext uri="{FF2B5EF4-FFF2-40B4-BE49-F238E27FC236}">
                    <a16:creationId xmlns:a16="http://schemas.microsoft.com/office/drawing/2014/main" id="{D856A9F0-3C0B-4D0B-8B47-5ED3A49AF6E4}"/>
                  </a:ext>
                </a:extLst>
              </p:cNvPr>
              <p:cNvSpPr/>
              <p:nvPr/>
            </p:nvSpPr>
            <p:spPr>
              <a:xfrm>
                <a:off x="1087154" y="212631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8" name="流程图: 接点 1387">
                <a:extLst>
                  <a:ext uri="{FF2B5EF4-FFF2-40B4-BE49-F238E27FC236}">
                    <a16:creationId xmlns:a16="http://schemas.microsoft.com/office/drawing/2014/main" id="{68C2459A-EBDF-4D61-804F-C4183A4DB729}"/>
                  </a:ext>
                </a:extLst>
              </p:cNvPr>
              <p:cNvSpPr/>
              <p:nvPr/>
            </p:nvSpPr>
            <p:spPr>
              <a:xfrm>
                <a:off x="984176" y="22218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9" name="流程图: 接点 1388">
                <a:extLst>
                  <a:ext uri="{FF2B5EF4-FFF2-40B4-BE49-F238E27FC236}">
                    <a16:creationId xmlns:a16="http://schemas.microsoft.com/office/drawing/2014/main" id="{947CA72B-F177-4EE8-82BB-5F195D02847E}"/>
                  </a:ext>
                </a:extLst>
              </p:cNvPr>
              <p:cNvSpPr/>
              <p:nvPr/>
            </p:nvSpPr>
            <p:spPr>
              <a:xfrm>
                <a:off x="1053291" y="219927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0" name="流程图: 接点 1389">
                <a:extLst>
                  <a:ext uri="{FF2B5EF4-FFF2-40B4-BE49-F238E27FC236}">
                    <a16:creationId xmlns:a16="http://schemas.microsoft.com/office/drawing/2014/main" id="{C4BF5348-98C8-4730-8706-9D734FE7BC6B}"/>
                  </a:ext>
                </a:extLst>
              </p:cNvPr>
              <p:cNvSpPr/>
              <p:nvPr/>
            </p:nvSpPr>
            <p:spPr>
              <a:xfrm>
                <a:off x="989895" y="219729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1" name="流程图: 接点 1390">
                <a:extLst>
                  <a:ext uri="{FF2B5EF4-FFF2-40B4-BE49-F238E27FC236}">
                    <a16:creationId xmlns:a16="http://schemas.microsoft.com/office/drawing/2014/main" id="{FB7BF0F9-7C1F-4531-84B4-69ED0A8E95BF}"/>
                  </a:ext>
                </a:extLst>
              </p:cNvPr>
              <p:cNvSpPr/>
              <p:nvPr/>
            </p:nvSpPr>
            <p:spPr>
              <a:xfrm>
                <a:off x="989782" y="226283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2" name="流程图: 接点 1391">
                <a:extLst>
                  <a:ext uri="{FF2B5EF4-FFF2-40B4-BE49-F238E27FC236}">
                    <a16:creationId xmlns:a16="http://schemas.microsoft.com/office/drawing/2014/main" id="{1300B1F4-9093-4391-97F9-E07E27B75D5F}"/>
                  </a:ext>
                </a:extLst>
              </p:cNvPr>
              <p:cNvSpPr/>
              <p:nvPr/>
            </p:nvSpPr>
            <p:spPr>
              <a:xfrm>
                <a:off x="751276" y="21554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3" name="流程图: 接点 1392">
                <a:extLst>
                  <a:ext uri="{FF2B5EF4-FFF2-40B4-BE49-F238E27FC236}">
                    <a16:creationId xmlns:a16="http://schemas.microsoft.com/office/drawing/2014/main" id="{1B927E8F-0D9C-4E99-8527-05D19CAEE9B7}"/>
                  </a:ext>
                </a:extLst>
              </p:cNvPr>
              <p:cNvSpPr/>
              <p:nvPr/>
            </p:nvSpPr>
            <p:spPr>
              <a:xfrm>
                <a:off x="788441" y="21128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4" name="流程图: 接点 1393">
                <a:extLst>
                  <a:ext uri="{FF2B5EF4-FFF2-40B4-BE49-F238E27FC236}">
                    <a16:creationId xmlns:a16="http://schemas.microsoft.com/office/drawing/2014/main" id="{0F41BEA7-B3F7-4ABE-876B-D2E06AF357CF}"/>
                  </a:ext>
                </a:extLst>
              </p:cNvPr>
              <p:cNvSpPr/>
              <p:nvPr/>
            </p:nvSpPr>
            <p:spPr>
              <a:xfrm>
                <a:off x="763371" y="22929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5" name="流程图: 接点 1394">
                <a:extLst>
                  <a:ext uri="{FF2B5EF4-FFF2-40B4-BE49-F238E27FC236}">
                    <a16:creationId xmlns:a16="http://schemas.microsoft.com/office/drawing/2014/main" id="{6210BD18-B00C-43E0-8002-8FCF633F5F16}"/>
                  </a:ext>
                </a:extLst>
              </p:cNvPr>
              <p:cNvSpPr/>
              <p:nvPr/>
            </p:nvSpPr>
            <p:spPr>
              <a:xfrm>
                <a:off x="769090" y="22684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6" name="流程图: 接点 1395">
                <a:extLst>
                  <a:ext uri="{FF2B5EF4-FFF2-40B4-BE49-F238E27FC236}">
                    <a16:creationId xmlns:a16="http://schemas.microsoft.com/office/drawing/2014/main" id="{CDFD82B5-4540-4DD7-946E-4CE722F49538}"/>
                  </a:ext>
                </a:extLst>
              </p:cNvPr>
              <p:cNvSpPr/>
              <p:nvPr/>
            </p:nvSpPr>
            <p:spPr>
              <a:xfrm>
                <a:off x="880857" y="21406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7" name="流程图: 接点 1396">
                <a:extLst>
                  <a:ext uri="{FF2B5EF4-FFF2-40B4-BE49-F238E27FC236}">
                    <a16:creationId xmlns:a16="http://schemas.microsoft.com/office/drawing/2014/main" id="{38AE6205-FCC0-4CB4-B015-A5BBA459E846}"/>
                  </a:ext>
                </a:extLst>
              </p:cNvPr>
              <p:cNvSpPr/>
              <p:nvPr/>
            </p:nvSpPr>
            <p:spPr>
              <a:xfrm>
                <a:off x="733424" y="180083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8" name="流程图: 接点 1397">
                <a:extLst>
                  <a:ext uri="{FF2B5EF4-FFF2-40B4-BE49-F238E27FC236}">
                    <a16:creationId xmlns:a16="http://schemas.microsoft.com/office/drawing/2014/main" id="{0D4FDC88-C42F-45D8-BCDD-EEB155A55515}"/>
                  </a:ext>
                </a:extLst>
              </p:cNvPr>
              <p:cNvSpPr/>
              <p:nvPr/>
            </p:nvSpPr>
            <p:spPr>
              <a:xfrm>
                <a:off x="802539" y="177824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9" name="流程图: 接点 1398">
                <a:extLst>
                  <a:ext uri="{FF2B5EF4-FFF2-40B4-BE49-F238E27FC236}">
                    <a16:creationId xmlns:a16="http://schemas.microsoft.com/office/drawing/2014/main" id="{AA3442E7-D542-49CD-B7E3-632612C37246}"/>
                  </a:ext>
                </a:extLst>
              </p:cNvPr>
              <p:cNvSpPr/>
              <p:nvPr/>
            </p:nvSpPr>
            <p:spPr>
              <a:xfrm>
                <a:off x="733312" y="186638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0" name="流程图: 接点 1399">
                <a:extLst>
                  <a:ext uri="{FF2B5EF4-FFF2-40B4-BE49-F238E27FC236}">
                    <a16:creationId xmlns:a16="http://schemas.microsoft.com/office/drawing/2014/main" id="{1C9FC511-D90B-4E01-A77C-0D3837F2780A}"/>
                  </a:ext>
                </a:extLst>
              </p:cNvPr>
              <p:cNvSpPr/>
              <p:nvPr/>
            </p:nvSpPr>
            <p:spPr>
              <a:xfrm>
                <a:off x="802427" y="184378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1" name="流程图: 接点 1400">
                <a:extLst>
                  <a:ext uri="{FF2B5EF4-FFF2-40B4-BE49-F238E27FC236}">
                    <a16:creationId xmlns:a16="http://schemas.microsoft.com/office/drawing/2014/main" id="{2DCA3B46-23FF-4EAF-8E57-3D0C02C43912}"/>
                  </a:ext>
                </a:extLst>
              </p:cNvPr>
              <p:cNvSpPr/>
              <p:nvPr/>
            </p:nvSpPr>
            <p:spPr>
              <a:xfrm>
                <a:off x="669916" y="186440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2" name="流程图: 接点 1401">
                <a:extLst>
                  <a:ext uri="{FF2B5EF4-FFF2-40B4-BE49-F238E27FC236}">
                    <a16:creationId xmlns:a16="http://schemas.microsoft.com/office/drawing/2014/main" id="{BBEADFDF-8311-460E-9508-D0F0FF894806}"/>
                  </a:ext>
                </a:extLst>
              </p:cNvPr>
              <p:cNvSpPr/>
              <p:nvPr/>
            </p:nvSpPr>
            <p:spPr>
              <a:xfrm>
                <a:off x="739031" y="184180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3" name="流程图: 接点 1402">
                <a:extLst>
                  <a:ext uri="{FF2B5EF4-FFF2-40B4-BE49-F238E27FC236}">
                    <a16:creationId xmlns:a16="http://schemas.microsoft.com/office/drawing/2014/main" id="{25F6A4B7-7C81-4ECE-8FC4-1EDC5E453C89}"/>
                  </a:ext>
                </a:extLst>
              </p:cNvPr>
              <p:cNvSpPr/>
              <p:nvPr/>
            </p:nvSpPr>
            <p:spPr>
              <a:xfrm>
                <a:off x="738918" y="190735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4" name="流程图: 接点 1403">
                <a:extLst>
                  <a:ext uri="{FF2B5EF4-FFF2-40B4-BE49-F238E27FC236}">
                    <a16:creationId xmlns:a16="http://schemas.microsoft.com/office/drawing/2014/main" id="{C50095F3-5A99-48C7-B524-851D3E68F0C9}"/>
                  </a:ext>
                </a:extLst>
              </p:cNvPr>
              <p:cNvSpPr/>
              <p:nvPr/>
            </p:nvSpPr>
            <p:spPr>
              <a:xfrm>
                <a:off x="675522" y="190536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5" name="流程图: 接点 1404">
                <a:extLst>
                  <a:ext uri="{FF2B5EF4-FFF2-40B4-BE49-F238E27FC236}">
                    <a16:creationId xmlns:a16="http://schemas.microsoft.com/office/drawing/2014/main" id="{CC05614C-A10F-4257-954C-5A479EECC0A7}"/>
                  </a:ext>
                </a:extLst>
              </p:cNvPr>
              <p:cNvSpPr/>
              <p:nvPr/>
            </p:nvSpPr>
            <p:spPr>
              <a:xfrm>
                <a:off x="874266" y="186605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6" name="流程图: 接点 1405">
                <a:extLst>
                  <a:ext uri="{FF2B5EF4-FFF2-40B4-BE49-F238E27FC236}">
                    <a16:creationId xmlns:a16="http://schemas.microsoft.com/office/drawing/2014/main" id="{EC5D68C2-574D-42E4-A366-27002D8868FA}"/>
                  </a:ext>
                </a:extLst>
              </p:cNvPr>
              <p:cNvSpPr/>
              <p:nvPr/>
            </p:nvSpPr>
            <p:spPr>
              <a:xfrm>
                <a:off x="943382" y="18434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7" name="流程图: 接点 1406">
                <a:extLst>
                  <a:ext uri="{FF2B5EF4-FFF2-40B4-BE49-F238E27FC236}">
                    <a16:creationId xmlns:a16="http://schemas.microsoft.com/office/drawing/2014/main" id="{97968025-5F6A-474C-8418-495B5ECDEEBF}"/>
                  </a:ext>
                </a:extLst>
              </p:cNvPr>
              <p:cNvSpPr/>
              <p:nvPr/>
            </p:nvSpPr>
            <p:spPr>
              <a:xfrm>
                <a:off x="943269" y="190900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8" name="流程图: 接点 1407">
                <a:extLst>
                  <a:ext uri="{FF2B5EF4-FFF2-40B4-BE49-F238E27FC236}">
                    <a16:creationId xmlns:a16="http://schemas.microsoft.com/office/drawing/2014/main" id="{A84856DA-C8A7-4200-96A0-28C291A3E7E5}"/>
                  </a:ext>
                </a:extLst>
              </p:cNvPr>
              <p:cNvSpPr/>
              <p:nvPr/>
            </p:nvSpPr>
            <p:spPr>
              <a:xfrm>
                <a:off x="879873" y="19070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9" name="流程图: 接点 1408">
                <a:extLst>
                  <a:ext uri="{FF2B5EF4-FFF2-40B4-BE49-F238E27FC236}">
                    <a16:creationId xmlns:a16="http://schemas.microsoft.com/office/drawing/2014/main" id="{03AA9DDB-1FA0-41FD-A4C1-3DD9ACE2FEC9}"/>
                  </a:ext>
                </a:extLst>
              </p:cNvPr>
              <p:cNvSpPr/>
              <p:nvPr/>
            </p:nvSpPr>
            <p:spPr>
              <a:xfrm>
                <a:off x="742217" y="190803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0" name="流程图: 接点 1409">
                <a:extLst>
                  <a:ext uri="{FF2B5EF4-FFF2-40B4-BE49-F238E27FC236}">
                    <a16:creationId xmlns:a16="http://schemas.microsoft.com/office/drawing/2014/main" id="{34EFDA0C-34DB-4493-A987-9C0E7FDF1F30}"/>
                  </a:ext>
                </a:extLst>
              </p:cNvPr>
              <p:cNvSpPr/>
              <p:nvPr/>
            </p:nvSpPr>
            <p:spPr>
              <a:xfrm>
                <a:off x="811332" y="188544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1" name="流程图: 接点 1410">
                <a:extLst>
                  <a:ext uri="{FF2B5EF4-FFF2-40B4-BE49-F238E27FC236}">
                    <a16:creationId xmlns:a16="http://schemas.microsoft.com/office/drawing/2014/main" id="{C7A7CA03-E016-421E-9EB4-9A6AC915160D}"/>
                  </a:ext>
                </a:extLst>
              </p:cNvPr>
              <p:cNvSpPr/>
              <p:nvPr/>
            </p:nvSpPr>
            <p:spPr>
              <a:xfrm>
                <a:off x="598120" y="174911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2" name="流程图: 接点 1411">
                <a:extLst>
                  <a:ext uri="{FF2B5EF4-FFF2-40B4-BE49-F238E27FC236}">
                    <a16:creationId xmlns:a16="http://schemas.microsoft.com/office/drawing/2014/main" id="{6BA83A23-7B07-4701-A27A-4A3AE2CABF11}"/>
                  </a:ext>
                </a:extLst>
              </p:cNvPr>
              <p:cNvSpPr/>
              <p:nvPr/>
            </p:nvSpPr>
            <p:spPr>
              <a:xfrm>
                <a:off x="603727" y="17900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3" name="流程图: 接点 1412">
                <a:extLst>
                  <a:ext uri="{FF2B5EF4-FFF2-40B4-BE49-F238E27FC236}">
                    <a16:creationId xmlns:a16="http://schemas.microsoft.com/office/drawing/2014/main" id="{81776B60-651D-4CD0-BB6E-1FC14556D742}"/>
                  </a:ext>
                </a:extLst>
              </p:cNvPr>
              <p:cNvSpPr/>
              <p:nvPr/>
            </p:nvSpPr>
            <p:spPr>
              <a:xfrm>
                <a:off x="679330" y="186410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4" name="流程图: 接点 1413">
                <a:extLst>
                  <a:ext uri="{FF2B5EF4-FFF2-40B4-BE49-F238E27FC236}">
                    <a16:creationId xmlns:a16="http://schemas.microsoft.com/office/drawing/2014/main" id="{DE825356-08E2-48D7-9DFC-652DE4824C7B}"/>
                  </a:ext>
                </a:extLst>
              </p:cNvPr>
              <p:cNvSpPr/>
              <p:nvPr/>
            </p:nvSpPr>
            <p:spPr>
              <a:xfrm>
                <a:off x="684937" y="19050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5" name="流程图: 接点 1414">
                <a:extLst>
                  <a:ext uri="{FF2B5EF4-FFF2-40B4-BE49-F238E27FC236}">
                    <a16:creationId xmlns:a16="http://schemas.microsoft.com/office/drawing/2014/main" id="{52F8BA6E-BAB8-473B-9A04-C292231F4A72}"/>
                  </a:ext>
                </a:extLst>
              </p:cNvPr>
              <p:cNvSpPr/>
              <p:nvPr/>
            </p:nvSpPr>
            <p:spPr>
              <a:xfrm>
                <a:off x="621541" y="190308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6" name="流程图: 接点 1415">
                <a:extLst>
                  <a:ext uri="{FF2B5EF4-FFF2-40B4-BE49-F238E27FC236}">
                    <a16:creationId xmlns:a16="http://schemas.microsoft.com/office/drawing/2014/main" id="{F22024A7-6D79-49CD-AB01-D36C78DC0EA6}"/>
                  </a:ext>
                </a:extLst>
              </p:cNvPr>
              <p:cNvSpPr/>
              <p:nvPr/>
            </p:nvSpPr>
            <p:spPr>
              <a:xfrm>
                <a:off x="1066362" y="185085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7" name="流程图: 接点 1416">
                <a:extLst>
                  <a:ext uri="{FF2B5EF4-FFF2-40B4-BE49-F238E27FC236}">
                    <a16:creationId xmlns:a16="http://schemas.microsoft.com/office/drawing/2014/main" id="{69B26FAB-D26C-4FD4-A4A3-B027645133C1}"/>
                  </a:ext>
                </a:extLst>
              </p:cNvPr>
              <p:cNvSpPr/>
              <p:nvPr/>
            </p:nvSpPr>
            <p:spPr>
              <a:xfrm>
                <a:off x="1002966" y="184886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8" name="流程图: 接点 1417">
                <a:extLst>
                  <a:ext uri="{FF2B5EF4-FFF2-40B4-BE49-F238E27FC236}">
                    <a16:creationId xmlns:a16="http://schemas.microsoft.com/office/drawing/2014/main" id="{195B7ACE-DED7-4FC2-9921-B95C9D7C74ED}"/>
                  </a:ext>
                </a:extLst>
              </p:cNvPr>
              <p:cNvSpPr/>
              <p:nvPr/>
            </p:nvSpPr>
            <p:spPr>
              <a:xfrm>
                <a:off x="1002853" y="191441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9" name="流程图: 接点 1418">
                <a:extLst>
                  <a:ext uri="{FF2B5EF4-FFF2-40B4-BE49-F238E27FC236}">
                    <a16:creationId xmlns:a16="http://schemas.microsoft.com/office/drawing/2014/main" id="{FB51667F-1B26-4D1A-B8FE-F57C45B01407}"/>
                  </a:ext>
                </a:extLst>
              </p:cNvPr>
              <p:cNvSpPr/>
              <p:nvPr/>
            </p:nvSpPr>
            <p:spPr>
              <a:xfrm>
                <a:off x="1071968" y="18918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0" name="流程图: 接点 1419">
                <a:extLst>
                  <a:ext uri="{FF2B5EF4-FFF2-40B4-BE49-F238E27FC236}">
                    <a16:creationId xmlns:a16="http://schemas.microsoft.com/office/drawing/2014/main" id="{F40B63E6-ED3C-49B8-B687-E761052C9988}"/>
                  </a:ext>
                </a:extLst>
              </p:cNvPr>
              <p:cNvSpPr/>
              <p:nvPr/>
            </p:nvSpPr>
            <p:spPr>
              <a:xfrm>
                <a:off x="765145" y="18437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1" name="流程图: 接点 1420">
                <a:extLst>
                  <a:ext uri="{FF2B5EF4-FFF2-40B4-BE49-F238E27FC236}">
                    <a16:creationId xmlns:a16="http://schemas.microsoft.com/office/drawing/2014/main" id="{8AE4749E-3C7D-4BCB-8892-1E35FDD1E80E}"/>
                  </a:ext>
                </a:extLst>
              </p:cNvPr>
              <p:cNvSpPr/>
              <p:nvPr/>
            </p:nvSpPr>
            <p:spPr>
              <a:xfrm>
                <a:off x="701749" y="184181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2" name="流程图: 接点 1421">
                <a:extLst>
                  <a:ext uri="{FF2B5EF4-FFF2-40B4-BE49-F238E27FC236}">
                    <a16:creationId xmlns:a16="http://schemas.microsoft.com/office/drawing/2014/main" id="{5380C6AD-B476-4312-8769-A9140C235EE4}"/>
                  </a:ext>
                </a:extLst>
              </p:cNvPr>
              <p:cNvSpPr/>
              <p:nvPr/>
            </p:nvSpPr>
            <p:spPr>
              <a:xfrm>
                <a:off x="701636" y="19073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3" name="流程图: 接点 1422">
                <a:extLst>
                  <a:ext uri="{FF2B5EF4-FFF2-40B4-BE49-F238E27FC236}">
                    <a16:creationId xmlns:a16="http://schemas.microsoft.com/office/drawing/2014/main" id="{32A1509D-7237-4FFF-91B3-735869A3C69B}"/>
                  </a:ext>
                </a:extLst>
              </p:cNvPr>
              <p:cNvSpPr/>
              <p:nvPr/>
            </p:nvSpPr>
            <p:spPr>
              <a:xfrm>
                <a:off x="770752" y="18847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4" name="流程图: 接点 1423">
                <a:extLst>
                  <a:ext uri="{FF2B5EF4-FFF2-40B4-BE49-F238E27FC236}">
                    <a16:creationId xmlns:a16="http://schemas.microsoft.com/office/drawing/2014/main" id="{7539347D-4BB6-4D1A-BEE9-CDC9AC405387}"/>
                  </a:ext>
                </a:extLst>
              </p:cNvPr>
              <p:cNvSpPr/>
              <p:nvPr/>
            </p:nvSpPr>
            <p:spPr>
              <a:xfrm>
                <a:off x="880218" y="18858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5" name="流程图: 接点 1424">
                <a:extLst>
                  <a:ext uri="{FF2B5EF4-FFF2-40B4-BE49-F238E27FC236}">
                    <a16:creationId xmlns:a16="http://schemas.microsoft.com/office/drawing/2014/main" id="{32008C77-5B91-4F00-9C6A-6FBDBF9168B2}"/>
                  </a:ext>
                </a:extLst>
              </p:cNvPr>
              <p:cNvSpPr/>
              <p:nvPr/>
            </p:nvSpPr>
            <p:spPr>
              <a:xfrm>
                <a:off x="949333" y="18632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6" name="流程图: 接点 1425">
                <a:extLst>
                  <a:ext uri="{FF2B5EF4-FFF2-40B4-BE49-F238E27FC236}">
                    <a16:creationId xmlns:a16="http://schemas.microsoft.com/office/drawing/2014/main" id="{D86AA32A-0933-4ECB-89FC-717C4F6CD7F9}"/>
                  </a:ext>
                </a:extLst>
              </p:cNvPr>
              <p:cNvSpPr/>
              <p:nvPr/>
            </p:nvSpPr>
            <p:spPr>
              <a:xfrm>
                <a:off x="650621" y="184974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7" name="流程图: 接点 1426">
                <a:extLst>
                  <a:ext uri="{FF2B5EF4-FFF2-40B4-BE49-F238E27FC236}">
                    <a16:creationId xmlns:a16="http://schemas.microsoft.com/office/drawing/2014/main" id="{70B5766C-7ABA-4181-B3E7-E7C8115EEA6D}"/>
                  </a:ext>
                </a:extLst>
              </p:cNvPr>
              <p:cNvSpPr/>
              <p:nvPr/>
            </p:nvSpPr>
            <p:spPr>
              <a:xfrm>
                <a:off x="737430" y="18365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8" name="流程图: 接点 1427">
                <a:extLst>
                  <a:ext uri="{FF2B5EF4-FFF2-40B4-BE49-F238E27FC236}">
                    <a16:creationId xmlns:a16="http://schemas.microsoft.com/office/drawing/2014/main" id="{5EAEEC97-7361-4251-9221-CAFC87ED9F76}"/>
                  </a:ext>
                </a:extLst>
              </p:cNvPr>
              <p:cNvSpPr/>
              <p:nvPr/>
            </p:nvSpPr>
            <p:spPr>
              <a:xfrm>
                <a:off x="743036" y="187754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9" name="流程图: 接点 1428">
                <a:extLst>
                  <a:ext uri="{FF2B5EF4-FFF2-40B4-BE49-F238E27FC236}">
                    <a16:creationId xmlns:a16="http://schemas.microsoft.com/office/drawing/2014/main" id="{FA72C6A2-EAEA-425A-BB6C-F47D1591D308}"/>
                  </a:ext>
                </a:extLst>
              </p:cNvPr>
              <p:cNvSpPr/>
              <p:nvPr/>
            </p:nvSpPr>
            <p:spPr>
              <a:xfrm>
                <a:off x="891175" y="204957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0" name="流程图: 接点 1429">
                <a:extLst>
                  <a:ext uri="{FF2B5EF4-FFF2-40B4-BE49-F238E27FC236}">
                    <a16:creationId xmlns:a16="http://schemas.microsoft.com/office/drawing/2014/main" id="{A63DB69C-D7F5-4515-B90B-A69F8C424430}"/>
                  </a:ext>
                </a:extLst>
              </p:cNvPr>
              <p:cNvSpPr/>
              <p:nvPr/>
            </p:nvSpPr>
            <p:spPr>
              <a:xfrm>
                <a:off x="1016132" y="20570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1" name="流程图: 接点 1430">
                <a:extLst>
                  <a:ext uri="{FF2B5EF4-FFF2-40B4-BE49-F238E27FC236}">
                    <a16:creationId xmlns:a16="http://schemas.microsoft.com/office/drawing/2014/main" id="{4C6D194F-F208-4A6C-8EA0-A388A69F76A4}"/>
                  </a:ext>
                </a:extLst>
              </p:cNvPr>
              <p:cNvSpPr/>
              <p:nvPr/>
            </p:nvSpPr>
            <p:spPr>
              <a:xfrm>
                <a:off x="789720" y="20871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2" name="流程图: 接点 1431">
                <a:extLst>
                  <a:ext uri="{FF2B5EF4-FFF2-40B4-BE49-F238E27FC236}">
                    <a16:creationId xmlns:a16="http://schemas.microsoft.com/office/drawing/2014/main" id="{5F41AE53-46D1-4014-8E23-EF192B786AC5}"/>
                  </a:ext>
                </a:extLst>
              </p:cNvPr>
              <p:cNvSpPr/>
              <p:nvPr/>
            </p:nvSpPr>
            <p:spPr>
              <a:xfrm>
                <a:off x="795439" y="20626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3" name="流程图: 接点 1432">
                <a:extLst>
                  <a:ext uri="{FF2B5EF4-FFF2-40B4-BE49-F238E27FC236}">
                    <a16:creationId xmlns:a16="http://schemas.microsoft.com/office/drawing/2014/main" id="{99C74A53-670A-4101-AFDD-BF641989319F}"/>
                  </a:ext>
                </a:extLst>
              </p:cNvPr>
              <p:cNvSpPr/>
              <p:nvPr/>
            </p:nvSpPr>
            <p:spPr>
              <a:xfrm>
                <a:off x="644192" y="20580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4" name="流程图: 接点 1433">
                <a:extLst>
                  <a:ext uri="{FF2B5EF4-FFF2-40B4-BE49-F238E27FC236}">
                    <a16:creationId xmlns:a16="http://schemas.microsoft.com/office/drawing/2014/main" id="{EEECD55B-E58F-418D-8F84-463307D60FF0}"/>
                  </a:ext>
                </a:extLst>
              </p:cNvPr>
              <p:cNvSpPr/>
              <p:nvPr/>
            </p:nvSpPr>
            <p:spPr>
              <a:xfrm>
                <a:off x="769149" y="206550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5" name="流程图: 接点 1434">
                <a:extLst>
                  <a:ext uri="{FF2B5EF4-FFF2-40B4-BE49-F238E27FC236}">
                    <a16:creationId xmlns:a16="http://schemas.microsoft.com/office/drawing/2014/main" id="{0EB805AE-3C81-4211-BCA4-E88A86442476}"/>
                  </a:ext>
                </a:extLst>
              </p:cNvPr>
              <p:cNvSpPr/>
              <p:nvPr/>
            </p:nvSpPr>
            <p:spPr>
              <a:xfrm>
                <a:off x="542738" y="209565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6" name="流程图: 接点 1435">
                <a:extLst>
                  <a:ext uri="{FF2B5EF4-FFF2-40B4-BE49-F238E27FC236}">
                    <a16:creationId xmlns:a16="http://schemas.microsoft.com/office/drawing/2014/main" id="{4C348607-C6DD-4002-99C2-1CEC8C56A174}"/>
                  </a:ext>
                </a:extLst>
              </p:cNvPr>
              <p:cNvSpPr/>
              <p:nvPr/>
            </p:nvSpPr>
            <p:spPr>
              <a:xfrm>
                <a:off x="548457" y="20710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7" name="流程图: 接点 1436">
                <a:extLst>
                  <a:ext uri="{FF2B5EF4-FFF2-40B4-BE49-F238E27FC236}">
                    <a16:creationId xmlns:a16="http://schemas.microsoft.com/office/drawing/2014/main" id="{15F2E8A1-A9C6-46D2-8860-C9D72F43B3C4}"/>
                  </a:ext>
                </a:extLst>
              </p:cNvPr>
              <p:cNvSpPr/>
              <p:nvPr/>
            </p:nvSpPr>
            <p:spPr>
              <a:xfrm>
                <a:off x="650315" y="21149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8" name="流程图: 接点 1437">
                <a:extLst>
                  <a:ext uri="{FF2B5EF4-FFF2-40B4-BE49-F238E27FC236}">
                    <a16:creationId xmlns:a16="http://schemas.microsoft.com/office/drawing/2014/main" id="{52B64911-B6DA-4005-8936-20D12CB74F72}"/>
                  </a:ext>
                </a:extLst>
              </p:cNvPr>
              <p:cNvSpPr/>
              <p:nvPr/>
            </p:nvSpPr>
            <p:spPr>
              <a:xfrm>
                <a:off x="908792" y="21221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9" name="流程图: 接点 1438">
                <a:extLst>
                  <a:ext uri="{FF2B5EF4-FFF2-40B4-BE49-F238E27FC236}">
                    <a16:creationId xmlns:a16="http://schemas.microsoft.com/office/drawing/2014/main" id="{9D0F9C0F-A22E-4484-823D-D082EBED00B3}"/>
                  </a:ext>
                </a:extLst>
              </p:cNvPr>
              <p:cNvSpPr/>
              <p:nvPr/>
            </p:nvSpPr>
            <p:spPr>
              <a:xfrm>
                <a:off x="1053511" y="21736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0" name="流程图: 接点 1439">
                <a:extLst>
                  <a:ext uri="{FF2B5EF4-FFF2-40B4-BE49-F238E27FC236}">
                    <a16:creationId xmlns:a16="http://schemas.microsoft.com/office/drawing/2014/main" id="{49FD31AC-F1C2-4801-86A4-BDE6CDECAB37}"/>
                  </a:ext>
                </a:extLst>
              </p:cNvPr>
              <p:cNvSpPr/>
              <p:nvPr/>
            </p:nvSpPr>
            <p:spPr>
              <a:xfrm>
                <a:off x="1122626" y="21510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1" name="流程图: 接点 1440">
                <a:extLst>
                  <a:ext uri="{FF2B5EF4-FFF2-40B4-BE49-F238E27FC236}">
                    <a16:creationId xmlns:a16="http://schemas.microsoft.com/office/drawing/2014/main" id="{9E2AF63B-A8AD-41FF-B3A6-C29F9767E622}"/>
                  </a:ext>
                </a:extLst>
              </p:cNvPr>
              <p:cNvSpPr/>
              <p:nvPr/>
            </p:nvSpPr>
            <p:spPr>
              <a:xfrm>
                <a:off x="1059230" y="21490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2" name="流程图: 接点 1441">
                <a:extLst>
                  <a:ext uri="{FF2B5EF4-FFF2-40B4-BE49-F238E27FC236}">
                    <a16:creationId xmlns:a16="http://schemas.microsoft.com/office/drawing/2014/main" id="{978D3DFA-54E9-4EA1-9430-4FCB52DD58E6}"/>
                  </a:ext>
                </a:extLst>
              </p:cNvPr>
              <p:cNvSpPr/>
              <p:nvPr/>
            </p:nvSpPr>
            <p:spPr>
              <a:xfrm>
                <a:off x="1059118" y="22145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3" name="流程图: 接点 1442">
                <a:extLst>
                  <a:ext uri="{FF2B5EF4-FFF2-40B4-BE49-F238E27FC236}">
                    <a16:creationId xmlns:a16="http://schemas.microsoft.com/office/drawing/2014/main" id="{D9E365CD-E54E-461D-B4D5-881B33D6B0AB}"/>
                  </a:ext>
                </a:extLst>
              </p:cNvPr>
              <p:cNvSpPr/>
              <p:nvPr/>
            </p:nvSpPr>
            <p:spPr>
              <a:xfrm>
                <a:off x="493019" y="212253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4" name="流程图: 接点 1443">
                <a:extLst>
                  <a:ext uri="{FF2B5EF4-FFF2-40B4-BE49-F238E27FC236}">
                    <a16:creationId xmlns:a16="http://schemas.microsoft.com/office/drawing/2014/main" id="{1DE5DAF5-DFE2-4FB6-870E-A1BDCCC7FFF3}"/>
                  </a:ext>
                </a:extLst>
              </p:cNvPr>
              <p:cNvSpPr/>
              <p:nvPr/>
            </p:nvSpPr>
            <p:spPr>
              <a:xfrm>
                <a:off x="429623" y="21205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5" name="流程图: 接点 1444">
                <a:extLst>
                  <a:ext uri="{FF2B5EF4-FFF2-40B4-BE49-F238E27FC236}">
                    <a16:creationId xmlns:a16="http://schemas.microsoft.com/office/drawing/2014/main" id="{C1B7FC28-54D9-419F-B2D2-C41B39C59D34}"/>
                  </a:ext>
                </a:extLst>
              </p:cNvPr>
              <p:cNvSpPr/>
              <p:nvPr/>
            </p:nvSpPr>
            <p:spPr>
              <a:xfrm>
                <a:off x="429510" y="218609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6" name="流程图: 接点 1445">
                <a:extLst>
                  <a:ext uri="{FF2B5EF4-FFF2-40B4-BE49-F238E27FC236}">
                    <a16:creationId xmlns:a16="http://schemas.microsoft.com/office/drawing/2014/main" id="{5C096AF2-4941-4BEE-8A6A-9CD445622B87}"/>
                  </a:ext>
                </a:extLst>
              </p:cNvPr>
              <p:cNvSpPr/>
              <p:nvPr/>
            </p:nvSpPr>
            <p:spPr>
              <a:xfrm>
                <a:off x="498625" y="216349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7" name="流程图: 接点 1446">
                <a:extLst>
                  <a:ext uri="{FF2B5EF4-FFF2-40B4-BE49-F238E27FC236}">
                    <a16:creationId xmlns:a16="http://schemas.microsoft.com/office/drawing/2014/main" id="{BBECDB58-60CD-4C84-8D0F-1970DB5E3AEF}"/>
                  </a:ext>
                </a:extLst>
              </p:cNvPr>
              <p:cNvSpPr/>
              <p:nvPr/>
            </p:nvSpPr>
            <p:spPr>
              <a:xfrm>
                <a:off x="547145" y="21280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8" name="流程图: 接点 1447">
                <a:extLst>
                  <a:ext uri="{FF2B5EF4-FFF2-40B4-BE49-F238E27FC236}">
                    <a16:creationId xmlns:a16="http://schemas.microsoft.com/office/drawing/2014/main" id="{8C8B6066-CE58-4E66-9984-AD9D1F67AC7C}"/>
                  </a:ext>
                </a:extLst>
              </p:cNvPr>
              <p:cNvSpPr/>
              <p:nvPr/>
            </p:nvSpPr>
            <p:spPr>
              <a:xfrm>
                <a:off x="751496" y="21297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9" name="流程图: 接点 1448">
                <a:extLst>
                  <a:ext uri="{FF2B5EF4-FFF2-40B4-BE49-F238E27FC236}">
                    <a16:creationId xmlns:a16="http://schemas.microsoft.com/office/drawing/2014/main" id="{4E33C403-5F0C-455F-80C9-26B8038D42E2}"/>
                  </a:ext>
                </a:extLst>
              </p:cNvPr>
              <p:cNvSpPr/>
              <p:nvPr/>
            </p:nvSpPr>
            <p:spPr>
              <a:xfrm>
                <a:off x="688100" y="21277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0" name="流程图: 接点 1449">
                <a:extLst>
                  <a:ext uri="{FF2B5EF4-FFF2-40B4-BE49-F238E27FC236}">
                    <a16:creationId xmlns:a16="http://schemas.microsoft.com/office/drawing/2014/main" id="{E410DCA1-F240-4197-A8B5-F111A0DB1044}"/>
                  </a:ext>
                </a:extLst>
              </p:cNvPr>
              <p:cNvSpPr/>
              <p:nvPr/>
            </p:nvSpPr>
            <p:spPr>
              <a:xfrm>
                <a:off x="687987" y="219331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1" name="流程图: 接点 1450">
                <a:extLst>
                  <a:ext uri="{FF2B5EF4-FFF2-40B4-BE49-F238E27FC236}">
                    <a16:creationId xmlns:a16="http://schemas.microsoft.com/office/drawing/2014/main" id="{7F2CB2AD-7E96-48C4-8057-FFAAF021B760}"/>
                  </a:ext>
                </a:extLst>
              </p:cNvPr>
              <p:cNvSpPr/>
              <p:nvPr/>
            </p:nvSpPr>
            <p:spPr>
              <a:xfrm>
                <a:off x="757103" y="217071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2" name="流程图: 接点 1451">
                <a:extLst>
                  <a:ext uri="{FF2B5EF4-FFF2-40B4-BE49-F238E27FC236}">
                    <a16:creationId xmlns:a16="http://schemas.microsoft.com/office/drawing/2014/main" id="{BDD9DB4D-7F54-4C23-ABBB-AC68DCF2F68C}"/>
                  </a:ext>
                </a:extLst>
              </p:cNvPr>
              <p:cNvSpPr/>
              <p:nvPr/>
            </p:nvSpPr>
            <p:spPr>
              <a:xfrm>
                <a:off x="832706" y="22447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3" name="流程图: 接点 1452">
                <a:extLst>
                  <a:ext uri="{FF2B5EF4-FFF2-40B4-BE49-F238E27FC236}">
                    <a16:creationId xmlns:a16="http://schemas.microsoft.com/office/drawing/2014/main" id="{0EB837DD-517C-48B1-9329-532C890D3999}"/>
                  </a:ext>
                </a:extLst>
              </p:cNvPr>
              <p:cNvSpPr/>
              <p:nvPr/>
            </p:nvSpPr>
            <p:spPr>
              <a:xfrm>
                <a:off x="838425" y="22201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4" name="流程图: 接点 1453">
                <a:extLst>
                  <a:ext uri="{FF2B5EF4-FFF2-40B4-BE49-F238E27FC236}">
                    <a16:creationId xmlns:a16="http://schemas.microsoft.com/office/drawing/2014/main" id="{FDC48E92-E979-4D3E-A38A-CBC743DBCB46}"/>
                  </a:ext>
                </a:extLst>
              </p:cNvPr>
              <p:cNvSpPr/>
              <p:nvPr/>
            </p:nvSpPr>
            <p:spPr>
              <a:xfrm>
                <a:off x="838313" y="22857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5" name="流程图: 接点 1454">
                <a:extLst>
                  <a:ext uri="{FF2B5EF4-FFF2-40B4-BE49-F238E27FC236}">
                    <a16:creationId xmlns:a16="http://schemas.microsoft.com/office/drawing/2014/main" id="{41C6C0D0-1CAF-4B10-B1E9-F18BBB13F6AD}"/>
                  </a:ext>
                </a:extLst>
              </p:cNvPr>
              <p:cNvSpPr/>
              <p:nvPr/>
            </p:nvSpPr>
            <p:spPr>
              <a:xfrm>
                <a:off x="741218" y="21129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6" name="流程图: 接点 1455">
                <a:extLst>
                  <a:ext uri="{FF2B5EF4-FFF2-40B4-BE49-F238E27FC236}">
                    <a16:creationId xmlns:a16="http://schemas.microsoft.com/office/drawing/2014/main" id="{A18595C5-C436-4F29-8469-B2A72FE7C0BD}"/>
                  </a:ext>
                </a:extLst>
              </p:cNvPr>
              <p:cNvSpPr/>
              <p:nvPr/>
            </p:nvSpPr>
            <p:spPr>
              <a:xfrm>
                <a:off x="876453" y="213720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7" name="流程图: 接点 1456">
                <a:extLst>
                  <a:ext uri="{FF2B5EF4-FFF2-40B4-BE49-F238E27FC236}">
                    <a16:creationId xmlns:a16="http://schemas.microsoft.com/office/drawing/2014/main" id="{357C88DC-4122-4BAB-A3CD-0F52EC5D37C6}"/>
                  </a:ext>
                </a:extLst>
              </p:cNvPr>
              <p:cNvSpPr/>
              <p:nvPr/>
            </p:nvSpPr>
            <p:spPr>
              <a:xfrm>
                <a:off x="945568" y="21146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8" name="流程图: 接点 1457">
                <a:extLst>
                  <a:ext uri="{FF2B5EF4-FFF2-40B4-BE49-F238E27FC236}">
                    <a16:creationId xmlns:a16="http://schemas.microsoft.com/office/drawing/2014/main" id="{A91B3C36-133F-4766-8620-DB165584532E}"/>
                  </a:ext>
                </a:extLst>
              </p:cNvPr>
              <p:cNvSpPr/>
              <p:nvPr/>
            </p:nvSpPr>
            <p:spPr>
              <a:xfrm>
                <a:off x="813057" y="213522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9" name="流程图: 接点 1458">
                <a:extLst>
                  <a:ext uri="{FF2B5EF4-FFF2-40B4-BE49-F238E27FC236}">
                    <a16:creationId xmlns:a16="http://schemas.microsoft.com/office/drawing/2014/main" id="{A0C8F01C-F29F-4332-B3A7-B2D9755F9953}"/>
                  </a:ext>
                </a:extLst>
              </p:cNvPr>
              <p:cNvSpPr/>
              <p:nvPr/>
            </p:nvSpPr>
            <p:spPr>
              <a:xfrm>
                <a:off x="882172" y="211262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0" name="流程图: 接点 1459">
                <a:extLst>
                  <a:ext uri="{FF2B5EF4-FFF2-40B4-BE49-F238E27FC236}">
                    <a16:creationId xmlns:a16="http://schemas.microsoft.com/office/drawing/2014/main" id="{8FDE8D9A-0307-4FAD-B08B-AC77C121CEA4}"/>
                  </a:ext>
                </a:extLst>
              </p:cNvPr>
              <p:cNvSpPr/>
              <p:nvPr/>
            </p:nvSpPr>
            <p:spPr>
              <a:xfrm>
                <a:off x="812945" y="220076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1" name="流程图: 接点 1460">
                <a:extLst>
                  <a:ext uri="{FF2B5EF4-FFF2-40B4-BE49-F238E27FC236}">
                    <a16:creationId xmlns:a16="http://schemas.microsoft.com/office/drawing/2014/main" id="{94264033-DBAB-4C3D-AD83-8702A50DF3D9}"/>
                  </a:ext>
                </a:extLst>
              </p:cNvPr>
              <p:cNvSpPr/>
              <p:nvPr/>
            </p:nvSpPr>
            <p:spPr>
              <a:xfrm>
                <a:off x="882060" y="21781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2" name="流程图: 接点 1461">
                <a:extLst>
                  <a:ext uri="{FF2B5EF4-FFF2-40B4-BE49-F238E27FC236}">
                    <a16:creationId xmlns:a16="http://schemas.microsoft.com/office/drawing/2014/main" id="{B2C72EA6-1ACB-484C-92DB-456B5B8A2E51}"/>
                  </a:ext>
                </a:extLst>
              </p:cNvPr>
              <p:cNvSpPr/>
              <p:nvPr/>
            </p:nvSpPr>
            <p:spPr>
              <a:xfrm>
                <a:off x="1055035" y="211566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3" name="流程图: 接点 1462">
                <a:extLst>
                  <a:ext uri="{FF2B5EF4-FFF2-40B4-BE49-F238E27FC236}">
                    <a16:creationId xmlns:a16="http://schemas.microsoft.com/office/drawing/2014/main" id="{631FCF1E-8E60-4CCA-84AD-F4484CE6A7FE}"/>
                  </a:ext>
                </a:extLst>
              </p:cNvPr>
              <p:cNvSpPr/>
              <p:nvPr/>
            </p:nvSpPr>
            <p:spPr>
              <a:xfrm>
                <a:off x="991639" y="21136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4" name="流程图: 接点 1463">
                <a:extLst>
                  <a:ext uri="{FF2B5EF4-FFF2-40B4-BE49-F238E27FC236}">
                    <a16:creationId xmlns:a16="http://schemas.microsoft.com/office/drawing/2014/main" id="{C68712A3-6AE1-4971-A79E-131075F75C0F}"/>
                  </a:ext>
                </a:extLst>
              </p:cNvPr>
              <p:cNvSpPr/>
              <p:nvPr/>
            </p:nvSpPr>
            <p:spPr>
              <a:xfrm>
                <a:off x="991527" y="21792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5" name="流程图: 接点 1464">
                <a:extLst>
                  <a:ext uri="{FF2B5EF4-FFF2-40B4-BE49-F238E27FC236}">
                    <a16:creationId xmlns:a16="http://schemas.microsoft.com/office/drawing/2014/main" id="{4865326B-39BA-4819-96D7-743442EF94AF}"/>
                  </a:ext>
                </a:extLst>
              </p:cNvPr>
              <p:cNvSpPr/>
              <p:nvPr/>
            </p:nvSpPr>
            <p:spPr>
              <a:xfrm>
                <a:off x="1060642" y="21566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6" name="流程图: 接点 1465">
                <a:extLst>
                  <a:ext uri="{FF2B5EF4-FFF2-40B4-BE49-F238E27FC236}">
                    <a16:creationId xmlns:a16="http://schemas.microsoft.com/office/drawing/2014/main" id="{2A000EBD-C328-4061-9C30-B33FA0FB1440}"/>
                  </a:ext>
                </a:extLst>
              </p:cNvPr>
              <p:cNvSpPr/>
              <p:nvPr/>
            </p:nvSpPr>
            <p:spPr>
              <a:xfrm>
                <a:off x="957663" y="225219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7" name="流程图: 接点 1466">
                <a:extLst>
                  <a:ext uri="{FF2B5EF4-FFF2-40B4-BE49-F238E27FC236}">
                    <a16:creationId xmlns:a16="http://schemas.microsoft.com/office/drawing/2014/main" id="{3080CCD5-8493-428F-A5FA-E331FCC1B54D}"/>
                  </a:ext>
                </a:extLst>
              </p:cNvPr>
              <p:cNvSpPr/>
              <p:nvPr/>
            </p:nvSpPr>
            <p:spPr>
              <a:xfrm>
                <a:off x="1026779" y="222959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8" name="流程图: 接点 1467">
                <a:extLst>
                  <a:ext uri="{FF2B5EF4-FFF2-40B4-BE49-F238E27FC236}">
                    <a16:creationId xmlns:a16="http://schemas.microsoft.com/office/drawing/2014/main" id="{ACF3D523-90CF-4AD9-B227-1811A12C6A93}"/>
                  </a:ext>
                </a:extLst>
              </p:cNvPr>
              <p:cNvSpPr/>
              <p:nvPr/>
            </p:nvSpPr>
            <p:spPr>
              <a:xfrm>
                <a:off x="963382" y="22276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9" name="流程图: 接点 1468">
                <a:extLst>
                  <a:ext uri="{FF2B5EF4-FFF2-40B4-BE49-F238E27FC236}">
                    <a16:creationId xmlns:a16="http://schemas.microsoft.com/office/drawing/2014/main" id="{E3F72B0D-5E1D-47AE-B38B-36F698718B7C}"/>
                  </a:ext>
                </a:extLst>
              </p:cNvPr>
              <p:cNvSpPr/>
              <p:nvPr/>
            </p:nvSpPr>
            <p:spPr>
              <a:xfrm>
                <a:off x="963270" y="22931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0" name="流程图: 接点 1469">
                <a:extLst>
                  <a:ext uri="{FF2B5EF4-FFF2-40B4-BE49-F238E27FC236}">
                    <a16:creationId xmlns:a16="http://schemas.microsoft.com/office/drawing/2014/main" id="{73F12534-DAB3-48D2-B019-20F28C80134A}"/>
                  </a:ext>
                </a:extLst>
              </p:cNvPr>
              <p:cNvSpPr/>
              <p:nvPr/>
            </p:nvSpPr>
            <p:spPr>
              <a:xfrm>
                <a:off x="724764" y="218572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1" name="流程图: 接点 1470">
                <a:extLst>
                  <a:ext uri="{FF2B5EF4-FFF2-40B4-BE49-F238E27FC236}">
                    <a16:creationId xmlns:a16="http://schemas.microsoft.com/office/drawing/2014/main" id="{6B60196E-D2B9-4F1E-930F-B3995804FBB6}"/>
                  </a:ext>
                </a:extLst>
              </p:cNvPr>
              <p:cNvSpPr/>
              <p:nvPr/>
            </p:nvSpPr>
            <p:spPr>
              <a:xfrm>
                <a:off x="761929" y="21431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2" name="流程图: 接点 1471">
                <a:extLst>
                  <a:ext uri="{FF2B5EF4-FFF2-40B4-BE49-F238E27FC236}">
                    <a16:creationId xmlns:a16="http://schemas.microsoft.com/office/drawing/2014/main" id="{5E63D7AE-5379-4818-BF66-AE89EAE040CC}"/>
                  </a:ext>
                </a:extLst>
              </p:cNvPr>
              <p:cNvSpPr/>
              <p:nvPr/>
            </p:nvSpPr>
            <p:spPr>
              <a:xfrm>
                <a:off x="736858" y="23233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3" name="流程图: 接点 1472">
                <a:extLst>
                  <a:ext uri="{FF2B5EF4-FFF2-40B4-BE49-F238E27FC236}">
                    <a16:creationId xmlns:a16="http://schemas.microsoft.com/office/drawing/2014/main" id="{BF03E11F-BE55-429B-98AB-73603E9A1042}"/>
                  </a:ext>
                </a:extLst>
              </p:cNvPr>
              <p:cNvSpPr/>
              <p:nvPr/>
            </p:nvSpPr>
            <p:spPr>
              <a:xfrm>
                <a:off x="742577" y="22987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4" name="流程图: 接点 1473">
                <a:extLst>
                  <a:ext uri="{FF2B5EF4-FFF2-40B4-BE49-F238E27FC236}">
                    <a16:creationId xmlns:a16="http://schemas.microsoft.com/office/drawing/2014/main" id="{454F55D5-3961-4C9A-AC00-55AC6324BEA6}"/>
                  </a:ext>
                </a:extLst>
              </p:cNvPr>
              <p:cNvSpPr/>
              <p:nvPr/>
            </p:nvSpPr>
            <p:spPr>
              <a:xfrm>
                <a:off x="848738" y="21299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5" name="流程图: 接点 1474">
                <a:extLst>
                  <a:ext uri="{FF2B5EF4-FFF2-40B4-BE49-F238E27FC236}">
                    <a16:creationId xmlns:a16="http://schemas.microsoft.com/office/drawing/2014/main" id="{8D7F546E-1F57-4808-9243-EA27FE220F55}"/>
                  </a:ext>
                </a:extLst>
              </p:cNvPr>
              <p:cNvSpPr/>
              <p:nvPr/>
            </p:nvSpPr>
            <p:spPr>
              <a:xfrm>
                <a:off x="854345" y="21709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6" name="流程图: 接点 1475">
                <a:extLst>
                  <a:ext uri="{FF2B5EF4-FFF2-40B4-BE49-F238E27FC236}">
                    <a16:creationId xmlns:a16="http://schemas.microsoft.com/office/drawing/2014/main" id="{3227B438-4689-493D-BF56-1BA5FED8A083}"/>
                  </a:ext>
                </a:extLst>
              </p:cNvPr>
              <p:cNvSpPr/>
              <p:nvPr/>
            </p:nvSpPr>
            <p:spPr>
              <a:xfrm>
                <a:off x="806528" y="218209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7" name="流程图: 接点 1476">
                <a:extLst>
                  <a:ext uri="{FF2B5EF4-FFF2-40B4-BE49-F238E27FC236}">
                    <a16:creationId xmlns:a16="http://schemas.microsoft.com/office/drawing/2014/main" id="{624F1205-C58D-48EF-B7C2-47B2A0A8429A}"/>
                  </a:ext>
                </a:extLst>
              </p:cNvPr>
              <p:cNvSpPr/>
              <p:nvPr/>
            </p:nvSpPr>
            <p:spPr>
              <a:xfrm>
                <a:off x="875644" y="215949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8" name="流程图: 接点 1477">
                <a:extLst>
                  <a:ext uri="{FF2B5EF4-FFF2-40B4-BE49-F238E27FC236}">
                    <a16:creationId xmlns:a16="http://schemas.microsoft.com/office/drawing/2014/main" id="{7C6D9344-CFAD-4F18-93FC-B20BCA11A186}"/>
                  </a:ext>
                </a:extLst>
              </p:cNvPr>
              <p:cNvSpPr/>
              <p:nvPr/>
            </p:nvSpPr>
            <p:spPr>
              <a:xfrm>
                <a:off x="812248" y="21575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9" name="流程图: 接点 1478">
                <a:extLst>
                  <a:ext uri="{FF2B5EF4-FFF2-40B4-BE49-F238E27FC236}">
                    <a16:creationId xmlns:a16="http://schemas.microsoft.com/office/drawing/2014/main" id="{CCE4432F-C817-4B26-BDF2-AEBFD7BB9EDC}"/>
                  </a:ext>
                </a:extLst>
              </p:cNvPr>
              <p:cNvSpPr/>
              <p:nvPr/>
            </p:nvSpPr>
            <p:spPr>
              <a:xfrm>
                <a:off x="812135" y="222306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0" name="流程图: 接点 1479">
                <a:extLst>
                  <a:ext uri="{FF2B5EF4-FFF2-40B4-BE49-F238E27FC236}">
                    <a16:creationId xmlns:a16="http://schemas.microsoft.com/office/drawing/2014/main" id="{7EA81880-F736-43A4-AD55-FCA295087C1A}"/>
                  </a:ext>
                </a:extLst>
              </p:cNvPr>
              <p:cNvSpPr/>
              <p:nvPr/>
            </p:nvSpPr>
            <p:spPr>
              <a:xfrm>
                <a:off x="441005" y="220178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1" name="流程图: 接点 1480">
                <a:extLst>
                  <a:ext uri="{FF2B5EF4-FFF2-40B4-BE49-F238E27FC236}">
                    <a16:creationId xmlns:a16="http://schemas.microsoft.com/office/drawing/2014/main" id="{D812D667-6AEC-4E92-9A8A-51760B4FF19D}"/>
                  </a:ext>
                </a:extLst>
              </p:cNvPr>
              <p:cNvSpPr/>
              <p:nvPr/>
            </p:nvSpPr>
            <p:spPr>
              <a:xfrm>
                <a:off x="510120" y="217918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2" name="流程图: 接点 1481">
                <a:extLst>
                  <a:ext uri="{FF2B5EF4-FFF2-40B4-BE49-F238E27FC236}">
                    <a16:creationId xmlns:a16="http://schemas.microsoft.com/office/drawing/2014/main" id="{A3A327AC-B23A-4126-855C-61E1DCCEE9E5}"/>
                  </a:ext>
                </a:extLst>
              </p:cNvPr>
              <p:cNvSpPr/>
              <p:nvPr/>
            </p:nvSpPr>
            <p:spPr>
              <a:xfrm>
                <a:off x="585724" y="22532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3" name="流程图: 接点 1482">
                <a:extLst>
                  <a:ext uri="{FF2B5EF4-FFF2-40B4-BE49-F238E27FC236}">
                    <a16:creationId xmlns:a16="http://schemas.microsoft.com/office/drawing/2014/main" id="{0A8CE0E0-F553-40F0-A1CA-98E05FF142C9}"/>
                  </a:ext>
                </a:extLst>
              </p:cNvPr>
              <p:cNvSpPr/>
              <p:nvPr/>
            </p:nvSpPr>
            <p:spPr>
              <a:xfrm>
                <a:off x="591443" y="22286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4" name="流程图: 接点 1483">
                <a:extLst>
                  <a:ext uri="{FF2B5EF4-FFF2-40B4-BE49-F238E27FC236}">
                    <a16:creationId xmlns:a16="http://schemas.microsoft.com/office/drawing/2014/main" id="{B078E407-06A0-4E2A-8F0B-57FB8D29F124}"/>
                  </a:ext>
                </a:extLst>
              </p:cNvPr>
              <p:cNvSpPr/>
              <p:nvPr/>
            </p:nvSpPr>
            <p:spPr>
              <a:xfrm>
                <a:off x="591330" y="22941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5" name="流程图: 接点 1484">
                <a:extLst>
                  <a:ext uri="{FF2B5EF4-FFF2-40B4-BE49-F238E27FC236}">
                    <a16:creationId xmlns:a16="http://schemas.microsoft.com/office/drawing/2014/main" id="{487D993B-E7F8-4640-8799-E467CFA8493D}"/>
                  </a:ext>
                </a:extLst>
              </p:cNvPr>
              <p:cNvSpPr/>
              <p:nvPr/>
            </p:nvSpPr>
            <p:spPr>
              <a:xfrm>
                <a:off x="629471" y="214567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6" name="流程图: 接点 1485">
                <a:extLst>
                  <a:ext uri="{FF2B5EF4-FFF2-40B4-BE49-F238E27FC236}">
                    <a16:creationId xmlns:a16="http://schemas.microsoft.com/office/drawing/2014/main" id="{EFFB284D-71AE-48A4-A771-0FE557F8D381}"/>
                  </a:ext>
                </a:extLst>
              </p:cNvPr>
              <p:cNvSpPr/>
              <p:nvPr/>
            </p:nvSpPr>
            <p:spPr>
              <a:xfrm>
                <a:off x="566075" y="214369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7" name="流程图: 接点 1486">
                <a:extLst>
                  <a:ext uri="{FF2B5EF4-FFF2-40B4-BE49-F238E27FC236}">
                    <a16:creationId xmlns:a16="http://schemas.microsoft.com/office/drawing/2014/main" id="{994E7CDA-469D-404C-91FD-02E266E0636C}"/>
                  </a:ext>
                </a:extLst>
              </p:cNvPr>
              <p:cNvSpPr/>
              <p:nvPr/>
            </p:nvSpPr>
            <p:spPr>
              <a:xfrm>
                <a:off x="565962" y="220924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8" name="流程图: 接点 1487">
                <a:extLst>
                  <a:ext uri="{FF2B5EF4-FFF2-40B4-BE49-F238E27FC236}">
                    <a16:creationId xmlns:a16="http://schemas.microsoft.com/office/drawing/2014/main" id="{D6278966-F074-42E0-A722-0EDD07A68572}"/>
                  </a:ext>
                </a:extLst>
              </p:cNvPr>
              <p:cNvSpPr/>
              <p:nvPr/>
            </p:nvSpPr>
            <p:spPr>
              <a:xfrm>
                <a:off x="635077" y="218664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9" name="流程图: 接点 1488">
                <a:extLst>
                  <a:ext uri="{FF2B5EF4-FFF2-40B4-BE49-F238E27FC236}">
                    <a16:creationId xmlns:a16="http://schemas.microsoft.com/office/drawing/2014/main" id="{E41DA97B-4DF9-456C-89F7-350FBB512691}"/>
                  </a:ext>
                </a:extLst>
              </p:cNvPr>
              <p:cNvSpPr/>
              <p:nvPr/>
            </p:nvSpPr>
            <p:spPr>
              <a:xfrm>
                <a:off x="744544" y="218770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0" name="流程图: 接点 1489">
                <a:extLst>
                  <a:ext uri="{FF2B5EF4-FFF2-40B4-BE49-F238E27FC236}">
                    <a16:creationId xmlns:a16="http://schemas.microsoft.com/office/drawing/2014/main" id="{BACC25E5-312B-4090-8802-BB1AA68090E5}"/>
                  </a:ext>
                </a:extLst>
              </p:cNvPr>
              <p:cNvSpPr/>
              <p:nvPr/>
            </p:nvSpPr>
            <p:spPr>
              <a:xfrm>
                <a:off x="813659" y="21651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1" name="流程图: 接点 1490">
                <a:extLst>
                  <a:ext uri="{FF2B5EF4-FFF2-40B4-BE49-F238E27FC236}">
                    <a16:creationId xmlns:a16="http://schemas.microsoft.com/office/drawing/2014/main" id="{6A861C59-8DAE-4A7B-9882-3DC84955B518}"/>
                  </a:ext>
                </a:extLst>
              </p:cNvPr>
              <p:cNvSpPr/>
              <p:nvPr/>
            </p:nvSpPr>
            <p:spPr>
              <a:xfrm>
                <a:off x="710681" y="226066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2" name="流程图: 接点 1491">
                <a:extLst>
                  <a:ext uri="{FF2B5EF4-FFF2-40B4-BE49-F238E27FC236}">
                    <a16:creationId xmlns:a16="http://schemas.microsoft.com/office/drawing/2014/main" id="{47A9F5D0-2D23-4513-A1A1-AD58BA44E002}"/>
                  </a:ext>
                </a:extLst>
              </p:cNvPr>
              <p:cNvSpPr/>
              <p:nvPr/>
            </p:nvSpPr>
            <p:spPr>
              <a:xfrm>
                <a:off x="779796" y="223806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3" name="流程图: 接点 1492">
                <a:extLst>
                  <a:ext uri="{FF2B5EF4-FFF2-40B4-BE49-F238E27FC236}">
                    <a16:creationId xmlns:a16="http://schemas.microsoft.com/office/drawing/2014/main" id="{8AE3FBE4-D6E3-4C0C-8BB3-F49F36661AF2}"/>
                  </a:ext>
                </a:extLst>
              </p:cNvPr>
              <p:cNvSpPr/>
              <p:nvPr/>
            </p:nvSpPr>
            <p:spPr>
              <a:xfrm>
                <a:off x="716400" y="22360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4" name="流程图: 接点 1493">
                <a:extLst>
                  <a:ext uri="{FF2B5EF4-FFF2-40B4-BE49-F238E27FC236}">
                    <a16:creationId xmlns:a16="http://schemas.microsoft.com/office/drawing/2014/main" id="{B3640B42-33E2-44E1-8E58-638848200F30}"/>
                  </a:ext>
                </a:extLst>
              </p:cNvPr>
              <p:cNvSpPr/>
              <p:nvPr/>
            </p:nvSpPr>
            <p:spPr>
              <a:xfrm>
                <a:off x="716287" y="23016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5" name="流程图: 接点 1494">
                <a:extLst>
                  <a:ext uri="{FF2B5EF4-FFF2-40B4-BE49-F238E27FC236}">
                    <a16:creationId xmlns:a16="http://schemas.microsoft.com/office/drawing/2014/main" id="{97346BDD-9016-4AEA-96F4-CA08B9F835B7}"/>
                  </a:ext>
                </a:extLst>
              </p:cNvPr>
              <p:cNvSpPr/>
              <p:nvPr/>
            </p:nvSpPr>
            <p:spPr>
              <a:xfrm>
                <a:off x="477781" y="219419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6" name="流程图: 接点 1495">
                <a:extLst>
                  <a:ext uri="{FF2B5EF4-FFF2-40B4-BE49-F238E27FC236}">
                    <a16:creationId xmlns:a16="http://schemas.microsoft.com/office/drawing/2014/main" id="{72A26871-E166-4459-AD17-990855BD50B6}"/>
                  </a:ext>
                </a:extLst>
              </p:cNvPr>
              <p:cNvSpPr/>
              <p:nvPr/>
            </p:nvSpPr>
            <p:spPr>
              <a:xfrm>
                <a:off x="514947" y="21516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7" name="流程图: 接点 1496">
                <a:extLst>
                  <a:ext uri="{FF2B5EF4-FFF2-40B4-BE49-F238E27FC236}">
                    <a16:creationId xmlns:a16="http://schemas.microsoft.com/office/drawing/2014/main" id="{5C257CCB-E751-4CD3-AD19-59530ED2B42E}"/>
                  </a:ext>
                </a:extLst>
              </p:cNvPr>
              <p:cNvSpPr/>
              <p:nvPr/>
            </p:nvSpPr>
            <p:spPr>
              <a:xfrm>
                <a:off x="489876" y="23317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8" name="流程图: 接点 1497">
                <a:extLst>
                  <a:ext uri="{FF2B5EF4-FFF2-40B4-BE49-F238E27FC236}">
                    <a16:creationId xmlns:a16="http://schemas.microsoft.com/office/drawing/2014/main" id="{962202FD-B15B-494B-92C8-E6CE8D2739B5}"/>
                  </a:ext>
                </a:extLst>
              </p:cNvPr>
              <p:cNvSpPr/>
              <p:nvPr/>
            </p:nvSpPr>
            <p:spPr>
              <a:xfrm>
                <a:off x="495595" y="23071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9" name="流程图: 接点 1498">
                <a:extLst>
                  <a:ext uri="{FF2B5EF4-FFF2-40B4-BE49-F238E27FC236}">
                    <a16:creationId xmlns:a16="http://schemas.microsoft.com/office/drawing/2014/main" id="{ACBCD226-BC44-4422-9E72-087D404D0F8C}"/>
                  </a:ext>
                </a:extLst>
              </p:cNvPr>
              <p:cNvSpPr/>
              <p:nvPr/>
            </p:nvSpPr>
            <p:spPr>
              <a:xfrm>
                <a:off x="607362" y="21794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0" name="流程图: 接点 1499">
                <a:extLst>
                  <a:ext uri="{FF2B5EF4-FFF2-40B4-BE49-F238E27FC236}">
                    <a16:creationId xmlns:a16="http://schemas.microsoft.com/office/drawing/2014/main" id="{AFD334C5-600F-40C4-A38E-755B79CD6628}"/>
                  </a:ext>
                </a:extLst>
              </p:cNvPr>
              <p:cNvSpPr/>
              <p:nvPr/>
            </p:nvSpPr>
            <p:spPr>
              <a:xfrm>
                <a:off x="516226" y="212597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1" name="流程图: 接点 1500">
                <a:extLst>
                  <a:ext uri="{FF2B5EF4-FFF2-40B4-BE49-F238E27FC236}">
                    <a16:creationId xmlns:a16="http://schemas.microsoft.com/office/drawing/2014/main" id="{3882C1AD-F393-4A66-A969-5B542A0C15A9}"/>
                  </a:ext>
                </a:extLst>
              </p:cNvPr>
              <p:cNvSpPr/>
              <p:nvPr/>
            </p:nvSpPr>
            <p:spPr>
              <a:xfrm>
                <a:off x="1142660" y="21038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2" name="流程图: 接点 1501">
                <a:extLst>
                  <a:ext uri="{FF2B5EF4-FFF2-40B4-BE49-F238E27FC236}">
                    <a16:creationId xmlns:a16="http://schemas.microsoft.com/office/drawing/2014/main" id="{9933293D-6E27-4E1E-B6F8-7DD69702F030}"/>
                  </a:ext>
                </a:extLst>
              </p:cNvPr>
              <p:cNvSpPr/>
              <p:nvPr/>
            </p:nvSpPr>
            <p:spPr>
              <a:xfrm>
                <a:off x="1278469" y="208389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3" name="流程图: 接点 1502">
                <a:extLst>
                  <a:ext uri="{FF2B5EF4-FFF2-40B4-BE49-F238E27FC236}">
                    <a16:creationId xmlns:a16="http://schemas.microsoft.com/office/drawing/2014/main" id="{F3FE4F6C-C24B-4186-9827-4DD53CEF299C}"/>
                  </a:ext>
                </a:extLst>
              </p:cNvPr>
              <p:cNvSpPr/>
              <p:nvPr/>
            </p:nvSpPr>
            <p:spPr>
              <a:xfrm>
                <a:off x="1214961" y="21474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4" name="流程图: 接点 1503">
                <a:extLst>
                  <a:ext uri="{FF2B5EF4-FFF2-40B4-BE49-F238E27FC236}">
                    <a16:creationId xmlns:a16="http://schemas.microsoft.com/office/drawing/2014/main" id="{F05ADACD-988D-4377-987C-0A77DB3F4B7C}"/>
                  </a:ext>
                </a:extLst>
              </p:cNvPr>
              <p:cNvSpPr/>
              <p:nvPr/>
            </p:nvSpPr>
            <p:spPr>
              <a:xfrm>
                <a:off x="1284076" y="21248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5" name="流程图: 接点 1504">
                <a:extLst>
                  <a:ext uri="{FF2B5EF4-FFF2-40B4-BE49-F238E27FC236}">
                    <a16:creationId xmlns:a16="http://schemas.microsoft.com/office/drawing/2014/main" id="{A62BA3CC-27FB-4C78-9C25-694D8B9ABDD5}"/>
                  </a:ext>
                </a:extLst>
              </p:cNvPr>
              <p:cNvSpPr/>
              <p:nvPr/>
            </p:nvSpPr>
            <p:spPr>
              <a:xfrm>
                <a:off x="1151565" y="21454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6" name="流程图: 接点 1505">
                <a:extLst>
                  <a:ext uri="{FF2B5EF4-FFF2-40B4-BE49-F238E27FC236}">
                    <a16:creationId xmlns:a16="http://schemas.microsoft.com/office/drawing/2014/main" id="{799883BF-57CC-4BEA-9E32-DFD9566B1224}"/>
                  </a:ext>
                </a:extLst>
              </p:cNvPr>
              <p:cNvSpPr/>
              <p:nvPr/>
            </p:nvSpPr>
            <p:spPr>
              <a:xfrm>
                <a:off x="1220680" y="21228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7" name="流程图: 接点 1506">
                <a:extLst>
                  <a:ext uri="{FF2B5EF4-FFF2-40B4-BE49-F238E27FC236}">
                    <a16:creationId xmlns:a16="http://schemas.microsoft.com/office/drawing/2014/main" id="{2563D52A-86E4-475B-B21A-4F529DD51F24}"/>
                  </a:ext>
                </a:extLst>
              </p:cNvPr>
              <p:cNvSpPr/>
              <p:nvPr/>
            </p:nvSpPr>
            <p:spPr>
              <a:xfrm>
                <a:off x="1151452" y="22110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8" name="流程图: 接点 1507">
                <a:extLst>
                  <a:ext uri="{FF2B5EF4-FFF2-40B4-BE49-F238E27FC236}">
                    <a16:creationId xmlns:a16="http://schemas.microsoft.com/office/drawing/2014/main" id="{94AB4020-564B-4450-BDBD-CD51C026F093}"/>
                  </a:ext>
                </a:extLst>
              </p:cNvPr>
              <p:cNvSpPr/>
              <p:nvPr/>
            </p:nvSpPr>
            <p:spPr>
              <a:xfrm>
                <a:off x="1220567" y="21884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9" name="流程图: 接点 1508">
                <a:extLst>
                  <a:ext uri="{FF2B5EF4-FFF2-40B4-BE49-F238E27FC236}">
                    <a16:creationId xmlns:a16="http://schemas.microsoft.com/office/drawing/2014/main" id="{E1A12AE5-79A4-4144-A085-2A3A6A46D12A}"/>
                  </a:ext>
                </a:extLst>
              </p:cNvPr>
              <p:cNvSpPr/>
              <p:nvPr/>
            </p:nvSpPr>
            <p:spPr>
              <a:xfrm>
                <a:off x="1117589" y="22839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0" name="流程图: 接点 1509">
                <a:extLst>
                  <a:ext uri="{FF2B5EF4-FFF2-40B4-BE49-F238E27FC236}">
                    <a16:creationId xmlns:a16="http://schemas.microsoft.com/office/drawing/2014/main" id="{E1E11D6C-D427-4D75-AEE4-5BD99FFB9109}"/>
                  </a:ext>
                </a:extLst>
              </p:cNvPr>
              <p:cNvSpPr/>
              <p:nvPr/>
            </p:nvSpPr>
            <p:spPr>
              <a:xfrm>
                <a:off x="1186704" y="226138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1" name="流程图: 接点 1510">
                <a:extLst>
                  <a:ext uri="{FF2B5EF4-FFF2-40B4-BE49-F238E27FC236}">
                    <a16:creationId xmlns:a16="http://schemas.microsoft.com/office/drawing/2014/main" id="{FA61BDDA-2E6F-4347-AFA7-19F61D6F2F18}"/>
                  </a:ext>
                </a:extLst>
              </p:cNvPr>
              <p:cNvSpPr/>
              <p:nvPr/>
            </p:nvSpPr>
            <p:spPr>
              <a:xfrm>
                <a:off x="1123308" y="225939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2" name="流程图: 接点 1511">
                <a:extLst>
                  <a:ext uri="{FF2B5EF4-FFF2-40B4-BE49-F238E27FC236}">
                    <a16:creationId xmlns:a16="http://schemas.microsoft.com/office/drawing/2014/main" id="{39C33163-4E09-4471-B456-27FE56B8A289}"/>
                  </a:ext>
                </a:extLst>
              </p:cNvPr>
              <p:cNvSpPr/>
              <p:nvPr/>
            </p:nvSpPr>
            <p:spPr>
              <a:xfrm>
                <a:off x="1123195" y="23249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3" name="流程图: 接点 1512">
                <a:extLst>
                  <a:ext uri="{FF2B5EF4-FFF2-40B4-BE49-F238E27FC236}">
                    <a16:creationId xmlns:a16="http://schemas.microsoft.com/office/drawing/2014/main" id="{CC2CC76F-EC4F-4589-86A8-9E07FCCA6C0C}"/>
                  </a:ext>
                </a:extLst>
              </p:cNvPr>
              <p:cNvSpPr/>
              <p:nvPr/>
            </p:nvSpPr>
            <p:spPr>
              <a:xfrm>
                <a:off x="1223870" y="22188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4" name="流程图: 接点 1513">
                <a:extLst>
                  <a:ext uri="{FF2B5EF4-FFF2-40B4-BE49-F238E27FC236}">
                    <a16:creationId xmlns:a16="http://schemas.microsoft.com/office/drawing/2014/main" id="{DC3BD1CA-CC69-4B8D-9E97-9F3183403483}"/>
                  </a:ext>
                </a:extLst>
              </p:cNvPr>
              <p:cNvSpPr/>
              <p:nvPr/>
            </p:nvSpPr>
            <p:spPr>
              <a:xfrm>
                <a:off x="1359679" y="21988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5" name="流程图: 接点 1514">
                <a:extLst>
                  <a:ext uri="{FF2B5EF4-FFF2-40B4-BE49-F238E27FC236}">
                    <a16:creationId xmlns:a16="http://schemas.microsoft.com/office/drawing/2014/main" id="{1EA08CB2-5B2F-4CA7-A641-11EB08CE3081}"/>
                  </a:ext>
                </a:extLst>
              </p:cNvPr>
              <p:cNvSpPr/>
              <p:nvPr/>
            </p:nvSpPr>
            <p:spPr>
              <a:xfrm>
                <a:off x="1296171" y="22624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6" name="流程图: 接点 1515">
                <a:extLst>
                  <a:ext uri="{FF2B5EF4-FFF2-40B4-BE49-F238E27FC236}">
                    <a16:creationId xmlns:a16="http://schemas.microsoft.com/office/drawing/2014/main" id="{F1E96022-4DF6-4758-B797-A01004AD0298}"/>
                  </a:ext>
                </a:extLst>
              </p:cNvPr>
              <p:cNvSpPr/>
              <p:nvPr/>
            </p:nvSpPr>
            <p:spPr>
              <a:xfrm>
                <a:off x="1365286" y="223984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7" name="流程图: 接点 1516">
                <a:extLst>
                  <a:ext uri="{FF2B5EF4-FFF2-40B4-BE49-F238E27FC236}">
                    <a16:creationId xmlns:a16="http://schemas.microsoft.com/office/drawing/2014/main" id="{0569E2F2-F94D-4301-B2FD-06A801EAFC4E}"/>
                  </a:ext>
                </a:extLst>
              </p:cNvPr>
              <p:cNvSpPr/>
              <p:nvPr/>
            </p:nvSpPr>
            <p:spPr>
              <a:xfrm>
                <a:off x="1232775" y="22604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8" name="流程图: 接点 1517">
                <a:extLst>
                  <a:ext uri="{FF2B5EF4-FFF2-40B4-BE49-F238E27FC236}">
                    <a16:creationId xmlns:a16="http://schemas.microsoft.com/office/drawing/2014/main" id="{02C17560-1BF9-4260-A0D7-4F7FD93E7CA9}"/>
                  </a:ext>
                </a:extLst>
              </p:cNvPr>
              <p:cNvSpPr/>
              <p:nvPr/>
            </p:nvSpPr>
            <p:spPr>
              <a:xfrm>
                <a:off x="1301890" y="22378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9" name="流程图: 接点 1518">
                <a:extLst>
                  <a:ext uri="{FF2B5EF4-FFF2-40B4-BE49-F238E27FC236}">
                    <a16:creationId xmlns:a16="http://schemas.microsoft.com/office/drawing/2014/main" id="{E78A1D8B-4C59-4A94-BF76-56C459C5BB63}"/>
                  </a:ext>
                </a:extLst>
              </p:cNvPr>
              <p:cNvSpPr/>
              <p:nvPr/>
            </p:nvSpPr>
            <p:spPr>
              <a:xfrm>
                <a:off x="1232662" y="23260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0" name="流程图: 接点 1519">
                <a:extLst>
                  <a:ext uri="{FF2B5EF4-FFF2-40B4-BE49-F238E27FC236}">
                    <a16:creationId xmlns:a16="http://schemas.microsoft.com/office/drawing/2014/main" id="{6F2FAA56-81C4-4026-B256-097111B57B87}"/>
                  </a:ext>
                </a:extLst>
              </p:cNvPr>
              <p:cNvSpPr/>
              <p:nvPr/>
            </p:nvSpPr>
            <p:spPr>
              <a:xfrm>
                <a:off x="1301777" y="23034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1" name="流程图: 接点 1520">
                <a:extLst>
                  <a:ext uri="{FF2B5EF4-FFF2-40B4-BE49-F238E27FC236}">
                    <a16:creationId xmlns:a16="http://schemas.microsoft.com/office/drawing/2014/main" id="{82D06042-95A6-4CDA-8F36-4041F919A8F8}"/>
                  </a:ext>
                </a:extLst>
              </p:cNvPr>
              <p:cNvSpPr/>
              <p:nvPr/>
            </p:nvSpPr>
            <p:spPr>
              <a:xfrm>
                <a:off x="1198799" y="239896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2" name="流程图: 接点 1521">
                <a:extLst>
                  <a:ext uri="{FF2B5EF4-FFF2-40B4-BE49-F238E27FC236}">
                    <a16:creationId xmlns:a16="http://schemas.microsoft.com/office/drawing/2014/main" id="{637E7189-6205-4E3C-B8B5-CE4DA5EB332C}"/>
                  </a:ext>
                </a:extLst>
              </p:cNvPr>
              <p:cNvSpPr/>
              <p:nvPr/>
            </p:nvSpPr>
            <p:spPr>
              <a:xfrm>
                <a:off x="1267914" y="237636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3" name="流程图: 接点 1522">
                <a:extLst>
                  <a:ext uri="{FF2B5EF4-FFF2-40B4-BE49-F238E27FC236}">
                    <a16:creationId xmlns:a16="http://schemas.microsoft.com/office/drawing/2014/main" id="{9B3E8540-FA14-422B-85E0-A471B7F57B15}"/>
                  </a:ext>
                </a:extLst>
              </p:cNvPr>
              <p:cNvSpPr/>
              <p:nvPr/>
            </p:nvSpPr>
            <p:spPr>
              <a:xfrm>
                <a:off x="1204518" y="237438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4" name="流程图: 接点 1523">
                <a:extLst>
                  <a:ext uri="{FF2B5EF4-FFF2-40B4-BE49-F238E27FC236}">
                    <a16:creationId xmlns:a16="http://schemas.microsoft.com/office/drawing/2014/main" id="{5FD13D69-C3DC-4148-B01D-17C6D3485BF4}"/>
                  </a:ext>
                </a:extLst>
              </p:cNvPr>
              <p:cNvSpPr/>
              <p:nvPr/>
            </p:nvSpPr>
            <p:spPr>
              <a:xfrm>
                <a:off x="1204405" y="24399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5" name="流程图: 接点 1524">
                <a:extLst>
                  <a:ext uri="{FF2B5EF4-FFF2-40B4-BE49-F238E27FC236}">
                    <a16:creationId xmlns:a16="http://schemas.microsoft.com/office/drawing/2014/main" id="{2C0B26CA-100F-4092-A888-9AB7C0DFED62}"/>
                  </a:ext>
                </a:extLst>
              </p:cNvPr>
              <p:cNvSpPr/>
              <p:nvPr/>
            </p:nvSpPr>
            <p:spPr>
              <a:xfrm>
                <a:off x="1111642" y="206621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6" name="流程图: 接点 1525">
                <a:extLst>
                  <a:ext uri="{FF2B5EF4-FFF2-40B4-BE49-F238E27FC236}">
                    <a16:creationId xmlns:a16="http://schemas.microsoft.com/office/drawing/2014/main" id="{8409C1A5-AFBA-4EAC-8FA8-6369D14AA24F}"/>
                  </a:ext>
                </a:extLst>
              </p:cNvPr>
              <p:cNvSpPr/>
              <p:nvPr/>
            </p:nvSpPr>
            <p:spPr>
              <a:xfrm>
                <a:off x="1114944" y="20966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7" name="流程图: 接点 1526">
                <a:extLst>
                  <a:ext uri="{FF2B5EF4-FFF2-40B4-BE49-F238E27FC236}">
                    <a16:creationId xmlns:a16="http://schemas.microsoft.com/office/drawing/2014/main" id="{D094C65B-BD94-4439-A90A-ABB0F78457F9}"/>
                  </a:ext>
                </a:extLst>
              </p:cNvPr>
              <p:cNvSpPr/>
              <p:nvPr/>
            </p:nvSpPr>
            <p:spPr>
              <a:xfrm>
                <a:off x="1250754" y="207667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8" name="流程图: 接点 1527">
                <a:extLst>
                  <a:ext uri="{FF2B5EF4-FFF2-40B4-BE49-F238E27FC236}">
                    <a16:creationId xmlns:a16="http://schemas.microsoft.com/office/drawing/2014/main" id="{854618AB-F26F-44C9-A5E8-275E975105AD}"/>
                  </a:ext>
                </a:extLst>
              </p:cNvPr>
              <p:cNvSpPr/>
              <p:nvPr/>
            </p:nvSpPr>
            <p:spPr>
              <a:xfrm>
                <a:off x="1187245" y="21402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9" name="流程图: 接点 1528">
                <a:extLst>
                  <a:ext uri="{FF2B5EF4-FFF2-40B4-BE49-F238E27FC236}">
                    <a16:creationId xmlns:a16="http://schemas.microsoft.com/office/drawing/2014/main" id="{8AA9BD59-34F4-4CF4-9A99-AD055AF7F9D6}"/>
                  </a:ext>
                </a:extLst>
              </p:cNvPr>
              <p:cNvSpPr/>
              <p:nvPr/>
            </p:nvSpPr>
            <p:spPr>
              <a:xfrm>
                <a:off x="1256361" y="21176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0" name="流程图: 接点 1529">
                <a:extLst>
                  <a:ext uri="{FF2B5EF4-FFF2-40B4-BE49-F238E27FC236}">
                    <a16:creationId xmlns:a16="http://schemas.microsoft.com/office/drawing/2014/main" id="{C15F4ACF-B4AA-4CE0-80E5-3A600C2397E6}"/>
                  </a:ext>
                </a:extLst>
              </p:cNvPr>
              <p:cNvSpPr/>
              <p:nvPr/>
            </p:nvSpPr>
            <p:spPr>
              <a:xfrm>
                <a:off x="1123849" y="21382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1" name="流程图: 接点 1530">
                <a:extLst>
                  <a:ext uri="{FF2B5EF4-FFF2-40B4-BE49-F238E27FC236}">
                    <a16:creationId xmlns:a16="http://schemas.microsoft.com/office/drawing/2014/main" id="{352F3626-592F-4AF3-9C39-87486BC8D6B4}"/>
                  </a:ext>
                </a:extLst>
              </p:cNvPr>
              <p:cNvSpPr/>
              <p:nvPr/>
            </p:nvSpPr>
            <p:spPr>
              <a:xfrm>
                <a:off x="1192964" y="21156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2" name="流程图: 接点 1531">
                <a:extLst>
                  <a:ext uri="{FF2B5EF4-FFF2-40B4-BE49-F238E27FC236}">
                    <a16:creationId xmlns:a16="http://schemas.microsoft.com/office/drawing/2014/main" id="{C4089ABB-8198-4186-A29C-59871FC9E16E}"/>
                  </a:ext>
                </a:extLst>
              </p:cNvPr>
              <p:cNvSpPr/>
              <p:nvPr/>
            </p:nvSpPr>
            <p:spPr>
              <a:xfrm>
                <a:off x="1123737" y="22038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3" name="流程图: 接点 1532">
                <a:extLst>
                  <a:ext uri="{FF2B5EF4-FFF2-40B4-BE49-F238E27FC236}">
                    <a16:creationId xmlns:a16="http://schemas.microsoft.com/office/drawing/2014/main" id="{B4D6E03C-AA29-4152-BA22-D7C9DF50D8F8}"/>
                  </a:ext>
                </a:extLst>
              </p:cNvPr>
              <p:cNvSpPr/>
              <p:nvPr/>
            </p:nvSpPr>
            <p:spPr>
              <a:xfrm>
                <a:off x="1192852" y="21812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4" name="流程图: 接点 1533">
                <a:extLst>
                  <a:ext uri="{FF2B5EF4-FFF2-40B4-BE49-F238E27FC236}">
                    <a16:creationId xmlns:a16="http://schemas.microsoft.com/office/drawing/2014/main" id="{AF188FD3-9F17-41A3-A97A-901479706A1B}"/>
                  </a:ext>
                </a:extLst>
              </p:cNvPr>
              <p:cNvSpPr/>
              <p:nvPr/>
            </p:nvSpPr>
            <p:spPr>
              <a:xfrm>
                <a:off x="1158989" y="22541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5" name="流程图: 接点 1534">
                <a:extLst>
                  <a:ext uri="{FF2B5EF4-FFF2-40B4-BE49-F238E27FC236}">
                    <a16:creationId xmlns:a16="http://schemas.microsoft.com/office/drawing/2014/main" id="{3B333A30-7A4C-4D7E-82B9-32178DC8924E}"/>
                  </a:ext>
                </a:extLst>
              </p:cNvPr>
              <p:cNvSpPr/>
              <p:nvPr/>
            </p:nvSpPr>
            <p:spPr>
              <a:xfrm>
                <a:off x="1182622" y="216246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6" name="流程图: 接点 1535">
                <a:extLst>
                  <a:ext uri="{FF2B5EF4-FFF2-40B4-BE49-F238E27FC236}">
                    <a16:creationId xmlns:a16="http://schemas.microsoft.com/office/drawing/2014/main" id="{797C1466-47BE-4EF4-8DBF-9B2DF727444B}"/>
                  </a:ext>
                </a:extLst>
              </p:cNvPr>
              <p:cNvSpPr/>
              <p:nvPr/>
            </p:nvSpPr>
            <p:spPr>
              <a:xfrm>
                <a:off x="1119113" y="22260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7" name="流程图: 接点 1536">
                <a:extLst>
                  <a:ext uri="{FF2B5EF4-FFF2-40B4-BE49-F238E27FC236}">
                    <a16:creationId xmlns:a16="http://schemas.microsoft.com/office/drawing/2014/main" id="{A34C1B49-8259-4238-B490-AFBB999E2A4C}"/>
                  </a:ext>
                </a:extLst>
              </p:cNvPr>
              <p:cNvSpPr/>
              <p:nvPr/>
            </p:nvSpPr>
            <p:spPr>
              <a:xfrm>
                <a:off x="1188228" y="22034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8" name="流程图: 接点 1537">
                <a:extLst>
                  <a:ext uri="{FF2B5EF4-FFF2-40B4-BE49-F238E27FC236}">
                    <a16:creationId xmlns:a16="http://schemas.microsoft.com/office/drawing/2014/main" id="{42B7FF30-D8AC-463E-89DC-CD3EB401F9DE}"/>
                  </a:ext>
                </a:extLst>
              </p:cNvPr>
              <p:cNvSpPr/>
              <p:nvPr/>
            </p:nvSpPr>
            <p:spPr>
              <a:xfrm>
                <a:off x="1124832" y="22014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9" name="流程图: 接点 1538">
                <a:extLst>
                  <a:ext uri="{FF2B5EF4-FFF2-40B4-BE49-F238E27FC236}">
                    <a16:creationId xmlns:a16="http://schemas.microsoft.com/office/drawing/2014/main" id="{52341D5C-B47C-43E8-B12D-6F1584E85033}"/>
                  </a:ext>
                </a:extLst>
              </p:cNvPr>
              <p:cNvSpPr/>
              <p:nvPr/>
            </p:nvSpPr>
            <p:spPr>
              <a:xfrm>
                <a:off x="1124720" y="226699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0" name="流程图: 接点 1539">
                <a:extLst>
                  <a:ext uri="{FF2B5EF4-FFF2-40B4-BE49-F238E27FC236}">
                    <a16:creationId xmlns:a16="http://schemas.microsoft.com/office/drawing/2014/main" id="{61970AC0-3C78-4638-8FD0-FA98AA19D9BA}"/>
                  </a:ext>
                </a:extLst>
              </p:cNvPr>
              <p:cNvSpPr/>
              <p:nvPr/>
            </p:nvSpPr>
            <p:spPr>
              <a:xfrm>
                <a:off x="1128022" y="22973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1" name="流程图: 接点 1540">
                <a:extLst>
                  <a:ext uri="{FF2B5EF4-FFF2-40B4-BE49-F238E27FC236}">
                    <a16:creationId xmlns:a16="http://schemas.microsoft.com/office/drawing/2014/main" id="{1AA0700A-BC6B-444A-8CE3-FDD0909E14DD}"/>
                  </a:ext>
                </a:extLst>
              </p:cNvPr>
              <p:cNvSpPr/>
              <p:nvPr/>
            </p:nvSpPr>
            <p:spPr>
              <a:xfrm>
                <a:off x="1263832" y="227745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2" name="流程图: 接点 1541">
                <a:extLst>
                  <a:ext uri="{FF2B5EF4-FFF2-40B4-BE49-F238E27FC236}">
                    <a16:creationId xmlns:a16="http://schemas.microsoft.com/office/drawing/2014/main" id="{1890618A-3622-49C5-A712-9592FBDC6014}"/>
                  </a:ext>
                </a:extLst>
              </p:cNvPr>
              <p:cNvSpPr/>
              <p:nvPr/>
            </p:nvSpPr>
            <p:spPr>
              <a:xfrm>
                <a:off x="1200323" y="234101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3" name="流程图: 接点 1542">
                <a:extLst>
                  <a:ext uri="{FF2B5EF4-FFF2-40B4-BE49-F238E27FC236}">
                    <a16:creationId xmlns:a16="http://schemas.microsoft.com/office/drawing/2014/main" id="{C6936EBF-4230-4A45-B842-C588CB9F260C}"/>
                  </a:ext>
                </a:extLst>
              </p:cNvPr>
              <p:cNvSpPr/>
              <p:nvPr/>
            </p:nvSpPr>
            <p:spPr>
              <a:xfrm>
                <a:off x="1269438" y="231841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4" name="流程图: 接点 1543">
                <a:extLst>
                  <a:ext uri="{FF2B5EF4-FFF2-40B4-BE49-F238E27FC236}">
                    <a16:creationId xmlns:a16="http://schemas.microsoft.com/office/drawing/2014/main" id="{D16B0849-E9FB-4D57-ADB0-79CFE4AB111A}"/>
                  </a:ext>
                </a:extLst>
              </p:cNvPr>
              <p:cNvSpPr/>
              <p:nvPr/>
            </p:nvSpPr>
            <p:spPr>
              <a:xfrm>
                <a:off x="1136927" y="23390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5" name="流程图: 接点 1544">
                <a:extLst>
                  <a:ext uri="{FF2B5EF4-FFF2-40B4-BE49-F238E27FC236}">
                    <a16:creationId xmlns:a16="http://schemas.microsoft.com/office/drawing/2014/main" id="{27F2A865-254C-4E52-9B1C-0F5428751176}"/>
                  </a:ext>
                </a:extLst>
              </p:cNvPr>
              <p:cNvSpPr/>
              <p:nvPr/>
            </p:nvSpPr>
            <p:spPr>
              <a:xfrm>
                <a:off x="1206042" y="23164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6" name="流程图: 接点 1545">
                <a:extLst>
                  <a:ext uri="{FF2B5EF4-FFF2-40B4-BE49-F238E27FC236}">
                    <a16:creationId xmlns:a16="http://schemas.microsoft.com/office/drawing/2014/main" id="{D910720E-62A7-4A42-A211-6903707A1882}"/>
                  </a:ext>
                </a:extLst>
              </p:cNvPr>
              <p:cNvSpPr/>
              <p:nvPr/>
            </p:nvSpPr>
            <p:spPr>
              <a:xfrm>
                <a:off x="1136815" y="24045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7" name="流程图: 接点 1546">
                <a:extLst>
                  <a:ext uri="{FF2B5EF4-FFF2-40B4-BE49-F238E27FC236}">
                    <a16:creationId xmlns:a16="http://schemas.microsoft.com/office/drawing/2014/main" id="{92887FEE-5B5D-4C1A-8640-C8B9CE368333}"/>
                  </a:ext>
                </a:extLst>
              </p:cNvPr>
              <p:cNvSpPr/>
              <p:nvPr/>
            </p:nvSpPr>
            <p:spPr>
              <a:xfrm>
                <a:off x="1205930" y="238198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8" name="流程图: 接点 1547">
                <a:extLst>
                  <a:ext uri="{FF2B5EF4-FFF2-40B4-BE49-F238E27FC236}">
                    <a16:creationId xmlns:a16="http://schemas.microsoft.com/office/drawing/2014/main" id="{42BB5164-3E06-46C9-9235-D5785D070B07}"/>
                  </a:ext>
                </a:extLst>
              </p:cNvPr>
              <p:cNvSpPr/>
              <p:nvPr/>
            </p:nvSpPr>
            <p:spPr>
              <a:xfrm>
                <a:off x="1172066" y="24549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9" name="流程图: 接点 1548">
                <a:extLst>
                  <a:ext uri="{FF2B5EF4-FFF2-40B4-BE49-F238E27FC236}">
                    <a16:creationId xmlns:a16="http://schemas.microsoft.com/office/drawing/2014/main" id="{FB35976D-9C31-4965-9BA2-DC844B7D0E8C}"/>
                  </a:ext>
                </a:extLst>
              </p:cNvPr>
              <p:cNvSpPr/>
              <p:nvPr/>
            </p:nvSpPr>
            <p:spPr>
              <a:xfrm>
                <a:off x="1108670" y="245295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0" name="流程图: 接点 1549">
                <a:extLst>
                  <a:ext uri="{FF2B5EF4-FFF2-40B4-BE49-F238E27FC236}">
                    <a16:creationId xmlns:a16="http://schemas.microsoft.com/office/drawing/2014/main" id="{86637990-65B5-46D4-8C30-A10F9377F1C9}"/>
                  </a:ext>
                </a:extLst>
              </p:cNvPr>
              <p:cNvSpPr/>
              <p:nvPr/>
            </p:nvSpPr>
            <p:spPr>
              <a:xfrm>
                <a:off x="1108558" y="25185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1" name="流程图: 接点 1550">
                <a:extLst>
                  <a:ext uri="{FF2B5EF4-FFF2-40B4-BE49-F238E27FC236}">
                    <a16:creationId xmlns:a16="http://schemas.microsoft.com/office/drawing/2014/main" id="{5ECD2DD4-EDF9-477B-8041-435B25DEC795}"/>
                  </a:ext>
                </a:extLst>
              </p:cNvPr>
              <p:cNvSpPr/>
              <p:nvPr/>
            </p:nvSpPr>
            <p:spPr>
              <a:xfrm>
                <a:off x="1154906" y="215524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2" name="流程图: 接点 1551">
                <a:extLst>
                  <a:ext uri="{FF2B5EF4-FFF2-40B4-BE49-F238E27FC236}">
                    <a16:creationId xmlns:a16="http://schemas.microsoft.com/office/drawing/2014/main" id="{0FD2FC1D-8727-4509-AAB7-6D0BA8384F14}"/>
                  </a:ext>
                </a:extLst>
              </p:cNvPr>
              <p:cNvSpPr/>
              <p:nvPr/>
            </p:nvSpPr>
            <p:spPr>
              <a:xfrm>
                <a:off x="1160513" y="21962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3" name="流程图: 接点 1552">
                <a:extLst>
                  <a:ext uri="{FF2B5EF4-FFF2-40B4-BE49-F238E27FC236}">
                    <a16:creationId xmlns:a16="http://schemas.microsoft.com/office/drawing/2014/main" id="{6891EA91-358A-44E0-9DD7-78F7364CEDD4}"/>
                  </a:ext>
                </a:extLst>
              </p:cNvPr>
              <p:cNvSpPr/>
              <p:nvPr/>
            </p:nvSpPr>
            <p:spPr>
              <a:xfrm>
                <a:off x="628027" y="183775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4" name="流程图: 接点 1553">
                <a:extLst>
                  <a:ext uri="{FF2B5EF4-FFF2-40B4-BE49-F238E27FC236}">
                    <a16:creationId xmlns:a16="http://schemas.microsoft.com/office/drawing/2014/main" id="{EA402D62-E006-4A26-88D0-A44F18AA5F44}"/>
                  </a:ext>
                </a:extLst>
              </p:cNvPr>
              <p:cNvSpPr/>
              <p:nvPr/>
            </p:nvSpPr>
            <p:spPr>
              <a:xfrm>
                <a:off x="697142" y="18151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5" name="流程图: 接点 1554">
                <a:extLst>
                  <a:ext uri="{FF2B5EF4-FFF2-40B4-BE49-F238E27FC236}">
                    <a16:creationId xmlns:a16="http://schemas.microsoft.com/office/drawing/2014/main" id="{E1E6A86E-0C57-4AF0-BF6B-A6F7406930D9}"/>
                  </a:ext>
                </a:extLst>
              </p:cNvPr>
              <p:cNvSpPr/>
              <p:nvPr/>
            </p:nvSpPr>
            <p:spPr>
              <a:xfrm>
                <a:off x="627915" y="19033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6" name="流程图: 接点 1555">
                <a:extLst>
                  <a:ext uri="{FF2B5EF4-FFF2-40B4-BE49-F238E27FC236}">
                    <a16:creationId xmlns:a16="http://schemas.microsoft.com/office/drawing/2014/main" id="{43FA4939-C512-4413-B220-98373260B30A}"/>
                  </a:ext>
                </a:extLst>
              </p:cNvPr>
              <p:cNvSpPr/>
              <p:nvPr/>
            </p:nvSpPr>
            <p:spPr>
              <a:xfrm>
                <a:off x="697030" y="188070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7" name="流程图: 接点 1556">
                <a:extLst>
                  <a:ext uri="{FF2B5EF4-FFF2-40B4-BE49-F238E27FC236}">
                    <a16:creationId xmlns:a16="http://schemas.microsoft.com/office/drawing/2014/main" id="{C43EFEA0-8FA8-4260-A014-4EDE75407231}"/>
                  </a:ext>
                </a:extLst>
              </p:cNvPr>
              <p:cNvSpPr/>
              <p:nvPr/>
            </p:nvSpPr>
            <p:spPr>
              <a:xfrm>
                <a:off x="564519" y="19013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8" name="流程图: 接点 1557">
                <a:extLst>
                  <a:ext uri="{FF2B5EF4-FFF2-40B4-BE49-F238E27FC236}">
                    <a16:creationId xmlns:a16="http://schemas.microsoft.com/office/drawing/2014/main" id="{5DB2890B-84E9-49A5-ABC0-FDD1E7CE9191}"/>
                  </a:ext>
                </a:extLst>
              </p:cNvPr>
              <p:cNvSpPr/>
              <p:nvPr/>
            </p:nvSpPr>
            <p:spPr>
              <a:xfrm>
                <a:off x="633634" y="18787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9" name="流程图: 接点 1558">
                <a:extLst>
                  <a:ext uri="{FF2B5EF4-FFF2-40B4-BE49-F238E27FC236}">
                    <a16:creationId xmlns:a16="http://schemas.microsoft.com/office/drawing/2014/main" id="{6EE25C9E-69D4-4BD7-8124-8B8B4A7FC48E}"/>
                  </a:ext>
                </a:extLst>
              </p:cNvPr>
              <p:cNvSpPr/>
              <p:nvPr/>
            </p:nvSpPr>
            <p:spPr>
              <a:xfrm>
                <a:off x="564406" y="196686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0" name="流程图: 接点 1559">
                <a:extLst>
                  <a:ext uri="{FF2B5EF4-FFF2-40B4-BE49-F238E27FC236}">
                    <a16:creationId xmlns:a16="http://schemas.microsoft.com/office/drawing/2014/main" id="{E5E4BBDF-F7D4-4552-91B2-36003104ED70}"/>
                  </a:ext>
                </a:extLst>
              </p:cNvPr>
              <p:cNvSpPr/>
              <p:nvPr/>
            </p:nvSpPr>
            <p:spPr>
              <a:xfrm>
                <a:off x="633521" y="194426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1" name="流程图: 接点 1560">
                <a:extLst>
                  <a:ext uri="{FF2B5EF4-FFF2-40B4-BE49-F238E27FC236}">
                    <a16:creationId xmlns:a16="http://schemas.microsoft.com/office/drawing/2014/main" id="{2DE47505-BDC8-4DCB-8903-6A8F4916A252}"/>
                  </a:ext>
                </a:extLst>
              </p:cNvPr>
              <p:cNvSpPr/>
              <p:nvPr/>
            </p:nvSpPr>
            <p:spPr>
              <a:xfrm>
                <a:off x="501010" y="19648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2" name="流程图: 接点 1561">
                <a:extLst>
                  <a:ext uri="{FF2B5EF4-FFF2-40B4-BE49-F238E27FC236}">
                    <a16:creationId xmlns:a16="http://schemas.microsoft.com/office/drawing/2014/main" id="{7F6830F1-9E95-4EE2-A23C-9D542812B521}"/>
                  </a:ext>
                </a:extLst>
              </p:cNvPr>
              <p:cNvSpPr/>
              <p:nvPr/>
            </p:nvSpPr>
            <p:spPr>
              <a:xfrm>
                <a:off x="570125" y="19422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3" name="流程图: 接点 1562">
                <a:extLst>
                  <a:ext uri="{FF2B5EF4-FFF2-40B4-BE49-F238E27FC236}">
                    <a16:creationId xmlns:a16="http://schemas.microsoft.com/office/drawing/2014/main" id="{21C4648E-E2B5-442D-95AF-A7E923176376}"/>
                  </a:ext>
                </a:extLst>
              </p:cNvPr>
              <p:cNvSpPr/>
              <p:nvPr/>
            </p:nvSpPr>
            <p:spPr>
              <a:xfrm>
                <a:off x="570013" y="200783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4" name="流程图: 接点 1563">
                <a:extLst>
                  <a:ext uri="{FF2B5EF4-FFF2-40B4-BE49-F238E27FC236}">
                    <a16:creationId xmlns:a16="http://schemas.microsoft.com/office/drawing/2014/main" id="{11AFF046-3B99-4224-8496-70F52AAF4F0E}"/>
                  </a:ext>
                </a:extLst>
              </p:cNvPr>
              <p:cNvSpPr/>
              <p:nvPr/>
            </p:nvSpPr>
            <p:spPr>
              <a:xfrm>
                <a:off x="768870" y="190296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5" name="流程图: 接点 1564">
                <a:extLst>
                  <a:ext uri="{FF2B5EF4-FFF2-40B4-BE49-F238E27FC236}">
                    <a16:creationId xmlns:a16="http://schemas.microsoft.com/office/drawing/2014/main" id="{4BC11C62-3079-49BE-8FD9-2489DE957650}"/>
                  </a:ext>
                </a:extLst>
              </p:cNvPr>
              <p:cNvSpPr/>
              <p:nvPr/>
            </p:nvSpPr>
            <p:spPr>
              <a:xfrm>
                <a:off x="768757" y="196851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6" name="流程图: 接点 1565">
                <a:extLst>
                  <a:ext uri="{FF2B5EF4-FFF2-40B4-BE49-F238E27FC236}">
                    <a16:creationId xmlns:a16="http://schemas.microsoft.com/office/drawing/2014/main" id="{C1A8ABB7-845B-40EB-8B73-33E19FCE0411}"/>
                  </a:ext>
                </a:extLst>
              </p:cNvPr>
              <p:cNvSpPr/>
              <p:nvPr/>
            </p:nvSpPr>
            <p:spPr>
              <a:xfrm>
                <a:off x="705361" y="19665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7" name="流程图: 接点 1566">
                <a:extLst>
                  <a:ext uri="{FF2B5EF4-FFF2-40B4-BE49-F238E27FC236}">
                    <a16:creationId xmlns:a16="http://schemas.microsoft.com/office/drawing/2014/main" id="{E9AEC17C-303F-4F49-A56D-6F32C2640DA8}"/>
                  </a:ext>
                </a:extLst>
              </p:cNvPr>
              <p:cNvSpPr/>
              <p:nvPr/>
            </p:nvSpPr>
            <p:spPr>
              <a:xfrm>
                <a:off x="774476" y="19439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8" name="流程图: 接点 1567">
                <a:extLst>
                  <a:ext uri="{FF2B5EF4-FFF2-40B4-BE49-F238E27FC236}">
                    <a16:creationId xmlns:a16="http://schemas.microsoft.com/office/drawing/2014/main" id="{9E76B877-2EB8-4F2F-A9F5-6B4922CCC8D6}"/>
                  </a:ext>
                </a:extLst>
              </p:cNvPr>
              <p:cNvSpPr/>
              <p:nvPr/>
            </p:nvSpPr>
            <p:spPr>
              <a:xfrm>
                <a:off x="774364" y="20094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9" name="流程图: 接点 1568">
                <a:extLst>
                  <a:ext uri="{FF2B5EF4-FFF2-40B4-BE49-F238E27FC236}">
                    <a16:creationId xmlns:a16="http://schemas.microsoft.com/office/drawing/2014/main" id="{71A0C261-6A3B-46AE-AAC5-6A39638FEBA6}"/>
                  </a:ext>
                </a:extLst>
              </p:cNvPr>
              <p:cNvSpPr/>
              <p:nvPr/>
            </p:nvSpPr>
            <p:spPr>
              <a:xfrm>
                <a:off x="710967" y="20074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0" name="流程图: 接点 1569">
                <a:extLst>
                  <a:ext uri="{FF2B5EF4-FFF2-40B4-BE49-F238E27FC236}">
                    <a16:creationId xmlns:a16="http://schemas.microsoft.com/office/drawing/2014/main" id="{47F09F63-53FD-4913-AD14-D9775544A472}"/>
                  </a:ext>
                </a:extLst>
              </p:cNvPr>
              <p:cNvSpPr/>
              <p:nvPr/>
            </p:nvSpPr>
            <p:spPr>
              <a:xfrm>
                <a:off x="636820" y="194495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1" name="流程图: 接点 1570">
                <a:extLst>
                  <a:ext uri="{FF2B5EF4-FFF2-40B4-BE49-F238E27FC236}">
                    <a16:creationId xmlns:a16="http://schemas.microsoft.com/office/drawing/2014/main" id="{42EB934E-6246-4AFA-AE2B-62B15711386B}"/>
                  </a:ext>
                </a:extLst>
              </p:cNvPr>
              <p:cNvSpPr/>
              <p:nvPr/>
            </p:nvSpPr>
            <p:spPr>
              <a:xfrm>
                <a:off x="705935" y="19223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2" name="流程图: 接点 1571">
                <a:extLst>
                  <a:ext uri="{FF2B5EF4-FFF2-40B4-BE49-F238E27FC236}">
                    <a16:creationId xmlns:a16="http://schemas.microsoft.com/office/drawing/2014/main" id="{AAA6BC05-D894-470E-9B30-2D07AE9433AD}"/>
                  </a:ext>
                </a:extLst>
              </p:cNvPr>
              <p:cNvSpPr/>
              <p:nvPr/>
            </p:nvSpPr>
            <p:spPr>
              <a:xfrm>
                <a:off x="636707" y="20105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3" name="流程图: 接点 1572">
                <a:extLst>
                  <a:ext uri="{FF2B5EF4-FFF2-40B4-BE49-F238E27FC236}">
                    <a16:creationId xmlns:a16="http://schemas.microsoft.com/office/drawing/2014/main" id="{D2C2D378-4692-475A-AFDC-BB67503701DE}"/>
                  </a:ext>
                </a:extLst>
              </p:cNvPr>
              <p:cNvSpPr/>
              <p:nvPr/>
            </p:nvSpPr>
            <p:spPr>
              <a:xfrm>
                <a:off x="705823" y="198790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4" name="流程图: 接点 1573">
                <a:extLst>
                  <a:ext uri="{FF2B5EF4-FFF2-40B4-BE49-F238E27FC236}">
                    <a16:creationId xmlns:a16="http://schemas.microsoft.com/office/drawing/2014/main" id="{054C8B28-736A-4BD4-9B14-26951CB273FD}"/>
                  </a:ext>
                </a:extLst>
              </p:cNvPr>
              <p:cNvSpPr/>
              <p:nvPr/>
            </p:nvSpPr>
            <p:spPr>
              <a:xfrm>
                <a:off x="573311" y="20085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5" name="流程图: 接点 1574">
                <a:extLst>
                  <a:ext uri="{FF2B5EF4-FFF2-40B4-BE49-F238E27FC236}">
                    <a16:creationId xmlns:a16="http://schemas.microsoft.com/office/drawing/2014/main" id="{F4E9FAF5-6821-424B-BDD7-B66BC4C7FAA2}"/>
                  </a:ext>
                </a:extLst>
              </p:cNvPr>
              <p:cNvSpPr/>
              <p:nvPr/>
            </p:nvSpPr>
            <p:spPr>
              <a:xfrm>
                <a:off x="642426" y="19859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6" name="流程图: 接点 1575">
                <a:extLst>
                  <a:ext uri="{FF2B5EF4-FFF2-40B4-BE49-F238E27FC236}">
                    <a16:creationId xmlns:a16="http://schemas.microsoft.com/office/drawing/2014/main" id="{88B77E93-8CBC-40CD-A202-E404857696EA}"/>
                  </a:ext>
                </a:extLst>
              </p:cNvPr>
              <p:cNvSpPr/>
              <p:nvPr/>
            </p:nvSpPr>
            <p:spPr>
              <a:xfrm>
                <a:off x="777662" y="201016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7" name="流程图: 接点 1576">
                <a:extLst>
                  <a:ext uri="{FF2B5EF4-FFF2-40B4-BE49-F238E27FC236}">
                    <a16:creationId xmlns:a16="http://schemas.microsoft.com/office/drawing/2014/main" id="{D7208A14-6D18-4320-AE80-42D05A99BB56}"/>
                  </a:ext>
                </a:extLst>
              </p:cNvPr>
              <p:cNvSpPr/>
              <p:nvPr/>
            </p:nvSpPr>
            <p:spPr>
              <a:xfrm>
                <a:off x="492723" y="17860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8" name="流程图: 接点 1577">
                <a:extLst>
                  <a:ext uri="{FF2B5EF4-FFF2-40B4-BE49-F238E27FC236}">
                    <a16:creationId xmlns:a16="http://schemas.microsoft.com/office/drawing/2014/main" id="{0BEF469D-D157-409A-8E81-CE4109CF7508}"/>
                  </a:ext>
                </a:extLst>
              </p:cNvPr>
              <p:cNvSpPr/>
              <p:nvPr/>
            </p:nvSpPr>
            <p:spPr>
              <a:xfrm>
                <a:off x="498330" y="182699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9" name="流程图: 接点 1578">
                <a:extLst>
                  <a:ext uri="{FF2B5EF4-FFF2-40B4-BE49-F238E27FC236}">
                    <a16:creationId xmlns:a16="http://schemas.microsoft.com/office/drawing/2014/main" id="{327187BD-E475-418F-9766-67B407D84018}"/>
                  </a:ext>
                </a:extLst>
              </p:cNvPr>
              <p:cNvSpPr/>
              <p:nvPr/>
            </p:nvSpPr>
            <p:spPr>
              <a:xfrm>
                <a:off x="573933" y="19010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0" name="流程图: 接点 1579">
                <a:extLst>
                  <a:ext uri="{FF2B5EF4-FFF2-40B4-BE49-F238E27FC236}">
                    <a16:creationId xmlns:a16="http://schemas.microsoft.com/office/drawing/2014/main" id="{6E609768-7313-4C36-AA4A-D69E6ECFC1B7}"/>
                  </a:ext>
                </a:extLst>
              </p:cNvPr>
              <p:cNvSpPr/>
              <p:nvPr/>
            </p:nvSpPr>
            <p:spPr>
              <a:xfrm>
                <a:off x="510425" y="19645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1" name="流程图: 接点 1580">
                <a:extLst>
                  <a:ext uri="{FF2B5EF4-FFF2-40B4-BE49-F238E27FC236}">
                    <a16:creationId xmlns:a16="http://schemas.microsoft.com/office/drawing/2014/main" id="{DBF00AFF-1C6F-44E2-8862-8C4322C7FE15}"/>
                  </a:ext>
                </a:extLst>
              </p:cNvPr>
              <p:cNvSpPr/>
              <p:nvPr/>
            </p:nvSpPr>
            <p:spPr>
              <a:xfrm>
                <a:off x="579540" y="194198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2" name="流程图: 接点 1581">
                <a:extLst>
                  <a:ext uri="{FF2B5EF4-FFF2-40B4-BE49-F238E27FC236}">
                    <a16:creationId xmlns:a16="http://schemas.microsoft.com/office/drawing/2014/main" id="{B406AAB1-DF01-4A98-AF81-69B9232FAFEA}"/>
                  </a:ext>
                </a:extLst>
              </p:cNvPr>
              <p:cNvSpPr/>
              <p:nvPr/>
            </p:nvSpPr>
            <p:spPr>
              <a:xfrm>
                <a:off x="516144" y="194000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3" name="流程图: 接点 1582">
                <a:extLst>
                  <a:ext uri="{FF2B5EF4-FFF2-40B4-BE49-F238E27FC236}">
                    <a16:creationId xmlns:a16="http://schemas.microsoft.com/office/drawing/2014/main" id="{F9315044-CFDB-4C64-889A-CEB6EC7D3C1B}"/>
                  </a:ext>
                </a:extLst>
              </p:cNvPr>
              <p:cNvSpPr/>
              <p:nvPr/>
            </p:nvSpPr>
            <p:spPr>
              <a:xfrm>
                <a:off x="516031" y="200555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4" name="流程图: 接点 1583">
                <a:extLst>
                  <a:ext uri="{FF2B5EF4-FFF2-40B4-BE49-F238E27FC236}">
                    <a16:creationId xmlns:a16="http://schemas.microsoft.com/office/drawing/2014/main" id="{369DD0CA-E6E5-4938-A49C-52E96D6D540A}"/>
                  </a:ext>
                </a:extLst>
              </p:cNvPr>
              <p:cNvSpPr/>
              <p:nvPr/>
            </p:nvSpPr>
            <p:spPr>
              <a:xfrm>
                <a:off x="659748" y="188071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5" name="流程图: 接点 1584">
                <a:extLst>
                  <a:ext uri="{FF2B5EF4-FFF2-40B4-BE49-F238E27FC236}">
                    <a16:creationId xmlns:a16="http://schemas.microsoft.com/office/drawing/2014/main" id="{2394366B-0D30-40B6-8757-425BBDA08D5C}"/>
                  </a:ext>
                </a:extLst>
              </p:cNvPr>
              <p:cNvSpPr/>
              <p:nvPr/>
            </p:nvSpPr>
            <p:spPr>
              <a:xfrm>
                <a:off x="596352" y="187873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6" name="流程图: 接点 1585">
                <a:extLst>
                  <a:ext uri="{FF2B5EF4-FFF2-40B4-BE49-F238E27FC236}">
                    <a16:creationId xmlns:a16="http://schemas.microsoft.com/office/drawing/2014/main" id="{C7E29B56-CA79-4224-81B7-34E9B23FC80C}"/>
                  </a:ext>
                </a:extLst>
              </p:cNvPr>
              <p:cNvSpPr/>
              <p:nvPr/>
            </p:nvSpPr>
            <p:spPr>
              <a:xfrm>
                <a:off x="596239" y="19442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7" name="流程图: 接点 1586">
                <a:extLst>
                  <a:ext uri="{FF2B5EF4-FFF2-40B4-BE49-F238E27FC236}">
                    <a16:creationId xmlns:a16="http://schemas.microsoft.com/office/drawing/2014/main" id="{C39EFEE7-75D1-47BD-A33B-D59E00D44140}"/>
                  </a:ext>
                </a:extLst>
              </p:cNvPr>
              <p:cNvSpPr/>
              <p:nvPr/>
            </p:nvSpPr>
            <p:spPr>
              <a:xfrm>
                <a:off x="665355" y="192168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8" name="流程图: 接点 1587">
                <a:extLst>
                  <a:ext uri="{FF2B5EF4-FFF2-40B4-BE49-F238E27FC236}">
                    <a16:creationId xmlns:a16="http://schemas.microsoft.com/office/drawing/2014/main" id="{70158141-8F65-4E69-AFC6-69D84ABC7F6A}"/>
                  </a:ext>
                </a:extLst>
              </p:cNvPr>
              <p:cNvSpPr/>
              <p:nvPr/>
            </p:nvSpPr>
            <p:spPr>
              <a:xfrm>
                <a:off x="774821" y="19227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9" name="流程图: 接点 1588">
                <a:extLst>
                  <a:ext uri="{FF2B5EF4-FFF2-40B4-BE49-F238E27FC236}">
                    <a16:creationId xmlns:a16="http://schemas.microsoft.com/office/drawing/2014/main" id="{490CED45-6F45-410E-9D20-D8FE83D0B73B}"/>
                  </a:ext>
                </a:extLst>
              </p:cNvPr>
              <p:cNvSpPr/>
              <p:nvPr/>
            </p:nvSpPr>
            <p:spPr>
              <a:xfrm>
                <a:off x="740958" y="19957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0" name="流程图: 接点 1589">
                <a:extLst>
                  <a:ext uri="{FF2B5EF4-FFF2-40B4-BE49-F238E27FC236}">
                    <a16:creationId xmlns:a16="http://schemas.microsoft.com/office/drawing/2014/main" id="{CE2EAA8C-EB62-4CA8-AFCA-F64BCDAF38E8}"/>
                  </a:ext>
                </a:extLst>
              </p:cNvPr>
              <p:cNvSpPr/>
              <p:nvPr/>
            </p:nvSpPr>
            <p:spPr>
              <a:xfrm>
                <a:off x="746677" y="19711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1" name="流程图: 接点 1590">
                <a:extLst>
                  <a:ext uri="{FF2B5EF4-FFF2-40B4-BE49-F238E27FC236}">
                    <a16:creationId xmlns:a16="http://schemas.microsoft.com/office/drawing/2014/main" id="{7B25D988-4A2F-4BE4-84A2-2D31FB362C47}"/>
                  </a:ext>
                </a:extLst>
              </p:cNvPr>
              <p:cNvSpPr/>
              <p:nvPr/>
            </p:nvSpPr>
            <p:spPr>
              <a:xfrm>
                <a:off x="545224" y="18866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2" name="流程图: 接点 1591">
                <a:extLst>
                  <a:ext uri="{FF2B5EF4-FFF2-40B4-BE49-F238E27FC236}">
                    <a16:creationId xmlns:a16="http://schemas.microsoft.com/office/drawing/2014/main" id="{E7D2A219-6E77-4F66-AFC6-BEAAB87EF93B}"/>
                  </a:ext>
                </a:extLst>
              </p:cNvPr>
              <p:cNvSpPr/>
              <p:nvPr/>
            </p:nvSpPr>
            <p:spPr>
              <a:xfrm>
                <a:off x="632033" y="18734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3" name="流程图: 接点 1592">
                <a:extLst>
                  <a:ext uri="{FF2B5EF4-FFF2-40B4-BE49-F238E27FC236}">
                    <a16:creationId xmlns:a16="http://schemas.microsoft.com/office/drawing/2014/main" id="{3D3AF196-A3E1-4B4A-9636-EA6EC58D7460}"/>
                  </a:ext>
                </a:extLst>
              </p:cNvPr>
              <p:cNvSpPr/>
              <p:nvPr/>
            </p:nvSpPr>
            <p:spPr>
              <a:xfrm>
                <a:off x="637639" y="191446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4" name="流程图: 接点 1593">
                <a:extLst>
                  <a:ext uri="{FF2B5EF4-FFF2-40B4-BE49-F238E27FC236}">
                    <a16:creationId xmlns:a16="http://schemas.microsoft.com/office/drawing/2014/main" id="{CDA9C1C9-0F92-4C31-A6FE-50D3433C3745}"/>
                  </a:ext>
                </a:extLst>
              </p:cNvPr>
              <p:cNvSpPr/>
              <p:nvPr/>
            </p:nvSpPr>
            <p:spPr>
              <a:xfrm>
                <a:off x="742137" y="195894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5" name="流程图: 接点 1594">
                <a:extLst>
                  <a:ext uri="{FF2B5EF4-FFF2-40B4-BE49-F238E27FC236}">
                    <a16:creationId xmlns:a16="http://schemas.microsoft.com/office/drawing/2014/main" id="{638FE79F-AA0A-4650-8F83-B074847CD491}"/>
                  </a:ext>
                </a:extLst>
              </p:cNvPr>
              <p:cNvSpPr/>
              <p:nvPr/>
            </p:nvSpPr>
            <p:spPr>
              <a:xfrm>
                <a:off x="748089" y="197871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6" name="流程图: 接点 1595">
                <a:extLst>
                  <a:ext uri="{FF2B5EF4-FFF2-40B4-BE49-F238E27FC236}">
                    <a16:creationId xmlns:a16="http://schemas.microsoft.com/office/drawing/2014/main" id="{F68E8EE3-7085-4690-BC98-53176A3739E8}"/>
                  </a:ext>
                </a:extLst>
              </p:cNvPr>
              <p:cNvSpPr/>
              <p:nvPr/>
            </p:nvSpPr>
            <p:spPr>
              <a:xfrm>
                <a:off x="460147" y="192749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7" name="流程图: 接点 1596">
                <a:extLst>
                  <a:ext uri="{FF2B5EF4-FFF2-40B4-BE49-F238E27FC236}">
                    <a16:creationId xmlns:a16="http://schemas.microsoft.com/office/drawing/2014/main" id="{ED426B3A-4DE3-480D-8666-BB7AAC20189C}"/>
                  </a:ext>
                </a:extLst>
              </p:cNvPr>
              <p:cNvSpPr/>
              <p:nvPr/>
            </p:nvSpPr>
            <p:spPr>
              <a:xfrm>
                <a:off x="529262" y="190489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8" name="流程图: 接点 1597">
                <a:extLst>
                  <a:ext uri="{FF2B5EF4-FFF2-40B4-BE49-F238E27FC236}">
                    <a16:creationId xmlns:a16="http://schemas.microsoft.com/office/drawing/2014/main" id="{A3D29A7A-C340-4BC3-B0A4-121E73C82CE2}"/>
                  </a:ext>
                </a:extLst>
              </p:cNvPr>
              <p:cNvSpPr/>
              <p:nvPr/>
            </p:nvSpPr>
            <p:spPr>
              <a:xfrm>
                <a:off x="460034" y="199304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9" name="流程图: 接点 1598">
                <a:extLst>
                  <a:ext uri="{FF2B5EF4-FFF2-40B4-BE49-F238E27FC236}">
                    <a16:creationId xmlns:a16="http://schemas.microsoft.com/office/drawing/2014/main" id="{93CA82AD-6326-4D76-B11B-07DF62BE6431}"/>
                  </a:ext>
                </a:extLst>
              </p:cNvPr>
              <p:cNvSpPr/>
              <p:nvPr/>
            </p:nvSpPr>
            <p:spPr>
              <a:xfrm>
                <a:off x="529150" y="197044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0" name="流程图: 接点 1599">
                <a:extLst>
                  <a:ext uri="{FF2B5EF4-FFF2-40B4-BE49-F238E27FC236}">
                    <a16:creationId xmlns:a16="http://schemas.microsoft.com/office/drawing/2014/main" id="{915A07C9-F741-4D34-AB59-74FE4B82949E}"/>
                  </a:ext>
                </a:extLst>
              </p:cNvPr>
              <p:cNvSpPr/>
              <p:nvPr/>
            </p:nvSpPr>
            <p:spPr>
              <a:xfrm>
                <a:off x="396638" y="199106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1" name="流程图: 接点 1600">
                <a:extLst>
                  <a:ext uri="{FF2B5EF4-FFF2-40B4-BE49-F238E27FC236}">
                    <a16:creationId xmlns:a16="http://schemas.microsoft.com/office/drawing/2014/main" id="{290958C3-EFAC-4A54-8D8F-D743EA7A34C3}"/>
                  </a:ext>
                </a:extLst>
              </p:cNvPr>
              <p:cNvSpPr/>
              <p:nvPr/>
            </p:nvSpPr>
            <p:spPr>
              <a:xfrm>
                <a:off x="465753" y="19684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2" name="流程图: 接点 1601">
                <a:extLst>
                  <a:ext uri="{FF2B5EF4-FFF2-40B4-BE49-F238E27FC236}">
                    <a16:creationId xmlns:a16="http://schemas.microsoft.com/office/drawing/2014/main" id="{76B0B324-9FBE-4A4D-9BF5-2B6A0754EFD8}"/>
                  </a:ext>
                </a:extLst>
              </p:cNvPr>
              <p:cNvSpPr/>
              <p:nvPr/>
            </p:nvSpPr>
            <p:spPr>
              <a:xfrm>
                <a:off x="600989" y="199271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3" name="流程图: 接点 1602">
                <a:extLst>
                  <a:ext uri="{FF2B5EF4-FFF2-40B4-BE49-F238E27FC236}">
                    <a16:creationId xmlns:a16="http://schemas.microsoft.com/office/drawing/2014/main" id="{CF553EAB-74DD-401A-8316-C430931605DE}"/>
                  </a:ext>
                </a:extLst>
              </p:cNvPr>
              <p:cNvSpPr/>
              <p:nvPr/>
            </p:nvSpPr>
            <p:spPr>
              <a:xfrm>
                <a:off x="670104" y="19701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4" name="流程图: 接点 1603">
                <a:extLst>
                  <a:ext uri="{FF2B5EF4-FFF2-40B4-BE49-F238E27FC236}">
                    <a16:creationId xmlns:a16="http://schemas.microsoft.com/office/drawing/2014/main" id="{FDE3811A-07AB-41C9-AE56-2A76F6C72AC7}"/>
                  </a:ext>
                </a:extLst>
              </p:cNvPr>
              <p:cNvSpPr/>
              <p:nvPr/>
            </p:nvSpPr>
            <p:spPr>
              <a:xfrm>
                <a:off x="538055" y="201209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5" name="流程图: 接点 1604">
                <a:extLst>
                  <a:ext uri="{FF2B5EF4-FFF2-40B4-BE49-F238E27FC236}">
                    <a16:creationId xmlns:a16="http://schemas.microsoft.com/office/drawing/2014/main" id="{061823DE-8C3B-4246-870E-F1C265038810}"/>
                  </a:ext>
                </a:extLst>
              </p:cNvPr>
              <p:cNvSpPr/>
              <p:nvPr/>
            </p:nvSpPr>
            <p:spPr>
              <a:xfrm>
                <a:off x="324843" y="18757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6" name="流程图: 接点 1605">
                <a:extLst>
                  <a:ext uri="{FF2B5EF4-FFF2-40B4-BE49-F238E27FC236}">
                    <a16:creationId xmlns:a16="http://schemas.microsoft.com/office/drawing/2014/main" id="{7F7EED09-67CA-4C7D-8133-76E851DC28C1}"/>
                  </a:ext>
                </a:extLst>
              </p:cNvPr>
              <p:cNvSpPr/>
              <p:nvPr/>
            </p:nvSpPr>
            <p:spPr>
              <a:xfrm>
                <a:off x="330450" y="19167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7" name="流程图: 接点 1606">
                <a:extLst>
                  <a:ext uri="{FF2B5EF4-FFF2-40B4-BE49-F238E27FC236}">
                    <a16:creationId xmlns:a16="http://schemas.microsoft.com/office/drawing/2014/main" id="{DABDA3D7-F85B-476C-91EC-DB5A7B538304}"/>
                  </a:ext>
                </a:extLst>
              </p:cNvPr>
              <p:cNvSpPr/>
              <p:nvPr/>
            </p:nvSpPr>
            <p:spPr>
              <a:xfrm>
                <a:off x="406053" y="19907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8" name="流程图: 接点 1607">
                <a:extLst>
                  <a:ext uri="{FF2B5EF4-FFF2-40B4-BE49-F238E27FC236}">
                    <a16:creationId xmlns:a16="http://schemas.microsoft.com/office/drawing/2014/main" id="{41E589DF-3B8A-433C-B2CB-BF34B2E9FC46}"/>
                  </a:ext>
                </a:extLst>
              </p:cNvPr>
              <p:cNvSpPr/>
              <p:nvPr/>
            </p:nvSpPr>
            <p:spPr>
              <a:xfrm>
                <a:off x="793084" y="19775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9" name="流程图: 接点 1608">
                <a:extLst>
                  <a:ext uri="{FF2B5EF4-FFF2-40B4-BE49-F238E27FC236}">
                    <a16:creationId xmlns:a16="http://schemas.microsoft.com/office/drawing/2014/main" id="{052ADDAA-740D-408D-861B-C782FACB7C01}"/>
                  </a:ext>
                </a:extLst>
              </p:cNvPr>
              <p:cNvSpPr/>
              <p:nvPr/>
            </p:nvSpPr>
            <p:spPr>
              <a:xfrm>
                <a:off x="729688" y="19755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0" name="流程图: 接点 1609">
                <a:extLst>
                  <a:ext uri="{FF2B5EF4-FFF2-40B4-BE49-F238E27FC236}">
                    <a16:creationId xmlns:a16="http://schemas.microsoft.com/office/drawing/2014/main" id="{0671E441-8FAD-45B9-AF8B-72FD3957ADFD}"/>
                  </a:ext>
                </a:extLst>
              </p:cNvPr>
              <p:cNvSpPr/>
              <p:nvPr/>
            </p:nvSpPr>
            <p:spPr>
              <a:xfrm>
                <a:off x="491868" y="19704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1" name="流程图: 接点 1610">
                <a:extLst>
                  <a:ext uri="{FF2B5EF4-FFF2-40B4-BE49-F238E27FC236}">
                    <a16:creationId xmlns:a16="http://schemas.microsoft.com/office/drawing/2014/main" id="{83FFBE42-4BF4-42D9-BD6A-EBD8C7D0F027}"/>
                  </a:ext>
                </a:extLst>
              </p:cNvPr>
              <p:cNvSpPr/>
              <p:nvPr/>
            </p:nvSpPr>
            <p:spPr>
              <a:xfrm>
                <a:off x="428471" y="196847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2" name="流程图: 接点 1611">
                <a:extLst>
                  <a:ext uri="{FF2B5EF4-FFF2-40B4-BE49-F238E27FC236}">
                    <a16:creationId xmlns:a16="http://schemas.microsoft.com/office/drawing/2014/main" id="{5616C57F-70D7-4CE6-A33B-C25781593887}"/>
                  </a:ext>
                </a:extLst>
              </p:cNvPr>
              <p:cNvSpPr/>
              <p:nvPr/>
            </p:nvSpPr>
            <p:spPr>
              <a:xfrm>
                <a:off x="497474" y="20114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3" name="流程图: 接点 1612">
                <a:extLst>
                  <a:ext uri="{FF2B5EF4-FFF2-40B4-BE49-F238E27FC236}">
                    <a16:creationId xmlns:a16="http://schemas.microsoft.com/office/drawing/2014/main" id="{30B1FC7C-5A23-41B5-901B-EDA7C981A4C5}"/>
                  </a:ext>
                </a:extLst>
              </p:cNvPr>
              <p:cNvSpPr/>
              <p:nvPr/>
            </p:nvSpPr>
            <p:spPr>
              <a:xfrm>
                <a:off x="606941" y="20124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4" name="流程图: 接点 1613">
                <a:extLst>
                  <a:ext uri="{FF2B5EF4-FFF2-40B4-BE49-F238E27FC236}">
                    <a16:creationId xmlns:a16="http://schemas.microsoft.com/office/drawing/2014/main" id="{CFE7BFF5-9B74-4C10-BD53-7D1E5CD49352}"/>
                  </a:ext>
                </a:extLst>
              </p:cNvPr>
              <p:cNvSpPr/>
              <p:nvPr/>
            </p:nvSpPr>
            <p:spPr>
              <a:xfrm>
                <a:off x="676056" y="198988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5" name="流程图: 接点 1614">
                <a:extLst>
                  <a:ext uri="{FF2B5EF4-FFF2-40B4-BE49-F238E27FC236}">
                    <a16:creationId xmlns:a16="http://schemas.microsoft.com/office/drawing/2014/main" id="{7922A20E-7AB1-42E6-9FCF-708128525058}"/>
                  </a:ext>
                </a:extLst>
              </p:cNvPr>
              <p:cNvSpPr/>
              <p:nvPr/>
            </p:nvSpPr>
            <p:spPr>
              <a:xfrm>
                <a:off x="377343" y="197639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6" name="流程图: 接点 1615">
                <a:extLst>
                  <a:ext uri="{FF2B5EF4-FFF2-40B4-BE49-F238E27FC236}">
                    <a16:creationId xmlns:a16="http://schemas.microsoft.com/office/drawing/2014/main" id="{5699DF47-1B9B-4A0E-A4EF-2FAFC6577A96}"/>
                  </a:ext>
                </a:extLst>
              </p:cNvPr>
              <p:cNvSpPr/>
              <p:nvPr/>
            </p:nvSpPr>
            <p:spPr>
              <a:xfrm>
                <a:off x="464152" y="196323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7" name="流程图: 接点 1616">
                <a:extLst>
                  <a:ext uri="{FF2B5EF4-FFF2-40B4-BE49-F238E27FC236}">
                    <a16:creationId xmlns:a16="http://schemas.microsoft.com/office/drawing/2014/main" id="{06D3B4F4-97F8-4618-B335-A4F64927A6C3}"/>
                  </a:ext>
                </a:extLst>
              </p:cNvPr>
              <p:cNvSpPr/>
              <p:nvPr/>
            </p:nvSpPr>
            <p:spPr>
              <a:xfrm>
                <a:off x="469759" y="200420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8" name="流程图: 接点 1617">
                <a:extLst>
                  <a:ext uri="{FF2B5EF4-FFF2-40B4-BE49-F238E27FC236}">
                    <a16:creationId xmlns:a16="http://schemas.microsoft.com/office/drawing/2014/main" id="{4B4DAB57-D82B-4DD8-A87C-8856CA37CC5A}"/>
                  </a:ext>
                </a:extLst>
              </p:cNvPr>
              <p:cNvSpPr/>
              <p:nvPr/>
            </p:nvSpPr>
            <p:spPr>
              <a:xfrm>
                <a:off x="494303" y="22430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9" name="流程图: 接点 1618">
                <a:extLst>
                  <a:ext uri="{FF2B5EF4-FFF2-40B4-BE49-F238E27FC236}">
                    <a16:creationId xmlns:a16="http://schemas.microsoft.com/office/drawing/2014/main" id="{115B4C16-6DF9-4258-AC49-AFFFCF51E847}"/>
                  </a:ext>
                </a:extLst>
              </p:cNvPr>
              <p:cNvSpPr/>
              <p:nvPr/>
            </p:nvSpPr>
            <p:spPr>
              <a:xfrm>
                <a:off x="500023" y="22184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0" name="流程图: 接点 1619">
                <a:extLst>
                  <a:ext uri="{FF2B5EF4-FFF2-40B4-BE49-F238E27FC236}">
                    <a16:creationId xmlns:a16="http://schemas.microsoft.com/office/drawing/2014/main" id="{9673D827-10D7-43F3-B070-8E44F19E7EF0}"/>
                  </a:ext>
                </a:extLst>
              </p:cNvPr>
              <p:cNvSpPr/>
              <p:nvPr/>
            </p:nvSpPr>
            <p:spPr>
              <a:xfrm>
                <a:off x="348775" y="221393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1" name="流程图: 接点 1620">
                <a:extLst>
                  <a:ext uri="{FF2B5EF4-FFF2-40B4-BE49-F238E27FC236}">
                    <a16:creationId xmlns:a16="http://schemas.microsoft.com/office/drawing/2014/main" id="{94675C08-A53F-4CDF-9FF7-A13ECB9490B1}"/>
                  </a:ext>
                </a:extLst>
              </p:cNvPr>
              <p:cNvSpPr/>
              <p:nvPr/>
            </p:nvSpPr>
            <p:spPr>
              <a:xfrm>
                <a:off x="473732" y="222138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2" name="流程图: 接点 1621">
                <a:extLst>
                  <a:ext uri="{FF2B5EF4-FFF2-40B4-BE49-F238E27FC236}">
                    <a16:creationId xmlns:a16="http://schemas.microsoft.com/office/drawing/2014/main" id="{04ED2481-22A9-4D38-AE84-4D34FFD0F030}"/>
                  </a:ext>
                </a:extLst>
              </p:cNvPr>
              <p:cNvSpPr/>
              <p:nvPr/>
            </p:nvSpPr>
            <p:spPr>
              <a:xfrm>
                <a:off x="447220" y="22517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3" name="流程图: 接点 1622">
                <a:extLst>
                  <a:ext uri="{FF2B5EF4-FFF2-40B4-BE49-F238E27FC236}">
                    <a16:creationId xmlns:a16="http://schemas.microsoft.com/office/drawing/2014/main" id="{6B208A53-CDE5-4455-AE84-6E858F75CDA7}"/>
                  </a:ext>
                </a:extLst>
              </p:cNvPr>
              <p:cNvSpPr/>
              <p:nvPr/>
            </p:nvSpPr>
            <p:spPr>
              <a:xfrm>
                <a:off x="601539" y="22425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4" name="流程图: 接点 1623">
                <a:extLst>
                  <a:ext uri="{FF2B5EF4-FFF2-40B4-BE49-F238E27FC236}">
                    <a16:creationId xmlns:a16="http://schemas.microsoft.com/office/drawing/2014/main" id="{BD5CC86C-26D8-4ABD-B404-BAE1C6C9851F}"/>
                  </a:ext>
                </a:extLst>
              </p:cNvPr>
              <p:cNvSpPr/>
              <p:nvPr/>
            </p:nvSpPr>
            <p:spPr>
              <a:xfrm>
                <a:off x="670654" y="221993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5" name="流程图: 接点 1624">
                <a:extLst>
                  <a:ext uri="{FF2B5EF4-FFF2-40B4-BE49-F238E27FC236}">
                    <a16:creationId xmlns:a16="http://schemas.microsoft.com/office/drawing/2014/main" id="{AC0772B6-D984-4DE7-B9B9-B05ECB468B6D}"/>
                  </a:ext>
                </a:extLst>
              </p:cNvPr>
              <p:cNvSpPr/>
              <p:nvPr/>
            </p:nvSpPr>
            <p:spPr>
              <a:xfrm>
                <a:off x="607258" y="221794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6" name="流程图: 接点 1625">
                <a:extLst>
                  <a:ext uri="{FF2B5EF4-FFF2-40B4-BE49-F238E27FC236}">
                    <a16:creationId xmlns:a16="http://schemas.microsoft.com/office/drawing/2014/main" id="{23C70308-1EF7-47C7-9AB1-1E6B5EE6AF4D}"/>
                  </a:ext>
                </a:extLst>
              </p:cNvPr>
              <p:cNvSpPr/>
              <p:nvPr/>
            </p:nvSpPr>
            <p:spPr>
              <a:xfrm>
                <a:off x="607146" y="228349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7" name="流程图: 接点 1626">
                <a:extLst>
                  <a:ext uri="{FF2B5EF4-FFF2-40B4-BE49-F238E27FC236}">
                    <a16:creationId xmlns:a16="http://schemas.microsoft.com/office/drawing/2014/main" id="{6C1AD661-1A5C-4DC7-8FC8-EDDB5561695D}"/>
                  </a:ext>
                </a:extLst>
              </p:cNvPr>
              <p:cNvSpPr/>
              <p:nvPr/>
            </p:nvSpPr>
            <p:spPr>
              <a:xfrm>
                <a:off x="780121" y="222099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8" name="流程图: 接点 1627">
                <a:extLst>
                  <a:ext uri="{FF2B5EF4-FFF2-40B4-BE49-F238E27FC236}">
                    <a16:creationId xmlns:a16="http://schemas.microsoft.com/office/drawing/2014/main" id="{6500C8F0-085D-4F86-9D08-64A620F62BAA}"/>
                  </a:ext>
                </a:extLst>
              </p:cNvPr>
              <p:cNvSpPr/>
              <p:nvPr/>
            </p:nvSpPr>
            <p:spPr>
              <a:xfrm>
                <a:off x="716725" y="22190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9" name="流程图: 接点 1628">
                <a:extLst>
                  <a:ext uri="{FF2B5EF4-FFF2-40B4-BE49-F238E27FC236}">
                    <a16:creationId xmlns:a16="http://schemas.microsoft.com/office/drawing/2014/main" id="{6A5A8D8A-309F-4276-A7E7-660DC6F0A5D7}"/>
                  </a:ext>
                </a:extLst>
              </p:cNvPr>
              <p:cNvSpPr/>
              <p:nvPr/>
            </p:nvSpPr>
            <p:spPr>
              <a:xfrm>
                <a:off x="716612" y="22845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0" name="流程图: 接点 1629">
                <a:extLst>
                  <a:ext uri="{FF2B5EF4-FFF2-40B4-BE49-F238E27FC236}">
                    <a16:creationId xmlns:a16="http://schemas.microsoft.com/office/drawing/2014/main" id="{0C049B73-79D6-4CBD-B3C0-97841D1F6B11}"/>
                  </a:ext>
                </a:extLst>
              </p:cNvPr>
              <p:cNvSpPr/>
              <p:nvPr/>
            </p:nvSpPr>
            <p:spPr>
              <a:xfrm>
                <a:off x="785728" y="22619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1" name="流程图: 接点 1630">
                <a:extLst>
                  <a:ext uri="{FF2B5EF4-FFF2-40B4-BE49-F238E27FC236}">
                    <a16:creationId xmlns:a16="http://schemas.microsoft.com/office/drawing/2014/main" id="{C06FDD12-4B71-4381-A178-89ADF174CE44}"/>
                  </a:ext>
                </a:extLst>
              </p:cNvPr>
              <p:cNvSpPr/>
              <p:nvPr/>
            </p:nvSpPr>
            <p:spPr>
              <a:xfrm>
                <a:off x="682749" y="235751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2" name="流程图: 接点 1631">
                <a:extLst>
                  <a:ext uri="{FF2B5EF4-FFF2-40B4-BE49-F238E27FC236}">
                    <a16:creationId xmlns:a16="http://schemas.microsoft.com/office/drawing/2014/main" id="{909FF138-AF52-436F-83C6-88FE371CA97C}"/>
                  </a:ext>
                </a:extLst>
              </p:cNvPr>
              <p:cNvSpPr/>
              <p:nvPr/>
            </p:nvSpPr>
            <p:spPr>
              <a:xfrm>
                <a:off x="751864" y="23349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3" name="流程图: 接点 1632">
                <a:extLst>
                  <a:ext uri="{FF2B5EF4-FFF2-40B4-BE49-F238E27FC236}">
                    <a16:creationId xmlns:a16="http://schemas.microsoft.com/office/drawing/2014/main" id="{F8CCCE52-EA00-4567-8269-6DA26DCA43DB}"/>
                  </a:ext>
                </a:extLst>
              </p:cNvPr>
              <p:cNvSpPr/>
              <p:nvPr/>
            </p:nvSpPr>
            <p:spPr>
              <a:xfrm>
                <a:off x="688468" y="233293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4" name="流程图: 接点 1633">
                <a:extLst>
                  <a:ext uri="{FF2B5EF4-FFF2-40B4-BE49-F238E27FC236}">
                    <a16:creationId xmlns:a16="http://schemas.microsoft.com/office/drawing/2014/main" id="{F311C204-265C-40D9-9B48-BE65A3C66ADA}"/>
                  </a:ext>
                </a:extLst>
              </p:cNvPr>
              <p:cNvSpPr/>
              <p:nvPr/>
            </p:nvSpPr>
            <p:spPr>
              <a:xfrm>
                <a:off x="688356" y="239848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5" name="流程图: 接点 1634">
                <a:extLst>
                  <a:ext uri="{FF2B5EF4-FFF2-40B4-BE49-F238E27FC236}">
                    <a16:creationId xmlns:a16="http://schemas.microsoft.com/office/drawing/2014/main" id="{31CDCF20-0D33-41BE-B7BD-42762E5FE4B0}"/>
                  </a:ext>
                </a:extLst>
              </p:cNvPr>
              <p:cNvSpPr/>
              <p:nvPr/>
            </p:nvSpPr>
            <p:spPr>
              <a:xfrm>
                <a:off x="608670" y="222554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6" name="流程图: 接点 1635">
                <a:extLst>
                  <a:ext uri="{FF2B5EF4-FFF2-40B4-BE49-F238E27FC236}">
                    <a16:creationId xmlns:a16="http://schemas.microsoft.com/office/drawing/2014/main" id="{3DAB66F7-E717-4F0D-9CF3-7E9169C25544}"/>
                  </a:ext>
                </a:extLst>
              </p:cNvPr>
              <p:cNvSpPr/>
              <p:nvPr/>
            </p:nvSpPr>
            <p:spPr>
              <a:xfrm>
                <a:off x="611972" y="22559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7" name="流程图: 接点 1636">
                <a:extLst>
                  <a:ext uri="{FF2B5EF4-FFF2-40B4-BE49-F238E27FC236}">
                    <a16:creationId xmlns:a16="http://schemas.microsoft.com/office/drawing/2014/main" id="{5AB9C3D6-FE69-44D0-BADB-6314A827C3C1}"/>
                  </a:ext>
                </a:extLst>
              </p:cNvPr>
              <p:cNvSpPr/>
              <p:nvPr/>
            </p:nvSpPr>
            <p:spPr>
              <a:xfrm>
                <a:off x="747782" y="22360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8" name="流程图: 接点 1637">
                <a:extLst>
                  <a:ext uri="{FF2B5EF4-FFF2-40B4-BE49-F238E27FC236}">
                    <a16:creationId xmlns:a16="http://schemas.microsoft.com/office/drawing/2014/main" id="{2113CB3B-4421-4BC6-AF3E-38FC2F5331FC}"/>
                  </a:ext>
                </a:extLst>
              </p:cNvPr>
              <p:cNvSpPr/>
              <p:nvPr/>
            </p:nvSpPr>
            <p:spPr>
              <a:xfrm>
                <a:off x="684273" y="229956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9" name="流程图: 接点 1638">
                <a:extLst>
                  <a:ext uri="{FF2B5EF4-FFF2-40B4-BE49-F238E27FC236}">
                    <a16:creationId xmlns:a16="http://schemas.microsoft.com/office/drawing/2014/main" id="{80A93B14-11BE-4D68-82C9-C5C9877512E6}"/>
                  </a:ext>
                </a:extLst>
              </p:cNvPr>
              <p:cNvSpPr/>
              <p:nvPr/>
            </p:nvSpPr>
            <p:spPr>
              <a:xfrm>
                <a:off x="753389" y="227696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0" name="流程图: 接点 1639">
                <a:extLst>
                  <a:ext uri="{FF2B5EF4-FFF2-40B4-BE49-F238E27FC236}">
                    <a16:creationId xmlns:a16="http://schemas.microsoft.com/office/drawing/2014/main" id="{7ADBAAC3-3184-44E5-B67E-0C7D1F29D596}"/>
                  </a:ext>
                </a:extLst>
              </p:cNvPr>
              <p:cNvSpPr/>
              <p:nvPr/>
            </p:nvSpPr>
            <p:spPr>
              <a:xfrm>
                <a:off x="620877" y="22975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1" name="流程图: 接点 1640">
                <a:extLst>
                  <a:ext uri="{FF2B5EF4-FFF2-40B4-BE49-F238E27FC236}">
                    <a16:creationId xmlns:a16="http://schemas.microsoft.com/office/drawing/2014/main" id="{CD2B60F6-9549-4647-B573-DFC4C2DD8851}"/>
                  </a:ext>
                </a:extLst>
              </p:cNvPr>
              <p:cNvSpPr/>
              <p:nvPr/>
            </p:nvSpPr>
            <p:spPr>
              <a:xfrm>
                <a:off x="689992" y="22749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2" name="流程图: 接点 1641">
                <a:extLst>
                  <a:ext uri="{FF2B5EF4-FFF2-40B4-BE49-F238E27FC236}">
                    <a16:creationId xmlns:a16="http://schemas.microsoft.com/office/drawing/2014/main" id="{79390E5D-8BB4-4AD3-8A0D-C9246F85CECD}"/>
                  </a:ext>
                </a:extLst>
              </p:cNvPr>
              <p:cNvSpPr/>
              <p:nvPr/>
            </p:nvSpPr>
            <p:spPr>
              <a:xfrm>
                <a:off x="620765" y="23631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3" name="流程图: 接点 1642">
                <a:extLst>
                  <a:ext uri="{FF2B5EF4-FFF2-40B4-BE49-F238E27FC236}">
                    <a16:creationId xmlns:a16="http://schemas.microsoft.com/office/drawing/2014/main" id="{14C7286A-5901-4E6D-B081-A48D74CE0659}"/>
                  </a:ext>
                </a:extLst>
              </p:cNvPr>
              <p:cNvSpPr/>
              <p:nvPr/>
            </p:nvSpPr>
            <p:spPr>
              <a:xfrm>
                <a:off x="689880" y="234053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4" name="流程图: 接点 1643">
                <a:extLst>
                  <a:ext uri="{FF2B5EF4-FFF2-40B4-BE49-F238E27FC236}">
                    <a16:creationId xmlns:a16="http://schemas.microsoft.com/office/drawing/2014/main" id="{48458E52-1A01-4AB2-8532-555D08D99AB1}"/>
                  </a:ext>
                </a:extLst>
              </p:cNvPr>
              <p:cNvSpPr/>
              <p:nvPr/>
            </p:nvSpPr>
            <p:spPr>
              <a:xfrm>
                <a:off x="656017" y="241349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5" name="流程图: 接点 1644">
                <a:extLst>
                  <a:ext uri="{FF2B5EF4-FFF2-40B4-BE49-F238E27FC236}">
                    <a16:creationId xmlns:a16="http://schemas.microsoft.com/office/drawing/2014/main" id="{85699E75-A2B0-4E8B-B709-74F0C91AAE04}"/>
                  </a:ext>
                </a:extLst>
              </p:cNvPr>
              <p:cNvSpPr/>
              <p:nvPr/>
            </p:nvSpPr>
            <p:spPr>
              <a:xfrm>
                <a:off x="592621" y="241150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6" name="流程图: 接点 1645">
                <a:extLst>
                  <a:ext uri="{FF2B5EF4-FFF2-40B4-BE49-F238E27FC236}">
                    <a16:creationId xmlns:a16="http://schemas.microsoft.com/office/drawing/2014/main" id="{32C6D1BE-4CE3-4E5F-A26F-01BCE41ED513}"/>
                  </a:ext>
                </a:extLst>
              </p:cNvPr>
              <p:cNvSpPr/>
              <p:nvPr/>
            </p:nvSpPr>
            <p:spPr>
              <a:xfrm>
                <a:off x="592508" y="24770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7" name="流程图: 接点 1646">
                <a:extLst>
                  <a:ext uri="{FF2B5EF4-FFF2-40B4-BE49-F238E27FC236}">
                    <a16:creationId xmlns:a16="http://schemas.microsoft.com/office/drawing/2014/main" id="{6DF6CE08-119A-42C2-8F89-72741F3936C4}"/>
                  </a:ext>
                </a:extLst>
              </p:cNvPr>
              <p:cNvSpPr/>
              <p:nvPr/>
            </p:nvSpPr>
            <p:spPr>
              <a:xfrm>
                <a:off x="943312" y="22117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8" name="流程图: 接点 1647">
                <a:extLst>
                  <a:ext uri="{FF2B5EF4-FFF2-40B4-BE49-F238E27FC236}">
                    <a16:creationId xmlns:a16="http://schemas.microsoft.com/office/drawing/2014/main" id="{774AE196-DD3C-4C09-9B0D-FA1D5C772639}"/>
                  </a:ext>
                </a:extLst>
              </p:cNvPr>
              <p:cNvSpPr/>
              <p:nvPr/>
            </p:nvSpPr>
            <p:spPr>
              <a:xfrm>
                <a:off x="1012428" y="21891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9" name="流程图: 接点 1648">
                <a:extLst>
                  <a:ext uri="{FF2B5EF4-FFF2-40B4-BE49-F238E27FC236}">
                    <a16:creationId xmlns:a16="http://schemas.microsoft.com/office/drawing/2014/main" id="{C2681A1A-F255-4ACC-89AB-7F90E9FEE022}"/>
                  </a:ext>
                </a:extLst>
              </p:cNvPr>
              <p:cNvSpPr/>
              <p:nvPr/>
            </p:nvSpPr>
            <p:spPr>
              <a:xfrm>
                <a:off x="943200" y="22772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0" name="流程图: 接点 1649">
                <a:extLst>
                  <a:ext uri="{FF2B5EF4-FFF2-40B4-BE49-F238E27FC236}">
                    <a16:creationId xmlns:a16="http://schemas.microsoft.com/office/drawing/2014/main" id="{C7117CF6-E40E-442D-8E5A-2DECD3505410}"/>
                  </a:ext>
                </a:extLst>
              </p:cNvPr>
              <p:cNvSpPr/>
              <p:nvPr/>
            </p:nvSpPr>
            <p:spPr>
              <a:xfrm>
                <a:off x="1012315" y="225468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1" name="流程图: 接点 1650">
                <a:extLst>
                  <a:ext uri="{FF2B5EF4-FFF2-40B4-BE49-F238E27FC236}">
                    <a16:creationId xmlns:a16="http://schemas.microsoft.com/office/drawing/2014/main" id="{80190B43-2080-4257-9B0B-21CB2A334E5B}"/>
                  </a:ext>
                </a:extLst>
              </p:cNvPr>
              <p:cNvSpPr/>
              <p:nvPr/>
            </p:nvSpPr>
            <p:spPr>
              <a:xfrm>
                <a:off x="879804" y="227529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2" name="流程图: 接点 1651">
                <a:extLst>
                  <a:ext uri="{FF2B5EF4-FFF2-40B4-BE49-F238E27FC236}">
                    <a16:creationId xmlns:a16="http://schemas.microsoft.com/office/drawing/2014/main" id="{F0BDA100-C5D5-4229-A8A4-A4D183A2183A}"/>
                  </a:ext>
                </a:extLst>
              </p:cNvPr>
              <p:cNvSpPr/>
              <p:nvPr/>
            </p:nvSpPr>
            <p:spPr>
              <a:xfrm>
                <a:off x="948919" y="225269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3" name="流程图: 接点 1652">
                <a:extLst>
                  <a:ext uri="{FF2B5EF4-FFF2-40B4-BE49-F238E27FC236}">
                    <a16:creationId xmlns:a16="http://schemas.microsoft.com/office/drawing/2014/main" id="{D820A700-0A64-47E2-9D49-B1D012BE0CD3}"/>
                  </a:ext>
                </a:extLst>
              </p:cNvPr>
              <p:cNvSpPr/>
              <p:nvPr/>
            </p:nvSpPr>
            <p:spPr>
              <a:xfrm>
                <a:off x="879691" y="234084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4" name="流程图: 接点 1653">
                <a:extLst>
                  <a:ext uri="{FF2B5EF4-FFF2-40B4-BE49-F238E27FC236}">
                    <a16:creationId xmlns:a16="http://schemas.microsoft.com/office/drawing/2014/main" id="{55C3B512-AC62-4A60-98F0-C063CF2410E7}"/>
                  </a:ext>
                </a:extLst>
              </p:cNvPr>
              <p:cNvSpPr/>
              <p:nvPr/>
            </p:nvSpPr>
            <p:spPr>
              <a:xfrm>
                <a:off x="948806" y="231824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5" name="流程图: 接点 1654">
                <a:extLst>
                  <a:ext uri="{FF2B5EF4-FFF2-40B4-BE49-F238E27FC236}">
                    <a16:creationId xmlns:a16="http://schemas.microsoft.com/office/drawing/2014/main" id="{F2C30929-E8D5-4AF8-ACF2-E02616D2AC0E}"/>
                  </a:ext>
                </a:extLst>
              </p:cNvPr>
              <p:cNvSpPr/>
              <p:nvPr/>
            </p:nvSpPr>
            <p:spPr>
              <a:xfrm>
                <a:off x="816295" y="233886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6" name="流程图: 接点 1655">
                <a:extLst>
                  <a:ext uri="{FF2B5EF4-FFF2-40B4-BE49-F238E27FC236}">
                    <a16:creationId xmlns:a16="http://schemas.microsoft.com/office/drawing/2014/main" id="{529C1E2B-CAC1-40CD-BC35-8EAFB1C1A6AD}"/>
                  </a:ext>
                </a:extLst>
              </p:cNvPr>
              <p:cNvSpPr/>
              <p:nvPr/>
            </p:nvSpPr>
            <p:spPr>
              <a:xfrm>
                <a:off x="885410" y="23162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7" name="流程图: 接点 1656">
                <a:extLst>
                  <a:ext uri="{FF2B5EF4-FFF2-40B4-BE49-F238E27FC236}">
                    <a16:creationId xmlns:a16="http://schemas.microsoft.com/office/drawing/2014/main" id="{AFFAF57E-1F7E-4F21-BD4C-6C24E6920466}"/>
                  </a:ext>
                </a:extLst>
              </p:cNvPr>
              <p:cNvSpPr/>
              <p:nvPr/>
            </p:nvSpPr>
            <p:spPr>
              <a:xfrm>
                <a:off x="885298" y="23818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8" name="流程图: 接点 1657">
                <a:extLst>
                  <a:ext uri="{FF2B5EF4-FFF2-40B4-BE49-F238E27FC236}">
                    <a16:creationId xmlns:a16="http://schemas.microsoft.com/office/drawing/2014/main" id="{D57AF68E-395E-4E69-9EA5-3E69F6695D5F}"/>
                  </a:ext>
                </a:extLst>
              </p:cNvPr>
              <p:cNvSpPr/>
              <p:nvPr/>
            </p:nvSpPr>
            <p:spPr>
              <a:xfrm>
                <a:off x="1084155" y="22769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9" name="流程图: 接点 1658">
                <a:extLst>
                  <a:ext uri="{FF2B5EF4-FFF2-40B4-BE49-F238E27FC236}">
                    <a16:creationId xmlns:a16="http://schemas.microsoft.com/office/drawing/2014/main" id="{E92805B2-A52A-405A-8425-9725345D1860}"/>
                  </a:ext>
                </a:extLst>
              </p:cNvPr>
              <p:cNvSpPr/>
              <p:nvPr/>
            </p:nvSpPr>
            <p:spPr>
              <a:xfrm>
                <a:off x="1153270" y="225434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0" name="流程图: 接点 1659">
                <a:extLst>
                  <a:ext uri="{FF2B5EF4-FFF2-40B4-BE49-F238E27FC236}">
                    <a16:creationId xmlns:a16="http://schemas.microsoft.com/office/drawing/2014/main" id="{A688FDAC-C005-4722-89ED-98E7F11F0B94}"/>
                  </a:ext>
                </a:extLst>
              </p:cNvPr>
              <p:cNvSpPr/>
              <p:nvPr/>
            </p:nvSpPr>
            <p:spPr>
              <a:xfrm>
                <a:off x="1084042" y="234249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1" name="流程图: 接点 1660">
                <a:extLst>
                  <a:ext uri="{FF2B5EF4-FFF2-40B4-BE49-F238E27FC236}">
                    <a16:creationId xmlns:a16="http://schemas.microsoft.com/office/drawing/2014/main" id="{50EA8F22-BD5D-44B8-9637-2646D88F4BF5}"/>
                  </a:ext>
                </a:extLst>
              </p:cNvPr>
              <p:cNvSpPr/>
              <p:nvPr/>
            </p:nvSpPr>
            <p:spPr>
              <a:xfrm>
                <a:off x="1153157" y="231989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2" name="流程图: 接点 1661">
                <a:extLst>
                  <a:ext uri="{FF2B5EF4-FFF2-40B4-BE49-F238E27FC236}">
                    <a16:creationId xmlns:a16="http://schemas.microsoft.com/office/drawing/2014/main" id="{D59AD07B-9E12-4858-95D5-C1D4DF2EE7C3}"/>
                  </a:ext>
                </a:extLst>
              </p:cNvPr>
              <p:cNvSpPr/>
              <p:nvPr/>
            </p:nvSpPr>
            <p:spPr>
              <a:xfrm>
                <a:off x="1020646" y="234051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3" name="流程图: 接点 1662">
                <a:extLst>
                  <a:ext uri="{FF2B5EF4-FFF2-40B4-BE49-F238E27FC236}">
                    <a16:creationId xmlns:a16="http://schemas.microsoft.com/office/drawing/2014/main" id="{D028F18F-1B63-4FE5-9684-E212F6CEAD1E}"/>
                  </a:ext>
                </a:extLst>
              </p:cNvPr>
              <p:cNvSpPr/>
              <p:nvPr/>
            </p:nvSpPr>
            <p:spPr>
              <a:xfrm>
                <a:off x="1089761" y="231791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4" name="流程图: 接点 1663">
                <a:extLst>
                  <a:ext uri="{FF2B5EF4-FFF2-40B4-BE49-F238E27FC236}">
                    <a16:creationId xmlns:a16="http://schemas.microsoft.com/office/drawing/2014/main" id="{9C853E0C-5214-4FE3-8188-2C4B6BCC390E}"/>
                  </a:ext>
                </a:extLst>
              </p:cNvPr>
              <p:cNvSpPr/>
              <p:nvPr/>
            </p:nvSpPr>
            <p:spPr>
              <a:xfrm>
                <a:off x="1089649" y="238346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5" name="流程图: 接点 1664">
                <a:extLst>
                  <a:ext uri="{FF2B5EF4-FFF2-40B4-BE49-F238E27FC236}">
                    <a16:creationId xmlns:a16="http://schemas.microsoft.com/office/drawing/2014/main" id="{4645B50A-58D3-46CD-9078-E708F1F1EB7A}"/>
                  </a:ext>
                </a:extLst>
              </p:cNvPr>
              <p:cNvSpPr/>
              <p:nvPr/>
            </p:nvSpPr>
            <p:spPr>
              <a:xfrm>
                <a:off x="1026252" y="238147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6" name="流程图: 接点 1665">
                <a:extLst>
                  <a:ext uri="{FF2B5EF4-FFF2-40B4-BE49-F238E27FC236}">
                    <a16:creationId xmlns:a16="http://schemas.microsoft.com/office/drawing/2014/main" id="{89E1B5B6-DFAA-4507-AB2E-84811F94A2F8}"/>
                  </a:ext>
                </a:extLst>
              </p:cNvPr>
              <p:cNvSpPr/>
              <p:nvPr/>
            </p:nvSpPr>
            <p:spPr>
              <a:xfrm>
                <a:off x="952105" y="23189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7" name="流程图: 接点 1666">
                <a:extLst>
                  <a:ext uri="{FF2B5EF4-FFF2-40B4-BE49-F238E27FC236}">
                    <a16:creationId xmlns:a16="http://schemas.microsoft.com/office/drawing/2014/main" id="{D2416525-705E-4A0B-B275-5D22F7013319}"/>
                  </a:ext>
                </a:extLst>
              </p:cNvPr>
              <p:cNvSpPr/>
              <p:nvPr/>
            </p:nvSpPr>
            <p:spPr>
              <a:xfrm>
                <a:off x="1021220" y="22963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8" name="流程图: 接点 1667">
                <a:extLst>
                  <a:ext uri="{FF2B5EF4-FFF2-40B4-BE49-F238E27FC236}">
                    <a16:creationId xmlns:a16="http://schemas.microsoft.com/office/drawing/2014/main" id="{680A7F49-69B2-4FCA-A281-CCF1F765A1EE}"/>
                  </a:ext>
                </a:extLst>
              </p:cNvPr>
              <p:cNvSpPr/>
              <p:nvPr/>
            </p:nvSpPr>
            <p:spPr>
              <a:xfrm>
                <a:off x="951992" y="23844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9" name="流程图: 接点 1668">
                <a:extLst>
                  <a:ext uri="{FF2B5EF4-FFF2-40B4-BE49-F238E27FC236}">
                    <a16:creationId xmlns:a16="http://schemas.microsoft.com/office/drawing/2014/main" id="{8F8ABA72-D1FC-4AA0-8A22-35BC51787C65}"/>
                  </a:ext>
                </a:extLst>
              </p:cNvPr>
              <p:cNvSpPr/>
              <p:nvPr/>
            </p:nvSpPr>
            <p:spPr>
              <a:xfrm>
                <a:off x="1021108" y="236188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0" name="流程图: 接点 1669">
                <a:extLst>
                  <a:ext uri="{FF2B5EF4-FFF2-40B4-BE49-F238E27FC236}">
                    <a16:creationId xmlns:a16="http://schemas.microsoft.com/office/drawing/2014/main" id="{A91B4681-6158-4C2A-A969-A9AE936D2EAC}"/>
                  </a:ext>
                </a:extLst>
              </p:cNvPr>
              <p:cNvSpPr/>
              <p:nvPr/>
            </p:nvSpPr>
            <p:spPr>
              <a:xfrm>
                <a:off x="888596" y="238249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1" name="流程图: 接点 1670">
                <a:extLst>
                  <a:ext uri="{FF2B5EF4-FFF2-40B4-BE49-F238E27FC236}">
                    <a16:creationId xmlns:a16="http://schemas.microsoft.com/office/drawing/2014/main" id="{EF040F84-66F5-40DF-9F58-DD91FF315A0A}"/>
                  </a:ext>
                </a:extLst>
              </p:cNvPr>
              <p:cNvSpPr/>
              <p:nvPr/>
            </p:nvSpPr>
            <p:spPr>
              <a:xfrm>
                <a:off x="957711" y="235989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2" name="流程图: 接点 1671">
                <a:extLst>
                  <a:ext uri="{FF2B5EF4-FFF2-40B4-BE49-F238E27FC236}">
                    <a16:creationId xmlns:a16="http://schemas.microsoft.com/office/drawing/2014/main" id="{549B4641-C007-4D3B-A211-101477678312}"/>
                  </a:ext>
                </a:extLst>
              </p:cNvPr>
              <p:cNvSpPr/>
              <p:nvPr/>
            </p:nvSpPr>
            <p:spPr>
              <a:xfrm>
                <a:off x="1092947" y="23841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3" name="流程图: 接点 1672">
                <a:extLst>
                  <a:ext uri="{FF2B5EF4-FFF2-40B4-BE49-F238E27FC236}">
                    <a16:creationId xmlns:a16="http://schemas.microsoft.com/office/drawing/2014/main" id="{A0E92071-347C-4AB6-96CC-A494BC54D3B2}"/>
                  </a:ext>
                </a:extLst>
              </p:cNvPr>
              <p:cNvSpPr/>
              <p:nvPr/>
            </p:nvSpPr>
            <p:spPr>
              <a:xfrm>
                <a:off x="1162062" y="236154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4" name="流程图: 接点 1673">
                <a:extLst>
                  <a:ext uri="{FF2B5EF4-FFF2-40B4-BE49-F238E27FC236}">
                    <a16:creationId xmlns:a16="http://schemas.microsoft.com/office/drawing/2014/main" id="{2EF034AC-B6A6-4783-8885-2EC1A63E0C46}"/>
                  </a:ext>
                </a:extLst>
              </p:cNvPr>
              <p:cNvSpPr/>
              <p:nvPr/>
            </p:nvSpPr>
            <p:spPr>
              <a:xfrm>
                <a:off x="1312874" y="234031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5" name="流程图: 接点 1674">
                <a:extLst>
                  <a:ext uri="{FF2B5EF4-FFF2-40B4-BE49-F238E27FC236}">
                    <a16:creationId xmlns:a16="http://schemas.microsoft.com/office/drawing/2014/main" id="{DF2A5B1D-1AFB-4F3C-BD24-C52035193BBA}"/>
                  </a:ext>
                </a:extLst>
              </p:cNvPr>
              <p:cNvSpPr/>
              <p:nvPr/>
            </p:nvSpPr>
            <p:spPr>
              <a:xfrm>
                <a:off x="1180824" y="23823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6" name="流程图: 接点 1675">
                <a:extLst>
                  <a:ext uri="{FF2B5EF4-FFF2-40B4-BE49-F238E27FC236}">
                    <a16:creationId xmlns:a16="http://schemas.microsoft.com/office/drawing/2014/main" id="{E28D509E-350A-4C2F-9C1F-83A74883FADB}"/>
                  </a:ext>
                </a:extLst>
              </p:cNvPr>
              <p:cNvSpPr/>
              <p:nvPr/>
            </p:nvSpPr>
            <p:spPr>
              <a:xfrm>
                <a:off x="1249940" y="235970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7" name="流程图: 接点 1676">
                <a:extLst>
                  <a:ext uri="{FF2B5EF4-FFF2-40B4-BE49-F238E27FC236}">
                    <a16:creationId xmlns:a16="http://schemas.microsoft.com/office/drawing/2014/main" id="{2A646DD0-EC62-4364-AA48-751CBC064779}"/>
                  </a:ext>
                </a:extLst>
              </p:cNvPr>
              <p:cNvSpPr/>
              <p:nvPr/>
            </p:nvSpPr>
            <p:spPr>
              <a:xfrm>
                <a:off x="1448684" y="232038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8" name="流程图: 接点 1677">
                <a:extLst>
                  <a:ext uri="{FF2B5EF4-FFF2-40B4-BE49-F238E27FC236}">
                    <a16:creationId xmlns:a16="http://schemas.microsoft.com/office/drawing/2014/main" id="{5E6A9C3C-CD66-4647-8381-448E3A45294D}"/>
                  </a:ext>
                </a:extLst>
              </p:cNvPr>
              <p:cNvSpPr/>
              <p:nvPr/>
            </p:nvSpPr>
            <p:spPr>
              <a:xfrm>
                <a:off x="1385175" y="238395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9" name="流程图: 接点 1678">
                <a:extLst>
                  <a:ext uri="{FF2B5EF4-FFF2-40B4-BE49-F238E27FC236}">
                    <a16:creationId xmlns:a16="http://schemas.microsoft.com/office/drawing/2014/main" id="{F87E6D48-62F7-4686-8181-E1F59D40DA0C}"/>
                  </a:ext>
                </a:extLst>
              </p:cNvPr>
              <p:cNvSpPr/>
              <p:nvPr/>
            </p:nvSpPr>
            <p:spPr>
              <a:xfrm>
                <a:off x="1454290" y="236135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0" name="流程图: 接点 1679">
                <a:extLst>
                  <a:ext uri="{FF2B5EF4-FFF2-40B4-BE49-F238E27FC236}">
                    <a16:creationId xmlns:a16="http://schemas.microsoft.com/office/drawing/2014/main" id="{B6F764CC-1449-49B3-B49C-3CD81F1DC60B}"/>
                  </a:ext>
                </a:extLst>
              </p:cNvPr>
              <p:cNvSpPr/>
              <p:nvPr/>
            </p:nvSpPr>
            <p:spPr>
              <a:xfrm>
                <a:off x="1321779" y="238196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1" name="流程图: 接点 1680">
                <a:extLst>
                  <a:ext uri="{FF2B5EF4-FFF2-40B4-BE49-F238E27FC236}">
                    <a16:creationId xmlns:a16="http://schemas.microsoft.com/office/drawing/2014/main" id="{48487CD6-BF64-4BBB-8B44-05ECB8608418}"/>
                  </a:ext>
                </a:extLst>
              </p:cNvPr>
              <p:cNvSpPr/>
              <p:nvPr/>
            </p:nvSpPr>
            <p:spPr>
              <a:xfrm>
                <a:off x="1390894" y="235937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2" name="流程图: 接点 1681">
                <a:extLst>
                  <a:ext uri="{FF2B5EF4-FFF2-40B4-BE49-F238E27FC236}">
                    <a16:creationId xmlns:a16="http://schemas.microsoft.com/office/drawing/2014/main" id="{BE694EC5-CA01-4C20-A976-E791AF979B88}"/>
                  </a:ext>
                </a:extLst>
              </p:cNvPr>
              <p:cNvSpPr/>
              <p:nvPr/>
            </p:nvSpPr>
            <p:spPr>
              <a:xfrm>
                <a:off x="808008" y="216001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3" name="流程图: 接点 1682">
                <a:extLst>
                  <a:ext uri="{FF2B5EF4-FFF2-40B4-BE49-F238E27FC236}">
                    <a16:creationId xmlns:a16="http://schemas.microsoft.com/office/drawing/2014/main" id="{1F466855-3BA4-4C21-A9FD-378F968DFD58}"/>
                  </a:ext>
                </a:extLst>
              </p:cNvPr>
              <p:cNvSpPr/>
              <p:nvPr/>
            </p:nvSpPr>
            <p:spPr>
              <a:xfrm>
                <a:off x="813615" y="220097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4" name="流程图: 接点 1683">
                <a:extLst>
                  <a:ext uri="{FF2B5EF4-FFF2-40B4-BE49-F238E27FC236}">
                    <a16:creationId xmlns:a16="http://schemas.microsoft.com/office/drawing/2014/main" id="{11F1A211-9607-48B8-B55A-721D88F214AF}"/>
                  </a:ext>
                </a:extLst>
              </p:cNvPr>
              <p:cNvSpPr/>
              <p:nvPr/>
            </p:nvSpPr>
            <p:spPr>
              <a:xfrm>
                <a:off x="889219" y="227499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5" name="流程图: 接点 1684">
                <a:extLst>
                  <a:ext uri="{FF2B5EF4-FFF2-40B4-BE49-F238E27FC236}">
                    <a16:creationId xmlns:a16="http://schemas.microsoft.com/office/drawing/2014/main" id="{B11AF98E-F622-4C09-8BC6-CC53D944F513}"/>
                  </a:ext>
                </a:extLst>
              </p:cNvPr>
              <p:cNvSpPr/>
              <p:nvPr/>
            </p:nvSpPr>
            <p:spPr>
              <a:xfrm>
                <a:off x="825710" y="23385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6" name="流程图: 接点 1685">
                <a:extLst>
                  <a:ext uri="{FF2B5EF4-FFF2-40B4-BE49-F238E27FC236}">
                    <a16:creationId xmlns:a16="http://schemas.microsoft.com/office/drawing/2014/main" id="{57D07434-AF8F-47D7-9D7B-1B16AEBEFDFF}"/>
                  </a:ext>
                </a:extLst>
              </p:cNvPr>
              <p:cNvSpPr/>
              <p:nvPr/>
            </p:nvSpPr>
            <p:spPr>
              <a:xfrm>
                <a:off x="894825" y="23159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7" name="流程图: 接点 1686">
                <a:extLst>
                  <a:ext uri="{FF2B5EF4-FFF2-40B4-BE49-F238E27FC236}">
                    <a16:creationId xmlns:a16="http://schemas.microsoft.com/office/drawing/2014/main" id="{983EC45C-707F-4721-8353-B44C4587DCA7}"/>
                  </a:ext>
                </a:extLst>
              </p:cNvPr>
              <p:cNvSpPr/>
              <p:nvPr/>
            </p:nvSpPr>
            <p:spPr>
              <a:xfrm>
                <a:off x="831429" y="231398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8" name="流程图: 接点 1687">
                <a:extLst>
                  <a:ext uri="{FF2B5EF4-FFF2-40B4-BE49-F238E27FC236}">
                    <a16:creationId xmlns:a16="http://schemas.microsoft.com/office/drawing/2014/main" id="{FFB7F61A-5707-446B-AEA6-D115093D7966}"/>
                  </a:ext>
                </a:extLst>
              </p:cNvPr>
              <p:cNvSpPr/>
              <p:nvPr/>
            </p:nvSpPr>
            <p:spPr>
              <a:xfrm>
                <a:off x="831316" y="23795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9" name="流程图: 接点 1688">
                <a:extLst>
                  <a:ext uri="{FF2B5EF4-FFF2-40B4-BE49-F238E27FC236}">
                    <a16:creationId xmlns:a16="http://schemas.microsoft.com/office/drawing/2014/main" id="{7D447D4E-2540-4ACA-95DA-AEC37BBC2851}"/>
                  </a:ext>
                </a:extLst>
              </p:cNvPr>
              <p:cNvSpPr/>
              <p:nvPr/>
            </p:nvSpPr>
            <p:spPr>
              <a:xfrm>
                <a:off x="1276250" y="226174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0" name="流程图: 接点 1689">
                <a:extLst>
                  <a:ext uri="{FF2B5EF4-FFF2-40B4-BE49-F238E27FC236}">
                    <a16:creationId xmlns:a16="http://schemas.microsoft.com/office/drawing/2014/main" id="{F2AE8C10-E826-4299-924C-347F626B35B0}"/>
                  </a:ext>
                </a:extLst>
              </p:cNvPr>
              <p:cNvSpPr/>
              <p:nvPr/>
            </p:nvSpPr>
            <p:spPr>
              <a:xfrm>
                <a:off x="1212854" y="22597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1" name="流程图: 接点 1690">
                <a:extLst>
                  <a:ext uri="{FF2B5EF4-FFF2-40B4-BE49-F238E27FC236}">
                    <a16:creationId xmlns:a16="http://schemas.microsoft.com/office/drawing/2014/main" id="{98C2112E-BED1-4E9E-9D47-8309E88F9D61}"/>
                  </a:ext>
                </a:extLst>
              </p:cNvPr>
              <p:cNvSpPr/>
              <p:nvPr/>
            </p:nvSpPr>
            <p:spPr>
              <a:xfrm>
                <a:off x="1212741" y="23253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2" name="流程图: 接点 1691">
                <a:extLst>
                  <a:ext uri="{FF2B5EF4-FFF2-40B4-BE49-F238E27FC236}">
                    <a16:creationId xmlns:a16="http://schemas.microsoft.com/office/drawing/2014/main" id="{47722E40-07DF-4803-A5A2-27F61CA8437A}"/>
                  </a:ext>
                </a:extLst>
              </p:cNvPr>
              <p:cNvSpPr/>
              <p:nvPr/>
            </p:nvSpPr>
            <p:spPr>
              <a:xfrm>
                <a:off x="1281856" y="23027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3" name="流程图: 接点 1692">
                <a:extLst>
                  <a:ext uri="{FF2B5EF4-FFF2-40B4-BE49-F238E27FC236}">
                    <a16:creationId xmlns:a16="http://schemas.microsoft.com/office/drawing/2014/main" id="{1D761A62-81E8-4CC5-B3D2-7BF28300BF21}"/>
                  </a:ext>
                </a:extLst>
              </p:cNvPr>
              <p:cNvSpPr/>
              <p:nvPr/>
            </p:nvSpPr>
            <p:spPr>
              <a:xfrm>
                <a:off x="1247993" y="23756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4" name="流程图: 接点 1693">
                <a:extLst>
                  <a:ext uri="{FF2B5EF4-FFF2-40B4-BE49-F238E27FC236}">
                    <a16:creationId xmlns:a16="http://schemas.microsoft.com/office/drawing/2014/main" id="{2371B5AC-A55B-4A95-B9A5-2FA4F69C87D9}"/>
                  </a:ext>
                </a:extLst>
              </p:cNvPr>
              <p:cNvSpPr/>
              <p:nvPr/>
            </p:nvSpPr>
            <p:spPr>
              <a:xfrm>
                <a:off x="1184597" y="237368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5" name="流程图: 接点 1694">
                <a:extLst>
                  <a:ext uri="{FF2B5EF4-FFF2-40B4-BE49-F238E27FC236}">
                    <a16:creationId xmlns:a16="http://schemas.microsoft.com/office/drawing/2014/main" id="{6E7D11B2-7174-44B1-B17A-B8AC37CE03ED}"/>
                  </a:ext>
                </a:extLst>
              </p:cNvPr>
              <p:cNvSpPr/>
              <p:nvPr/>
            </p:nvSpPr>
            <p:spPr>
              <a:xfrm>
                <a:off x="1285159" y="23330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6" name="流程图: 接点 1695">
                <a:extLst>
                  <a:ext uri="{FF2B5EF4-FFF2-40B4-BE49-F238E27FC236}">
                    <a16:creationId xmlns:a16="http://schemas.microsoft.com/office/drawing/2014/main" id="{B2207D19-9831-4BEB-BA66-6A4F22CDEEE6}"/>
                  </a:ext>
                </a:extLst>
              </p:cNvPr>
              <p:cNvSpPr/>
              <p:nvPr/>
            </p:nvSpPr>
            <p:spPr>
              <a:xfrm>
                <a:off x="1420968" y="231316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7" name="流程图: 接点 1696">
                <a:extLst>
                  <a:ext uri="{FF2B5EF4-FFF2-40B4-BE49-F238E27FC236}">
                    <a16:creationId xmlns:a16="http://schemas.microsoft.com/office/drawing/2014/main" id="{15E91562-FB5E-4F8E-8E9F-8E0C5182B7F0}"/>
                  </a:ext>
                </a:extLst>
              </p:cNvPr>
              <p:cNvSpPr/>
              <p:nvPr/>
            </p:nvSpPr>
            <p:spPr>
              <a:xfrm>
                <a:off x="1357460" y="23767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8" name="流程图: 接点 1697">
                <a:extLst>
                  <a:ext uri="{FF2B5EF4-FFF2-40B4-BE49-F238E27FC236}">
                    <a16:creationId xmlns:a16="http://schemas.microsoft.com/office/drawing/2014/main" id="{3D857BC7-287E-4228-AD10-888A5AD8AAA4}"/>
                  </a:ext>
                </a:extLst>
              </p:cNvPr>
              <p:cNvSpPr/>
              <p:nvPr/>
            </p:nvSpPr>
            <p:spPr>
              <a:xfrm>
                <a:off x="1426575" y="235413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9" name="流程图: 接点 1698">
                <a:extLst>
                  <a:ext uri="{FF2B5EF4-FFF2-40B4-BE49-F238E27FC236}">
                    <a16:creationId xmlns:a16="http://schemas.microsoft.com/office/drawing/2014/main" id="{FB072C9C-8AA3-4FD5-8D58-C292EE92EFB9}"/>
                  </a:ext>
                </a:extLst>
              </p:cNvPr>
              <p:cNvSpPr/>
              <p:nvPr/>
            </p:nvSpPr>
            <p:spPr>
              <a:xfrm>
                <a:off x="1294064" y="237475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0" name="流程图: 接点 1699">
                <a:extLst>
                  <a:ext uri="{FF2B5EF4-FFF2-40B4-BE49-F238E27FC236}">
                    <a16:creationId xmlns:a16="http://schemas.microsoft.com/office/drawing/2014/main" id="{CACCADFC-B072-4652-B8D2-842EA61E8ACA}"/>
                  </a:ext>
                </a:extLst>
              </p:cNvPr>
              <p:cNvSpPr/>
              <p:nvPr/>
            </p:nvSpPr>
            <p:spPr>
              <a:xfrm>
                <a:off x="1363179" y="235215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1" name="流程图: 接点 1700">
                <a:extLst>
                  <a:ext uri="{FF2B5EF4-FFF2-40B4-BE49-F238E27FC236}">
                    <a16:creationId xmlns:a16="http://schemas.microsoft.com/office/drawing/2014/main" id="{ECA49962-763C-4736-85FB-55DB9EEFDB8A}"/>
                  </a:ext>
                </a:extLst>
              </p:cNvPr>
              <p:cNvSpPr/>
              <p:nvPr/>
            </p:nvSpPr>
            <p:spPr>
              <a:xfrm>
                <a:off x="975033" y="225469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2" name="流程图: 接点 1701">
                <a:extLst>
                  <a:ext uri="{FF2B5EF4-FFF2-40B4-BE49-F238E27FC236}">
                    <a16:creationId xmlns:a16="http://schemas.microsoft.com/office/drawing/2014/main" id="{A7BC24FF-401E-412E-A532-797E980DC8ED}"/>
                  </a:ext>
                </a:extLst>
              </p:cNvPr>
              <p:cNvSpPr/>
              <p:nvPr/>
            </p:nvSpPr>
            <p:spPr>
              <a:xfrm>
                <a:off x="911637" y="22527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3" name="流程图: 接点 1702">
                <a:extLst>
                  <a:ext uri="{FF2B5EF4-FFF2-40B4-BE49-F238E27FC236}">
                    <a16:creationId xmlns:a16="http://schemas.microsoft.com/office/drawing/2014/main" id="{29A92BA4-E7E2-4DDA-AE70-91AE0704F47D}"/>
                  </a:ext>
                </a:extLst>
              </p:cNvPr>
              <p:cNvSpPr/>
              <p:nvPr/>
            </p:nvSpPr>
            <p:spPr>
              <a:xfrm>
                <a:off x="911524" y="23182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4" name="流程图: 接点 1703">
                <a:extLst>
                  <a:ext uri="{FF2B5EF4-FFF2-40B4-BE49-F238E27FC236}">
                    <a16:creationId xmlns:a16="http://schemas.microsoft.com/office/drawing/2014/main" id="{05C9E468-44FB-431D-9153-DBA52B92DE12}"/>
                  </a:ext>
                </a:extLst>
              </p:cNvPr>
              <p:cNvSpPr/>
              <p:nvPr/>
            </p:nvSpPr>
            <p:spPr>
              <a:xfrm>
                <a:off x="980640" y="22956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5" name="流程图: 接点 1704">
                <a:extLst>
                  <a:ext uri="{FF2B5EF4-FFF2-40B4-BE49-F238E27FC236}">
                    <a16:creationId xmlns:a16="http://schemas.microsoft.com/office/drawing/2014/main" id="{88B04E89-0BEF-4E71-A664-626339D2F3D8}"/>
                  </a:ext>
                </a:extLst>
              </p:cNvPr>
              <p:cNvSpPr/>
              <p:nvPr/>
            </p:nvSpPr>
            <p:spPr>
              <a:xfrm>
                <a:off x="1090106" y="22967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6" name="流程图: 接点 1705">
                <a:extLst>
                  <a:ext uri="{FF2B5EF4-FFF2-40B4-BE49-F238E27FC236}">
                    <a16:creationId xmlns:a16="http://schemas.microsoft.com/office/drawing/2014/main" id="{0F6CE70B-53F1-4991-B7E7-C304094952FD}"/>
                  </a:ext>
                </a:extLst>
              </p:cNvPr>
              <p:cNvSpPr/>
              <p:nvPr/>
            </p:nvSpPr>
            <p:spPr>
              <a:xfrm>
                <a:off x="1159221" y="227412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7" name="流程图: 接点 1706">
                <a:extLst>
                  <a:ext uri="{FF2B5EF4-FFF2-40B4-BE49-F238E27FC236}">
                    <a16:creationId xmlns:a16="http://schemas.microsoft.com/office/drawing/2014/main" id="{58859361-1C1B-4661-8708-07B2D8530823}"/>
                  </a:ext>
                </a:extLst>
              </p:cNvPr>
              <p:cNvSpPr/>
              <p:nvPr/>
            </p:nvSpPr>
            <p:spPr>
              <a:xfrm>
                <a:off x="1056243" y="23696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8" name="流程图: 接点 1707">
                <a:extLst>
                  <a:ext uri="{FF2B5EF4-FFF2-40B4-BE49-F238E27FC236}">
                    <a16:creationId xmlns:a16="http://schemas.microsoft.com/office/drawing/2014/main" id="{67F7C4EB-6EE5-4A8A-B275-4FD095006925}"/>
                  </a:ext>
                </a:extLst>
              </p:cNvPr>
              <p:cNvSpPr/>
              <p:nvPr/>
            </p:nvSpPr>
            <p:spPr>
              <a:xfrm>
                <a:off x="1125358" y="234708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9" name="流程图: 接点 1708">
                <a:extLst>
                  <a:ext uri="{FF2B5EF4-FFF2-40B4-BE49-F238E27FC236}">
                    <a16:creationId xmlns:a16="http://schemas.microsoft.com/office/drawing/2014/main" id="{8AD3D481-F46E-44E3-98E3-9BA706F3A19D}"/>
                  </a:ext>
                </a:extLst>
              </p:cNvPr>
              <p:cNvSpPr/>
              <p:nvPr/>
            </p:nvSpPr>
            <p:spPr>
              <a:xfrm>
                <a:off x="1061962" y="23451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0" name="流程图: 接点 1709">
                <a:extLst>
                  <a:ext uri="{FF2B5EF4-FFF2-40B4-BE49-F238E27FC236}">
                    <a16:creationId xmlns:a16="http://schemas.microsoft.com/office/drawing/2014/main" id="{29BF8B0A-6802-441D-902D-DF92B4149C34}"/>
                  </a:ext>
                </a:extLst>
              </p:cNvPr>
              <p:cNvSpPr/>
              <p:nvPr/>
            </p:nvSpPr>
            <p:spPr>
              <a:xfrm>
                <a:off x="860509" y="22606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1" name="流程图: 接点 1710">
                <a:extLst>
                  <a:ext uri="{FF2B5EF4-FFF2-40B4-BE49-F238E27FC236}">
                    <a16:creationId xmlns:a16="http://schemas.microsoft.com/office/drawing/2014/main" id="{678C0120-411B-463A-989D-B9A6A9605D1E}"/>
                  </a:ext>
                </a:extLst>
              </p:cNvPr>
              <p:cNvSpPr/>
              <p:nvPr/>
            </p:nvSpPr>
            <p:spPr>
              <a:xfrm>
                <a:off x="947318" y="224747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2" name="流程图: 接点 1711">
                <a:extLst>
                  <a:ext uri="{FF2B5EF4-FFF2-40B4-BE49-F238E27FC236}">
                    <a16:creationId xmlns:a16="http://schemas.microsoft.com/office/drawing/2014/main" id="{44BE392A-1464-4742-87E1-10ED14A8E374}"/>
                  </a:ext>
                </a:extLst>
              </p:cNvPr>
              <p:cNvSpPr/>
              <p:nvPr/>
            </p:nvSpPr>
            <p:spPr>
              <a:xfrm>
                <a:off x="952924" y="228844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3" name="流程图: 接点 1712">
                <a:extLst>
                  <a:ext uri="{FF2B5EF4-FFF2-40B4-BE49-F238E27FC236}">
                    <a16:creationId xmlns:a16="http://schemas.microsoft.com/office/drawing/2014/main" id="{551C1226-16FB-40C6-9983-875C1EEBBC0A}"/>
                  </a:ext>
                </a:extLst>
              </p:cNvPr>
              <p:cNvSpPr/>
              <p:nvPr/>
            </p:nvSpPr>
            <p:spPr>
              <a:xfrm>
                <a:off x="1057422" y="23329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4" name="流程图: 接点 1713">
                <a:extLst>
                  <a:ext uri="{FF2B5EF4-FFF2-40B4-BE49-F238E27FC236}">
                    <a16:creationId xmlns:a16="http://schemas.microsoft.com/office/drawing/2014/main" id="{E1AD6BB1-EDE1-4875-8C80-A48A5E7751E0}"/>
                  </a:ext>
                </a:extLst>
              </p:cNvPr>
              <p:cNvSpPr/>
              <p:nvPr/>
            </p:nvSpPr>
            <p:spPr>
              <a:xfrm>
                <a:off x="1180402" y="234031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5" name="流程图: 接点 1714">
                <a:extLst>
                  <a:ext uri="{FF2B5EF4-FFF2-40B4-BE49-F238E27FC236}">
                    <a16:creationId xmlns:a16="http://schemas.microsoft.com/office/drawing/2014/main" id="{7067F099-C270-44CC-A2FC-C244B5A16D07}"/>
                  </a:ext>
                </a:extLst>
              </p:cNvPr>
              <p:cNvSpPr/>
              <p:nvPr/>
            </p:nvSpPr>
            <p:spPr>
              <a:xfrm>
                <a:off x="1117006" y="23383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6" name="流程图: 接点 1715">
                <a:extLst>
                  <a:ext uri="{FF2B5EF4-FFF2-40B4-BE49-F238E27FC236}">
                    <a16:creationId xmlns:a16="http://schemas.microsoft.com/office/drawing/2014/main" id="{A7F4B485-02C2-4E14-9D59-42987F0AE7DB}"/>
                  </a:ext>
                </a:extLst>
              </p:cNvPr>
              <p:cNvSpPr/>
              <p:nvPr/>
            </p:nvSpPr>
            <p:spPr>
              <a:xfrm>
                <a:off x="1186009" y="23812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7" name="流程图: 接点 1716">
                <a:extLst>
                  <a:ext uri="{FF2B5EF4-FFF2-40B4-BE49-F238E27FC236}">
                    <a16:creationId xmlns:a16="http://schemas.microsoft.com/office/drawing/2014/main" id="{B47212BB-5B99-4A65-89C0-63778F679CB2}"/>
                  </a:ext>
                </a:extLst>
              </p:cNvPr>
              <p:cNvSpPr/>
              <p:nvPr/>
            </p:nvSpPr>
            <p:spPr>
              <a:xfrm>
                <a:off x="1325121" y="239174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8" name="流程图: 接点 1717">
                <a:extLst>
                  <a:ext uri="{FF2B5EF4-FFF2-40B4-BE49-F238E27FC236}">
                    <a16:creationId xmlns:a16="http://schemas.microsoft.com/office/drawing/2014/main" id="{2D407281-96E5-4078-8E54-5F7B1CADFA4B}"/>
                  </a:ext>
                </a:extLst>
              </p:cNvPr>
              <p:cNvSpPr/>
              <p:nvPr/>
            </p:nvSpPr>
            <p:spPr>
              <a:xfrm>
                <a:off x="1063374" y="235269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9" name="流程图: 接点 1718">
                <a:extLst>
                  <a:ext uri="{FF2B5EF4-FFF2-40B4-BE49-F238E27FC236}">
                    <a16:creationId xmlns:a16="http://schemas.microsoft.com/office/drawing/2014/main" id="{A8BC70EE-6548-453B-99DC-7FF9FECCCBA3}"/>
                  </a:ext>
                </a:extLst>
              </p:cNvPr>
              <p:cNvSpPr/>
              <p:nvPr/>
            </p:nvSpPr>
            <p:spPr>
              <a:xfrm>
                <a:off x="775432" y="23014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0" name="流程图: 接点 1719">
                <a:extLst>
                  <a:ext uri="{FF2B5EF4-FFF2-40B4-BE49-F238E27FC236}">
                    <a16:creationId xmlns:a16="http://schemas.microsoft.com/office/drawing/2014/main" id="{994DE506-497C-4FE4-AA80-97E0F601377B}"/>
                  </a:ext>
                </a:extLst>
              </p:cNvPr>
              <p:cNvSpPr/>
              <p:nvPr/>
            </p:nvSpPr>
            <p:spPr>
              <a:xfrm>
                <a:off x="844547" y="22788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1" name="流程图: 接点 1720">
                <a:extLst>
                  <a:ext uri="{FF2B5EF4-FFF2-40B4-BE49-F238E27FC236}">
                    <a16:creationId xmlns:a16="http://schemas.microsoft.com/office/drawing/2014/main" id="{D7418F5B-C6C0-429F-B731-BF167B4E5F6C}"/>
                  </a:ext>
                </a:extLst>
              </p:cNvPr>
              <p:cNvSpPr/>
              <p:nvPr/>
            </p:nvSpPr>
            <p:spPr>
              <a:xfrm>
                <a:off x="775319" y="23670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2" name="流程图: 接点 1721">
                <a:extLst>
                  <a:ext uri="{FF2B5EF4-FFF2-40B4-BE49-F238E27FC236}">
                    <a16:creationId xmlns:a16="http://schemas.microsoft.com/office/drawing/2014/main" id="{91BF2B94-D055-4B14-B6E9-BB617CCEA2C0}"/>
                  </a:ext>
                </a:extLst>
              </p:cNvPr>
              <p:cNvSpPr/>
              <p:nvPr/>
            </p:nvSpPr>
            <p:spPr>
              <a:xfrm>
                <a:off x="844435" y="23444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3" name="流程图: 接点 1722">
                <a:extLst>
                  <a:ext uri="{FF2B5EF4-FFF2-40B4-BE49-F238E27FC236}">
                    <a16:creationId xmlns:a16="http://schemas.microsoft.com/office/drawing/2014/main" id="{A58661A8-B851-456E-A2CB-A363F057DBD0}"/>
                  </a:ext>
                </a:extLst>
              </p:cNvPr>
              <p:cNvSpPr/>
              <p:nvPr/>
            </p:nvSpPr>
            <p:spPr>
              <a:xfrm>
                <a:off x="711923" y="236503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4" name="流程图: 接点 1723">
                <a:extLst>
                  <a:ext uri="{FF2B5EF4-FFF2-40B4-BE49-F238E27FC236}">
                    <a16:creationId xmlns:a16="http://schemas.microsoft.com/office/drawing/2014/main" id="{DA6BC8F8-BA56-451A-928D-F3A32247321B}"/>
                  </a:ext>
                </a:extLst>
              </p:cNvPr>
              <p:cNvSpPr/>
              <p:nvPr/>
            </p:nvSpPr>
            <p:spPr>
              <a:xfrm>
                <a:off x="781038" y="23424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5" name="流程图: 接点 1724">
                <a:extLst>
                  <a:ext uri="{FF2B5EF4-FFF2-40B4-BE49-F238E27FC236}">
                    <a16:creationId xmlns:a16="http://schemas.microsoft.com/office/drawing/2014/main" id="{9CC95BB9-DF23-40D8-A71E-AFDF3C79786C}"/>
                  </a:ext>
                </a:extLst>
              </p:cNvPr>
              <p:cNvSpPr/>
              <p:nvPr/>
            </p:nvSpPr>
            <p:spPr>
              <a:xfrm>
                <a:off x="916274" y="236668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6" name="流程图: 接点 1725">
                <a:extLst>
                  <a:ext uri="{FF2B5EF4-FFF2-40B4-BE49-F238E27FC236}">
                    <a16:creationId xmlns:a16="http://schemas.microsoft.com/office/drawing/2014/main" id="{A87A203F-5F1E-4774-AD0F-E4C1CB308161}"/>
                  </a:ext>
                </a:extLst>
              </p:cNvPr>
              <p:cNvSpPr/>
              <p:nvPr/>
            </p:nvSpPr>
            <p:spPr>
              <a:xfrm>
                <a:off x="985389" y="234409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7" name="流程图: 接点 1726">
                <a:extLst>
                  <a:ext uri="{FF2B5EF4-FFF2-40B4-BE49-F238E27FC236}">
                    <a16:creationId xmlns:a16="http://schemas.microsoft.com/office/drawing/2014/main" id="{FBDF54E4-C655-4194-84FA-DF77E0593CFC}"/>
                  </a:ext>
                </a:extLst>
              </p:cNvPr>
              <p:cNvSpPr/>
              <p:nvPr/>
            </p:nvSpPr>
            <p:spPr>
              <a:xfrm>
                <a:off x="853340" y="23860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8" name="流程图: 接点 1727">
                <a:extLst>
                  <a:ext uri="{FF2B5EF4-FFF2-40B4-BE49-F238E27FC236}">
                    <a16:creationId xmlns:a16="http://schemas.microsoft.com/office/drawing/2014/main" id="{89D9E09E-8BB4-4D50-85A6-E1BF3FA36853}"/>
                  </a:ext>
                </a:extLst>
              </p:cNvPr>
              <p:cNvSpPr/>
              <p:nvPr/>
            </p:nvSpPr>
            <p:spPr>
              <a:xfrm>
                <a:off x="640128" y="224975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9" name="流程图: 接点 1728">
                <a:extLst>
                  <a:ext uri="{FF2B5EF4-FFF2-40B4-BE49-F238E27FC236}">
                    <a16:creationId xmlns:a16="http://schemas.microsoft.com/office/drawing/2014/main" id="{9B8AA2CA-C069-4039-AB33-EF87F7F210D2}"/>
                  </a:ext>
                </a:extLst>
              </p:cNvPr>
              <p:cNvSpPr/>
              <p:nvPr/>
            </p:nvSpPr>
            <p:spPr>
              <a:xfrm>
                <a:off x="645735" y="22907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0" name="流程图: 接点 1729">
                <a:extLst>
                  <a:ext uri="{FF2B5EF4-FFF2-40B4-BE49-F238E27FC236}">
                    <a16:creationId xmlns:a16="http://schemas.microsoft.com/office/drawing/2014/main" id="{3F50810E-EAC8-413E-B538-9B20BFB6A0F8}"/>
                  </a:ext>
                </a:extLst>
              </p:cNvPr>
              <p:cNvSpPr/>
              <p:nvPr/>
            </p:nvSpPr>
            <p:spPr>
              <a:xfrm>
                <a:off x="721338" y="23647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1" name="流程图: 接点 1730">
                <a:extLst>
                  <a:ext uri="{FF2B5EF4-FFF2-40B4-BE49-F238E27FC236}">
                    <a16:creationId xmlns:a16="http://schemas.microsoft.com/office/drawing/2014/main" id="{001D7730-9F30-4229-9B37-B8DF44B89D7F}"/>
                  </a:ext>
                </a:extLst>
              </p:cNvPr>
              <p:cNvSpPr/>
              <p:nvPr/>
            </p:nvSpPr>
            <p:spPr>
              <a:xfrm>
                <a:off x="1108369" y="23514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2" name="流程图: 接点 1731">
                <a:extLst>
                  <a:ext uri="{FF2B5EF4-FFF2-40B4-BE49-F238E27FC236}">
                    <a16:creationId xmlns:a16="http://schemas.microsoft.com/office/drawing/2014/main" id="{B9CDF327-67AE-47AA-9E57-6A6C0C181277}"/>
                  </a:ext>
                </a:extLst>
              </p:cNvPr>
              <p:cNvSpPr/>
              <p:nvPr/>
            </p:nvSpPr>
            <p:spPr>
              <a:xfrm>
                <a:off x="1044973" y="23495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3" name="流程图: 接点 1732">
                <a:extLst>
                  <a:ext uri="{FF2B5EF4-FFF2-40B4-BE49-F238E27FC236}">
                    <a16:creationId xmlns:a16="http://schemas.microsoft.com/office/drawing/2014/main" id="{0D4DCB1A-ED0B-47EA-AB01-FA25CFFF5614}"/>
                  </a:ext>
                </a:extLst>
              </p:cNvPr>
              <p:cNvSpPr/>
              <p:nvPr/>
            </p:nvSpPr>
            <p:spPr>
              <a:xfrm>
                <a:off x="1113976" y="23924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4" name="流程图: 接点 1733">
                <a:extLst>
                  <a:ext uri="{FF2B5EF4-FFF2-40B4-BE49-F238E27FC236}">
                    <a16:creationId xmlns:a16="http://schemas.microsoft.com/office/drawing/2014/main" id="{6805A01B-1C4D-45DB-B7E5-0F3C60EFA912}"/>
                  </a:ext>
                </a:extLst>
              </p:cNvPr>
              <p:cNvSpPr/>
              <p:nvPr/>
            </p:nvSpPr>
            <p:spPr>
              <a:xfrm>
                <a:off x="807153" y="23444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5" name="流程图: 接点 1734">
                <a:extLst>
                  <a:ext uri="{FF2B5EF4-FFF2-40B4-BE49-F238E27FC236}">
                    <a16:creationId xmlns:a16="http://schemas.microsoft.com/office/drawing/2014/main" id="{D8A8A6C9-7062-4235-AAC8-AB7E8923808F}"/>
                  </a:ext>
                </a:extLst>
              </p:cNvPr>
              <p:cNvSpPr/>
              <p:nvPr/>
            </p:nvSpPr>
            <p:spPr>
              <a:xfrm>
                <a:off x="743757" y="234245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6" name="流程图: 接点 1735">
                <a:extLst>
                  <a:ext uri="{FF2B5EF4-FFF2-40B4-BE49-F238E27FC236}">
                    <a16:creationId xmlns:a16="http://schemas.microsoft.com/office/drawing/2014/main" id="{7BA8A22B-F61C-41B1-BE3B-546671E37402}"/>
                  </a:ext>
                </a:extLst>
              </p:cNvPr>
              <p:cNvSpPr/>
              <p:nvPr/>
            </p:nvSpPr>
            <p:spPr>
              <a:xfrm>
                <a:off x="812759" y="23854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7" name="流程图: 接点 1736">
                <a:extLst>
                  <a:ext uri="{FF2B5EF4-FFF2-40B4-BE49-F238E27FC236}">
                    <a16:creationId xmlns:a16="http://schemas.microsoft.com/office/drawing/2014/main" id="{F5783209-C144-4ADB-AD8D-E7A0BB337BD5}"/>
                  </a:ext>
                </a:extLst>
              </p:cNvPr>
              <p:cNvSpPr/>
              <p:nvPr/>
            </p:nvSpPr>
            <p:spPr>
              <a:xfrm>
                <a:off x="922226" y="23864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8" name="流程图: 接点 1737">
                <a:extLst>
                  <a:ext uri="{FF2B5EF4-FFF2-40B4-BE49-F238E27FC236}">
                    <a16:creationId xmlns:a16="http://schemas.microsoft.com/office/drawing/2014/main" id="{6BC40D22-1826-4799-9961-C345F512DBAC}"/>
                  </a:ext>
                </a:extLst>
              </p:cNvPr>
              <p:cNvSpPr/>
              <p:nvPr/>
            </p:nvSpPr>
            <p:spPr>
              <a:xfrm>
                <a:off x="991341" y="23638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9" name="流程图: 接点 1738">
                <a:extLst>
                  <a:ext uri="{FF2B5EF4-FFF2-40B4-BE49-F238E27FC236}">
                    <a16:creationId xmlns:a16="http://schemas.microsoft.com/office/drawing/2014/main" id="{97403509-FCBB-4818-B561-94A407BF9343}"/>
                  </a:ext>
                </a:extLst>
              </p:cNvPr>
              <p:cNvSpPr/>
              <p:nvPr/>
            </p:nvSpPr>
            <p:spPr>
              <a:xfrm>
                <a:off x="692628" y="23503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0" name="流程图: 接点 1739">
                <a:extLst>
                  <a:ext uri="{FF2B5EF4-FFF2-40B4-BE49-F238E27FC236}">
                    <a16:creationId xmlns:a16="http://schemas.microsoft.com/office/drawing/2014/main" id="{DE41F4E1-15B8-417A-ABEA-99ABA20186ED}"/>
                  </a:ext>
                </a:extLst>
              </p:cNvPr>
              <p:cNvSpPr/>
              <p:nvPr/>
            </p:nvSpPr>
            <p:spPr>
              <a:xfrm>
                <a:off x="779437" y="233721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1" name="流程图: 接点 1740">
                <a:extLst>
                  <a:ext uri="{FF2B5EF4-FFF2-40B4-BE49-F238E27FC236}">
                    <a16:creationId xmlns:a16="http://schemas.microsoft.com/office/drawing/2014/main" id="{95B141CE-10B9-4CF2-BA62-E60BD7F8DAD1}"/>
                  </a:ext>
                </a:extLst>
              </p:cNvPr>
              <p:cNvSpPr/>
              <p:nvPr/>
            </p:nvSpPr>
            <p:spPr>
              <a:xfrm>
                <a:off x="785044" y="237818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2" name="流程图: 接点 1741">
                <a:extLst>
                  <a:ext uri="{FF2B5EF4-FFF2-40B4-BE49-F238E27FC236}">
                    <a16:creationId xmlns:a16="http://schemas.microsoft.com/office/drawing/2014/main" id="{A4E7F02C-E0FB-4140-9C77-F1849C9B3E84}"/>
                  </a:ext>
                </a:extLst>
              </p:cNvPr>
              <p:cNvSpPr/>
              <p:nvPr/>
            </p:nvSpPr>
            <p:spPr>
              <a:xfrm>
                <a:off x="670035" y="233838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3" name="流程图: 接点 1742">
                <a:extLst>
                  <a:ext uri="{FF2B5EF4-FFF2-40B4-BE49-F238E27FC236}">
                    <a16:creationId xmlns:a16="http://schemas.microsoft.com/office/drawing/2014/main" id="{148E3E26-CE02-4F86-809B-F2E89CBDB970}"/>
                  </a:ext>
                </a:extLst>
              </p:cNvPr>
              <p:cNvSpPr/>
              <p:nvPr/>
            </p:nvSpPr>
            <p:spPr>
              <a:xfrm>
                <a:off x="739150" y="231579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4" name="流程图: 接点 1743">
                <a:extLst>
                  <a:ext uri="{FF2B5EF4-FFF2-40B4-BE49-F238E27FC236}">
                    <a16:creationId xmlns:a16="http://schemas.microsoft.com/office/drawing/2014/main" id="{70ACDA57-87C9-4025-9649-A86852B9BD63}"/>
                  </a:ext>
                </a:extLst>
              </p:cNvPr>
              <p:cNvSpPr/>
              <p:nvPr/>
            </p:nvSpPr>
            <p:spPr>
              <a:xfrm>
                <a:off x="739038" y="238133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5" name="流程图: 接点 1744">
                <a:extLst>
                  <a:ext uri="{FF2B5EF4-FFF2-40B4-BE49-F238E27FC236}">
                    <a16:creationId xmlns:a16="http://schemas.microsoft.com/office/drawing/2014/main" id="{7721073E-E779-4981-B263-D698A53108F3}"/>
                  </a:ext>
                </a:extLst>
              </p:cNvPr>
              <p:cNvSpPr/>
              <p:nvPr/>
            </p:nvSpPr>
            <p:spPr>
              <a:xfrm>
                <a:off x="675642" y="23793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6" name="流程图: 接点 1745">
                <a:extLst>
                  <a:ext uri="{FF2B5EF4-FFF2-40B4-BE49-F238E27FC236}">
                    <a16:creationId xmlns:a16="http://schemas.microsoft.com/office/drawing/2014/main" id="{75C4584C-0F85-41C4-A807-957A295A697F}"/>
                  </a:ext>
                </a:extLst>
              </p:cNvPr>
              <p:cNvSpPr/>
              <p:nvPr/>
            </p:nvSpPr>
            <p:spPr>
              <a:xfrm>
                <a:off x="701756" y="238134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7" name="流程图: 接点 1746">
                <a:extLst>
                  <a:ext uri="{FF2B5EF4-FFF2-40B4-BE49-F238E27FC236}">
                    <a16:creationId xmlns:a16="http://schemas.microsoft.com/office/drawing/2014/main" id="{77E8D34A-E24B-4340-B32C-2DBD0107FA77}"/>
                  </a:ext>
                </a:extLst>
              </p:cNvPr>
              <p:cNvSpPr/>
              <p:nvPr/>
            </p:nvSpPr>
            <p:spPr>
              <a:xfrm>
                <a:off x="638360" y="23793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8" name="流程图: 接点 1747">
                <a:extLst>
                  <a:ext uri="{FF2B5EF4-FFF2-40B4-BE49-F238E27FC236}">
                    <a16:creationId xmlns:a16="http://schemas.microsoft.com/office/drawing/2014/main" id="{9F5AF945-D4A2-464C-9BB9-1D80A1965D77}"/>
                  </a:ext>
                </a:extLst>
              </p:cNvPr>
              <p:cNvSpPr/>
              <p:nvPr/>
            </p:nvSpPr>
            <p:spPr>
              <a:xfrm>
                <a:off x="674040" y="237413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9" name="流程图: 接点 1748">
                <a:extLst>
                  <a:ext uri="{FF2B5EF4-FFF2-40B4-BE49-F238E27FC236}">
                    <a16:creationId xmlns:a16="http://schemas.microsoft.com/office/drawing/2014/main" id="{7B185F93-CA28-4C93-99C5-3F06AF3596FD}"/>
                  </a:ext>
                </a:extLst>
              </p:cNvPr>
              <p:cNvSpPr/>
              <p:nvPr/>
            </p:nvSpPr>
            <p:spPr>
              <a:xfrm>
                <a:off x="1522323" y="20726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0" name="流程图: 接点 1749">
                <a:extLst>
                  <a:ext uri="{FF2B5EF4-FFF2-40B4-BE49-F238E27FC236}">
                    <a16:creationId xmlns:a16="http://schemas.microsoft.com/office/drawing/2014/main" id="{F1B25A6E-0376-43AF-B40D-66961F4F02D5}"/>
                  </a:ext>
                </a:extLst>
              </p:cNvPr>
              <p:cNvSpPr/>
              <p:nvPr/>
            </p:nvSpPr>
            <p:spPr>
              <a:xfrm>
                <a:off x="1459388" y="209199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1" name="流程图: 接点 1750">
                <a:extLst>
                  <a:ext uri="{FF2B5EF4-FFF2-40B4-BE49-F238E27FC236}">
                    <a16:creationId xmlns:a16="http://schemas.microsoft.com/office/drawing/2014/main" id="{46152302-665F-464A-8210-1C9838EDFBED}"/>
                  </a:ext>
                </a:extLst>
              </p:cNvPr>
              <p:cNvSpPr/>
              <p:nvPr/>
            </p:nvSpPr>
            <p:spPr>
              <a:xfrm>
                <a:off x="1658132" y="20526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2" name="流程图: 接点 1751">
                <a:extLst>
                  <a:ext uri="{FF2B5EF4-FFF2-40B4-BE49-F238E27FC236}">
                    <a16:creationId xmlns:a16="http://schemas.microsoft.com/office/drawing/2014/main" id="{4C7892BF-2F5D-4219-9A8C-35A519AD7341}"/>
                  </a:ext>
                </a:extLst>
              </p:cNvPr>
              <p:cNvSpPr/>
              <p:nvPr/>
            </p:nvSpPr>
            <p:spPr>
              <a:xfrm>
                <a:off x="1594624" y="211623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3" name="流程图: 接点 1752">
                <a:extLst>
                  <a:ext uri="{FF2B5EF4-FFF2-40B4-BE49-F238E27FC236}">
                    <a16:creationId xmlns:a16="http://schemas.microsoft.com/office/drawing/2014/main" id="{ECA42AC3-8282-4322-967A-182D24425451}"/>
                  </a:ext>
                </a:extLst>
              </p:cNvPr>
              <p:cNvSpPr/>
              <p:nvPr/>
            </p:nvSpPr>
            <p:spPr>
              <a:xfrm>
                <a:off x="1663739" y="20936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4" name="流程图: 接点 1753">
                <a:extLst>
                  <a:ext uri="{FF2B5EF4-FFF2-40B4-BE49-F238E27FC236}">
                    <a16:creationId xmlns:a16="http://schemas.microsoft.com/office/drawing/2014/main" id="{4C20EF74-CE0F-45F4-9B0E-0063756CB403}"/>
                  </a:ext>
                </a:extLst>
              </p:cNvPr>
              <p:cNvSpPr/>
              <p:nvPr/>
            </p:nvSpPr>
            <p:spPr>
              <a:xfrm>
                <a:off x="1531228" y="21142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5" name="流程图: 接点 1754">
                <a:extLst>
                  <a:ext uri="{FF2B5EF4-FFF2-40B4-BE49-F238E27FC236}">
                    <a16:creationId xmlns:a16="http://schemas.microsoft.com/office/drawing/2014/main" id="{4501B276-9DCF-4B62-8843-D904691974F9}"/>
                  </a:ext>
                </a:extLst>
              </p:cNvPr>
              <p:cNvSpPr/>
              <p:nvPr/>
            </p:nvSpPr>
            <p:spPr>
              <a:xfrm>
                <a:off x="1600343" y="20916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6" name="流程图: 接点 1755">
                <a:extLst>
                  <a:ext uri="{FF2B5EF4-FFF2-40B4-BE49-F238E27FC236}">
                    <a16:creationId xmlns:a16="http://schemas.microsoft.com/office/drawing/2014/main" id="{712E4920-6F58-420A-9EC0-45880E0A5A23}"/>
                  </a:ext>
                </a:extLst>
              </p:cNvPr>
              <p:cNvSpPr/>
              <p:nvPr/>
            </p:nvSpPr>
            <p:spPr>
              <a:xfrm>
                <a:off x="1531115" y="21798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7" name="流程图: 接点 1756">
                <a:extLst>
                  <a:ext uri="{FF2B5EF4-FFF2-40B4-BE49-F238E27FC236}">
                    <a16:creationId xmlns:a16="http://schemas.microsoft.com/office/drawing/2014/main" id="{A8427137-B6E5-44D9-BD20-126FCB6FFC86}"/>
                  </a:ext>
                </a:extLst>
              </p:cNvPr>
              <p:cNvSpPr/>
              <p:nvPr/>
            </p:nvSpPr>
            <p:spPr>
              <a:xfrm>
                <a:off x="1600230" y="21572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8" name="流程图: 接点 1757">
                <a:extLst>
                  <a:ext uri="{FF2B5EF4-FFF2-40B4-BE49-F238E27FC236}">
                    <a16:creationId xmlns:a16="http://schemas.microsoft.com/office/drawing/2014/main" id="{61F82AE3-AD6F-49BD-A030-821FD9D9C1DB}"/>
                  </a:ext>
                </a:extLst>
              </p:cNvPr>
              <p:cNvSpPr/>
              <p:nvPr/>
            </p:nvSpPr>
            <p:spPr>
              <a:xfrm>
                <a:off x="1424951" y="22091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9" name="流程图: 接点 1758">
                <a:extLst>
                  <a:ext uri="{FF2B5EF4-FFF2-40B4-BE49-F238E27FC236}">
                    <a16:creationId xmlns:a16="http://schemas.microsoft.com/office/drawing/2014/main" id="{77CEA856-66C0-4A60-86CE-0B2BDE840F18}"/>
                  </a:ext>
                </a:extLst>
              </p:cNvPr>
              <p:cNvSpPr/>
              <p:nvPr/>
            </p:nvSpPr>
            <p:spPr>
              <a:xfrm>
                <a:off x="1497252" y="22527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0" name="流程图: 接点 1759">
                <a:extLst>
                  <a:ext uri="{FF2B5EF4-FFF2-40B4-BE49-F238E27FC236}">
                    <a16:creationId xmlns:a16="http://schemas.microsoft.com/office/drawing/2014/main" id="{42797002-7F3B-4A32-8444-094B7877585F}"/>
                  </a:ext>
                </a:extLst>
              </p:cNvPr>
              <p:cNvSpPr/>
              <p:nvPr/>
            </p:nvSpPr>
            <p:spPr>
              <a:xfrm>
                <a:off x="1566367" y="223016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1" name="流程图: 接点 1760">
                <a:extLst>
                  <a:ext uri="{FF2B5EF4-FFF2-40B4-BE49-F238E27FC236}">
                    <a16:creationId xmlns:a16="http://schemas.microsoft.com/office/drawing/2014/main" id="{B33B3BC1-0C70-4F1F-8E22-9A8E34436760}"/>
                  </a:ext>
                </a:extLst>
              </p:cNvPr>
              <p:cNvSpPr/>
              <p:nvPr/>
            </p:nvSpPr>
            <p:spPr>
              <a:xfrm>
                <a:off x="1433856" y="22507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2" name="流程图: 接点 1761">
                <a:extLst>
                  <a:ext uri="{FF2B5EF4-FFF2-40B4-BE49-F238E27FC236}">
                    <a16:creationId xmlns:a16="http://schemas.microsoft.com/office/drawing/2014/main" id="{3E412372-A3A9-4C45-AC47-C3A73C86B8C4}"/>
                  </a:ext>
                </a:extLst>
              </p:cNvPr>
              <p:cNvSpPr/>
              <p:nvPr/>
            </p:nvSpPr>
            <p:spPr>
              <a:xfrm>
                <a:off x="1502971" y="22281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3" name="流程图: 接点 1762">
                <a:extLst>
                  <a:ext uri="{FF2B5EF4-FFF2-40B4-BE49-F238E27FC236}">
                    <a16:creationId xmlns:a16="http://schemas.microsoft.com/office/drawing/2014/main" id="{0BEE0256-9454-471D-8EEE-3A2AC951318D}"/>
                  </a:ext>
                </a:extLst>
              </p:cNvPr>
              <p:cNvSpPr/>
              <p:nvPr/>
            </p:nvSpPr>
            <p:spPr>
              <a:xfrm>
                <a:off x="1433743" y="23163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4" name="流程图: 接点 1763">
                <a:extLst>
                  <a:ext uri="{FF2B5EF4-FFF2-40B4-BE49-F238E27FC236}">
                    <a16:creationId xmlns:a16="http://schemas.microsoft.com/office/drawing/2014/main" id="{A0E94247-024F-49B7-A137-70A59CBF3C79}"/>
                  </a:ext>
                </a:extLst>
              </p:cNvPr>
              <p:cNvSpPr/>
              <p:nvPr/>
            </p:nvSpPr>
            <p:spPr>
              <a:xfrm>
                <a:off x="1502858" y="22937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5" name="流程图: 接点 1764">
                <a:extLst>
                  <a:ext uri="{FF2B5EF4-FFF2-40B4-BE49-F238E27FC236}">
                    <a16:creationId xmlns:a16="http://schemas.microsoft.com/office/drawing/2014/main" id="{4D8495C7-BB80-470E-9306-D466DBB33B04}"/>
                  </a:ext>
                </a:extLst>
              </p:cNvPr>
              <p:cNvSpPr/>
              <p:nvPr/>
            </p:nvSpPr>
            <p:spPr>
              <a:xfrm>
                <a:off x="1603533" y="218759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6" name="流程图: 接点 1765">
                <a:extLst>
                  <a:ext uri="{FF2B5EF4-FFF2-40B4-BE49-F238E27FC236}">
                    <a16:creationId xmlns:a16="http://schemas.microsoft.com/office/drawing/2014/main" id="{BB7EB1AA-A2B4-4F1B-ACED-E35C8DC88E7A}"/>
                  </a:ext>
                </a:extLst>
              </p:cNvPr>
              <p:cNvSpPr/>
              <p:nvPr/>
            </p:nvSpPr>
            <p:spPr>
              <a:xfrm>
                <a:off x="1739342" y="216766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7" name="流程图: 接点 1766">
                <a:extLst>
                  <a:ext uri="{FF2B5EF4-FFF2-40B4-BE49-F238E27FC236}">
                    <a16:creationId xmlns:a16="http://schemas.microsoft.com/office/drawing/2014/main" id="{E7A52D97-69B8-4D9B-A599-8CF0369D0D8F}"/>
                  </a:ext>
                </a:extLst>
              </p:cNvPr>
              <p:cNvSpPr/>
              <p:nvPr/>
            </p:nvSpPr>
            <p:spPr>
              <a:xfrm>
                <a:off x="1675834" y="22312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8" name="流程图: 接点 1767">
                <a:extLst>
                  <a:ext uri="{FF2B5EF4-FFF2-40B4-BE49-F238E27FC236}">
                    <a16:creationId xmlns:a16="http://schemas.microsoft.com/office/drawing/2014/main" id="{3FC726ED-E95D-4114-A99F-C40D81C0FAFA}"/>
                  </a:ext>
                </a:extLst>
              </p:cNvPr>
              <p:cNvSpPr/>
              <p:nvPr/>
            </p:nvSpPr>
            <p:spPr>
              <a:xfrm>
                <a:off x="1744949" y="220862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9" name="流程图: 接点 1768">
                <a:extLst>
                  <a:ext uri="{FF2B5EF4-FFF2-40B4-BE49-F238E27FC236}">
                    <a16:creationId xmlns:a16="http://schemas.microsoft.com/office/drawing/2014/main" id="{DE8ED95B-C1EF-4F4D-BB51-7CE3E935949C}"/>
                  </a:ext>
                </a:extLst>
              </p:cNvPr>
              <p:cNvSpPr/>
              <p:nvPr/>
            </p:nvSpPr>
            <p:spPr>
              <a:xfrm>
                <a:off x="1612438" y="222924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0" name="流程图: 接点 1769">
                <a:extLst>
                  <a:ext uri="{FF2B5EF4-FFF2-40B4-BE49-F238E27FC236}">
                    <a16:creationId xmlns:a16="http://schemas.microsoft.com/office/drawing/2014/main" id="{1892CF08-8585-44D6-B18E-AC18B28209A4}"/>
                  </a:ext>
                </a:extLst>
              </p:cNvPr>
              <p:cNvSpPr/>
              <p:nvPr/>
            </p:nvSpPr>
            <p:spPr>
              <a:xfrm>
                <a:off x="1681553" y="220664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1" name="流程图: 接点 1770">
                <a:extLst>
                  <a:ext uri="{FF2B5EF4-FFF2-40B4-BE49-F238E27FC236}">
                    <a16:creationId xmlns:a16="http://schemas.microsoft.com/office/drawing/2014/main" id="{B4D88463-B86E-46D4-B14C-49D065E70620}"/>
                  </a:ext>
                </a:extLst>
              </p:cNvPr>
              <p:cNvSpPr/>
              <p:nvPr/>
            </p:nvSpPr>
            <p:spPr>
              <a:xfrm>
                <a:off x="1612325" y="229479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2" name="流程图: 接点 1771">
                <a:extLst>
                  <a:ext uri="{FF2B5EF4-FFF2-40B4-BE49-F238E27FC236}">
                    <a16:creationId xmlns:a16="http://schemas.microsoft.com/office/drawing/2014/main" id="{DE2A907C-0833-45FC-B0C3-92D9E6816BDA}"/>
                  </a:ext>
                </a:extLst>
              </p:cNvPr>
              <p:cNvSpPr/>
              <p:nvPr/>
            </p:nvSpPr>
            <p:spPr>
              <a:xfrm>
                <a:off x="1681440" y="227219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3" name="流程图: 接点 1772">
                <a:extLst>
                  <a:ext uri="{FF2B5EF4-FFF2-40B4-BE49-F238E27FC236}">
                    <a16:creationId xmlns:a16="http://schemas.microsoft.com/office/drawing/2014/main" id="{85EB2A27-D7CB-4789-B6CE-0A091A381735}"/>
                  </a:ext>
                </a:extLst>
              </p:cNvPr>
              <p:cNvSpPr/>
              <p:nvPr/>
            </p:nvSpPr>
            <p:spPr>
              <a:xfrm>
                <a:off x="1578462" y="236775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4" name="流程图: 接点 1773">
                <a:extLst>
                  <a:ext uri="{FF2B5EF4-FFF2-40B4-BE49-F238E27FC236}">
                    <a16:creationId xmlns:a16="http://schemas.microsoft.com/office/drawing/2014/main" id="{B4AC2E88-2057-4744-A5F4-D159B359F3D4}"/>
                  </a:ext>
                </a:extLst>
              </p:cNvPr>
              <p:cNvSpPr/>
              <p:nvPr/>
            </p:nvSpPr>
            <p:spPr>
              <a:xfrm>
                <a:off x="1647577" y="234515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5" name="流程图: 接点 1774">
                <a:extLst>
                  <a:ext uri="{FF2B5EF4-FFF2-40B4-BE49-F238E27FC236}">
                    <a16:creationId xmlns:a16="http://schemas.microsoft.com/office/drawing/2014/main" id="{5A43EA97-E813-46ED-80AD-FCC644CA1995}"/>
                  </a:ext>
                </a:extLst>
              </p:cNvPr>
              <p:cNvSpPr/>
              <p:nvPr/>
            </p:nvSpPr>
            <p:spPr>
              <a:xfrm>
                <a:off x="1584181" y="234316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6" name="流程图: 接点 1775">
                <a:extLst>
                  <a:ext uri="{FF2B5EF4-FFF2-40B4-BE49-F238E27FC236}">
                    <a16:creationId xmlns:a16="http://schemas.microsoft.com/office/drawing/2014/main" id="{A24D2CBA-2CDC-4931-9378-92145654E1BF}"/>
                  </a:ext>
                </a:extLst>
              </p:cNvPr>
              <p:cNvSpPr/>
              <p:nvPr/>
            </p:nvSpPr>
            <p:spPr>
              <a:xfrm>
                <a:off x="1584068" y="240871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7" name="流程图: 接点 1776">
                <a:extLst>
                  <a:ext uri="{FF2B5EF4-FFF2-40B4-BE49-F238E27FC236}">
                    <a16:creationId xmlns:a16="http://schemas.microsoft.com/office/drawing/2014/main" id="{D9F67272-8628-45C7-B62D-3EEB6CB44886}"/>
                  </a:ext>
                </a:extLst>
              </p:cNvPr>
              <p:cNvSpPr/>
              <p:nvPr/>
            </p:nvSpPr>
            <p:spPr>
              <a:xfrm>
                <a:off x="1485698" y="19940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8" name="流程图: 接点 1777">
                <a:extLst>
                  <a:ext uri="{FF2B5EF4-FFF2-40B4-BE49-F238E27FC236}">
                    <a16:creationId xmlns:a16="http://schemas.microsoft.com/office/drawing/2014/main" id="{8D1CB0C5-0413-4865-B3DA-3E7FE4C0C0DD}"/>
                  </a:ext>
                </a:extLst>
              </p:cNvPr>
              <p:cNvSpPr/>
              <p:nvPr/>
            </p:nvSpPr>
            <p:spPr>
              <a:xfrm>
                <a:off x="1422302" y="199204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9" name="流程图: 接点 1778">
                <a:extLst>
                  <a:ext uri="{FF2B5EF4-FFF2-40B4-BE49-F238E27FC236}">
                    <a16:creationId xmlns:a16="http://schemas.microsoft.com/office/drawing/2014/main" id="{FCCC7B98-4ECE-4987-84C2-BDC7621FC368}"/>
                  </a:ext>
                </a:extLst>
              </p:cNvPr>
              <p:cNvSpPr/>
              <p:nvPr/>
            </p:nvSpPr>
            <p:spPr>
              <a:xfrm>
                <a:off x="1422190" y="205759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0" name="流程图: 接点 1779">
                <a:extLst>
                  <a:ext uri="{FF2B5EF4-FFF2-40B4-BE49-F238E27FC236}">
                    <a16:creationId xmlns:a16="http://schemas.microsoft.com/office/drawing/2014/main" id="{27CB120C-9518-4CF5-8E89-0F264ADDFC9E}"/>
                  </a:ext>
                </a:extLst>
              </p:cNvPr>
              <p:cNvSpPr/>
              <p:nvPr/>
            </p:nvSpPr>
            <p:spPr>
              <a:xfrm>
                <a:off x="1491305" y="20349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1" name="流程图: 接点 1780">
                <a:extLst>
                  <a:ext uri="{FF2B5EF4-FFF2-40B4-BE49-F238E27FC236}">
                    <a16:creationId xmlns:a16="http://schemas.microsoft.com/office/drawing/2014/main" id="{81054CE9-0FD9-416F-BAE8-134685555846}"/>
                  </a:ext>
                </a:extLst>
              </p:cNvPr>
              <p:cNvSpPr/>
              <p:nvPr/>
            </p:nvSpPr>
            <p:spPr>
              <a:xfrm>
                <a:off x="1457442" y="21079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2" name="流程图: 接点 1781">
                <a:extLst>
                  <a:ext uri="{FF2B5EF4-FFF2-40B4-BE49-F238E27FC236}">
                    <a16:creationId xmlns:a16="http://schemas.microsoft.com/office/drawing/2014/main" id="{BAF1F37C-86AF-4440-BC51-D7984EC80B26}"/>
                  </a:ext>
                </a:extLst>
              </p:cNvPr>
              <p:cNvSpPr/>
              <p:nvPr/>
            </p:nvSpPr>
            <p:spPr>
              <a:xfrm>
                <a:off x="1494607" y="20653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3" name="流程图: 接点 1782">
                <a:extLst>
                  <a:ext uri="{FF2B5EF4-FFF2-40B4-BE49-F238E27FC236}">
                    <a16:creationId xmlns:a16="http://schemas.microsoft.com/office/drawing/2014/main" id="{B781EF4B-53E0-4364-9969-A7542B214032}"/>
                  </a:ext>
                </a:extLst>
              </p:cNvPr>
              <p:cNvSpPr/>
              <p:nvPr/>
            </p:nvSpPr>
            <p:spPr>
              <a:xfrm>
                <a:off x="1630417" y="20454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4" name="流程图: 接点 1783">
                <a:extLst>
                  <a:ext uri="{FF2B5EF4-FFF2-40B4-BE49-F238E27FC236}">
                    <a16:creationId xmlns:a16="http://schemas.microsoft.com/office/drawing/2014/main" id="{0AC3BC49-810B-433C-A230-47F5884F9F69}"/>
                  </a:ext>
                </a:extLst>
              </p:cNvPr>
              <p:cNvSpPr/>
              <p:nvPr/>
            </p:nvSpPr>
            <p:spPr>
              <a:xfrm>
                <a:off x="1566908" y="21090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5" name="流程图: 接点 1784">
                <a:extLst>
                  <a:ext uri="{FF2B5EF4-FFF2-40B4-BE49-F238E27FC236}">
                    <a16:creationId xmlns:a16="http://schemas.microsoft.com/office/drawing/2014/main" id="{4B243BDA-449C-4253-8892-198C66A3FBCD}"/>
                  </a:ext>
                </a:extLst>
              </p:cNvPr>
              <p:cNvSpPr/>
              <p:nvPr/>
            </p:nvSpPr>
            <p:spPr>
              <a:xfrm>
                <a:off x="1636024" y="20864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6" name="流程图: 接点 1785">
                <a:extLst>
                  <a:ext uri="{FF2B5EF4-FFF2-40B4-BE49-F238E27FC236}">
                    <a16:creationId xmlns:a16="http://schemas.microsoft.com/office/drawing/2014/main" id="{A16EB6EB-B23B-430A-9ACA-27B04A18192F}"/>
                  </a:ext>
                </a:extLst>
              </p:cNvPr>
              <p:cNvSpPr/>
              <p:nvPr/>
            </p:nvSpPr>
            <p:spPr>
              <a:xfrm>
                <a:off x="1503512" y="21070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7" name="流程图: 接点 1786">
                <a:extLst>
                  <a:ext uri="{FF2B5EF4-FFF2-40B4-BE49-F238E27FC236}">
                    <a16:creationId xmlns:a16="http://schemas.microsoft.com/office/drawing/2014/main" id="{9A3E5058-17B9-40E5-95EB-CF32E77806E4}"/>
                  </a:ext>
                </a:extLst>
              </p:cNvPr>
              <p:cNvSpPr/>
              <p:nvPr/>
            </p:nvSpPr>
            <p:spPr>
              <a:xfrm>
                <a:off x="1572627" y="20844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8" name="流程图: 接点 1787">
                <a:extLst>
                  <a:ext uri="{FF2B5EF4-FFF2-40B4-BE49-F238E27FC236}">
                    <a16:creationId xmlns:a16="http://schemas.microsoft.com/office/drawing/2014/main" id="{01366F3C-94D0-4090-A696-E24C9559C832}"/>
                  </a:ext>
                </a:extLst>
              </p:cNvPr>
              <p:cNvSpPr/>
              <p:nvPr/>
            </p:nvSpPr>
            <p:spPr>
              <a:xfrm>
                <a:off x="1503400" y="21725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9" name="流程图: 接点 1788">
                <a:extLst>
                  <a:ext uri="{FF2B5EF4-FFF2-40B4-BE49-F238E27FC236}">
                    <a16:creationId xmlns:a16="http://schemas.microsoft.com/office/drawing/2014/main" id="{89098305-95F3-4EC8-897E-FF97C12DB670}"/>
                  </a:ext>
                </a:extLst>
              </p:cNvPr>
              <p:cNvSpPr/>
              <p:nvPr/>
            </p:nvSpPr>
            <p:spPr>
              <a:xfrm>
                <a:off x="1572515" y="21499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0" name="流程图: 接点 1789">
                <a:extLst>
                  <a:ext uri="{FF2B5EF4-FFF2-40B4-BE49-F238E27FC236}">
                    <a16:creationId xmlns:a16="http://schemas.microsoft.com/office/drawing/2014/main" id="{98FC430E-E5EB-414B-9F23-1911F4439A97}"/>
                  </a:ext>
                </a:extLst>
              </p:cNvPr>
              <p:cNvSpPr/>
              <p:nvPr/>
            </p:nvSpPr>
            <p:spPr>
              <a:xfrm>
                <a:off x="1469537" y="224554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1" name="流程图: 接点 1790">
                <a:extLst>
                  <a:ext uri="{FF2B5EF4-FFF2-40B4-BE49-F238E27FC236}">
                    <a16:creationId xmlns:a16="http://schemas.microsoft.com/office/drawing/2014/main" id="{B760AE6A-BBDA-47D2-AF25-D5E2DC573E42}"/>
                  </a:ext>
                </a:extLst>
              </p:cNvPr>
              <p:cNvSpPr/>
              <p:nvPr/>
            </p:nvSpPr>
            <p:spPr>
              <a:xfrm>
                <a:off x="1538652" y="22229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2" name="流程图: 接点 1791">
                <a:extLst>
                  <a:ext uri="{FF2B5EF4-FFF2-40B4-BE49-F238E27FC236}">
                    <a16:creationId xmlns:a16="http://schemas.microsoft.com/office/drawing/2014/main" id="{EB341999-CD56-4FFA-8337-168CB16EE702}"/>
                  </a:ext>
                </a:extLst>
              </p:cNvPr>
              <p:cNvSpPr/>
              <p:nvPr/>
            </p:nvSpPr>
            <p:spPr>
              <a:xfrm>
                <a:off x="1475256" y="22209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3" name="流程图: 接点 1792">
                <a:extLst>
                  <a:ext uri="{FF2B5EF4-FFF2-40B4-BE49-F238E27FC236}">
                    <a16:creationId xmlns:a16="http://schemas.microsoft.com/office/drawing/2014/main" id="{36B691F6-26A6-4E87-AD54-D8C1429588AB}"/>
                  </a:ext>
                </a:extLst>
              </p:cNvPr>
              <p:cNvSpPr/>
              <p:nvPr/>
            </p:nvSpPr>
            <p:spPr>
              <a:xfrm>
                <a:off x="1475143" y="228651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4" name="流程图: 接点 1793">
                <a:extLst>
                  <a:ext uri="{FF2B5EF4-FFF2-40B4-BE49-F238E27FC236}">
                    <a16:creationId xmlns:a16="http://schemas.microsoft.com/office/drawing/2014/main" id="{189C400C-54E9-4050-AF76-E6A75F574BF1}"/>
                  </a:ext>
                </a:extLst>
              </p:cNvPr>
              <p:cNvSpPr/>
              <p:nvPr/>
            </p:nvSpPr>
            <p:spPr>
              <a:xfrm>
                <a:off x="1426475" y="21511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5" name="流程图: 接点 1794">
                <a:extLst>
                  <a:ext uri="{FF2B5EF4-FFF2-40B4-BE49-F238E27FC236}">
                    <a16:creationId xmlns:a16="http://schemas.microsoft.com/office/drawing/2014/main" id="{0FCCC112-24A6-4FCA-A4A5-3E0A0D983C48}"/>
                  </a:ext>
                </a:extLst>
              </p:cNvPr>
              <p:cNvSpPr/>
              <p:nvPr/>
            </p:nvSpPr>
            <p:spPr>
              <a:xfrm>
                <a:off x="1562285" y="21312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6" name="流程图: 接点 1795">
                <a:extLst>
                  <a:ext uri="{FF2B5EF4-FFF2-40B4-BE49-F238E27FC236}">
                    <a16:creationId xmlns:a16="http://schemas.microsoft.com/office/drawing/2014/main" id="{F619A62D-F2F6-4185-B209-883AA895541D}"/>
                  </a:ext>
                </a:extLst>
              </p:cNvPr>
              <p:cNvSpPr/>
              <p:nvPr/>
            </p:nvSpPr>
            <p:spPr>
              <a:xfrm>
                <a:off x="1498776" y="219481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7" name="流程图: 接点 1796">
                <a:extLst>
                  <a:ext uri="{FF2B5EF4-FFF2-40B4-BE49-F238E27FC236}">
                    <a16:creationId xmlns:a16="http://schemas.microsoft.com/office/drawing/2014/main" id="{E9273C6A-F717-444F-A19A-370FC8E142AB}"/>
                  </a:ext>
                </a:extLst>
              </p:cNvPr>
              <p:cNvSpPr/>
              <p:nvPr/>
            </p:nvSpPr>
            <p:spPr>
              <a:xfrm>
                <a:off x="1567891" y="21722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8" name="流程图: 接点 1797">
                <a:extLst>
                  <a:ext uri="{FF2B5EF4-FFF2-40B4-BE49-F238E27FC236}">
                    <a16:creationId xmlns:a16="http://schemas.microsoft.com/office/drawing/2014/main" id="{0AE6F4EF-EF71-42CC-BF33-1A20B4B903C4}"/>
                  </a:ext>
                </a:extLst>
              </p:cNvPr>
              <p:cNvSpPr/>
              <p:nvPr/>
            </p:nvSpPr>
            <p:spPr>
              <a:xfrm>
                <a:off x="1435380" y="21928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9" name="流程图: 接点 1798">
                <a:extLst>
                  <a:ext uri="{FF2B5EF4-FFF2-40B4-BE49-F238E27FC236}">
                    <a16:creationId xmlns:a16="http://schemas.microsoft.com/office/drawing/2014/main" id="{27DD0E66-DBFE-49AE-9FE9-9ADF5E966E5A}"/>
                  </a:ext>
                </a:extLst>
              </p:cNvPr>
              <p:cNvSpPr/>
              <p:nvPr/>
            </p:nvSpPr>
            <p:spPr>
              <a:xfrm>
                <a:off x="1504495" y="21702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0" name="流程图: 接点 1799">
                <a:extLst>
                  <a:ext uri="{FF2B5EF4-FFF2-40B4-BE49-F238E27FC236}">
                    <a16:creationId xmlns:a16="http://schemas.microsoft.com/office/drawing/2014/main" id="{03BED92B-EC88-45BF-9E27-4C5C6474AFFB}"/>
                  </a:ext>
                </a:extLst>
              </p:cNvPr>
              <p:cNvSpPr/>
              <p:nvPr/>
            </p:nvSpPr>
            <p:spPr>
              <a:xfrm>
                <a:off x="1435268" y="22583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1" name="流程图: 接点 1800">
                <a:extLst>
                  <a:ext uri="{FF2B5EF4-FFF2-40B4-BE49-F238E27FC236}">
                    <a16:creationId xmlns:a16="http://schemas.microsoft.com/office/drawing/2014/main" id="{528C6E52-B23C-4B1D-86FA-B19E5D57CF1F}"/>
                  </a:ext>
                </a:extLst>
              </p:cNvPr>
              <p:cNvSpPr/>
              <p:nvPr/>
            </p:nvSpPr>
            <p:spPr>
              <a:xfrm>
                <a:off x="1504383" y="223577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2" name="流程图: 接点 1801">
                <a:extLst>
                  <a:ext uri="{FF2B5EF4-FFF2-40B4-BE49-F238E27FC236}">
                    <a16:creationId xmlns:a16="http://schemas.microsoft.com/office/drawing/2014/main" id="{7D11EE08-ED98-46E4-B9CC-DA71303CD86E}"/>
                  </a:ext>
                </a:extLst>
              </p:cNvPr>
              <p:cNvSpPr/>
              <p:nvPr/>
            </p:nvSpPr>
            <p:spPr>
              <a:xfrm>
                <a:off x="1470519" y="23087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3" name="流程图: 接点 1802">
                <a:extLst>
                  <a:ext uri="{FF2B5EF4-FFF2-40B4-BE49-F238E27FC236}">
                    <a16:creationId xmlns:a16="http://schemas.microsoft.com/office/drawing/2014/main" id="{4711D296-1AF1-45F5-BEB9-8EEB3AA736E4}"/>
                  </a:ext>
                </a:extLst>
              </p:cNvPr>
              <p:cNvSpPr/>
              <p:nvPr/>
            </p:nvSpPr>
            <p:spPr>
              <a:xfrm>
                <a:off x="1407123" y="23067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4" name="流程图: 接点 1803">
                <a:extLst>
                  <a:ext uri="{FF2B5EF4-FFF2-40B4-BE49-F238E27FC236}">
                    <a16:creationId xmlns:a16="http://schemas.microsoft.com/office/drawing/2014/main" id="{321DBAD0-7DD0-476C-8415-62C9D9CB456C}"/>
                  </a:ext>
                </a:extLst>
              </p:cNvPr>
              <p:cNvSpPr/>
              <p:nvPr/>
            </p:nvSpPr>
            <p:spPr>
              <a:xfrm>
                <a:off x="1407011" y="23723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5" name="流程图: 接点 1804">
                <a:extLst>
                  <a:ext uri="{FF2B5EF4-FFF2-40B4-BE49-F238E27FC236}">
                    <a16:creationId xmlns:a16="http://schemas.microsoft.com/office/drawing/2014/main" id="{FD02D55B-B364-4B81-BA2F-A301ACB7986F}"/>
                  </a:ext>
                </a:extLst>
              </p:cNvPr>
              <p:cNvSpPr/>
              <p:nvPr/>
            </p:nvSpPr>
            <p:spPr>
              <a:xfrm>
                <a:off x="1507685" y="22661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6" name="流程图: 接点 1805">
                <a:extLst>
                  <a:ext uri="{FF2B5EF4-FFF2-40B4-BE49-F238E27FC236}">
                    <a16:creationId xmlns:a16="http://schemas.microsoft.com/office/drawing/2014/main" id="{9149541A-259A-479A-A70D-A5B5B5DAAF7E}"/>
                  </a:ext>
                </a:extLst>
              </p:cNvPr>
              <p:cNvSpPr/>
              <p:nvPr/>
            </p:nvSpPr>
            <p:spPr>
              <a:xfrm>
                <a:off x="1643495" y="22462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7" name="流程图: 接点 1806">
                <a:extLst>
                  <a:ext uri="{FF2B5EF4-FFF2-40B4-BE49-F238E27FC236}">
                    <a16:creationId xmlns:a16="http://schemas.microsoft.com/office/drawing/2014/main" id="{5EB51BE4-CA4F-4B54-9C7B-96694FBA248A}"/>
                  </a:ext>
                </a:extLst>
              </p:cNvPr>
              <p:cNvSpPr/>
              <p:nvPr/>
            </p:nvSpPr>
            <p:spPr>
              <a:xfrm>
                <a:off x="1579986" y="230979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8" name="流程图: 接点 1807">
                <a:extLst>
                  <a:ext uri="{FF2B5EF4-FFF2-40B4-BE49-F238E27FC236}">
                    <a16:creationId xmlns:a16="http://schemas.microsoft.com/office/drawing/2014/main" id="{ADF2AA64-7E1E-4914-AFCF-55170FF03AC8}"/>
                  </a:ext>
                </a:extLst>
              </p:cNvPr>
              <p:cNvSpPr/>
              <p:nvPr/>
            </p:nvSpPr>
            <p:spPr>
              <a:xfrm>
                <a:off x="1649101" y="22872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9" name="流程图: 接点 1808">
                <a:extLst>
                  <a:ext uri="{FF2B5EF4-FFF2-40B4-BE49-F238E27FC236}">
                    <a16:creationId xmlns:a16="http://schemas.microsoft.com/office/drawing/2014/main" id="{C6B55394-BC32-4F56-A59C-AD6EA11F499B}"/>
                  </a:ext>
                </a:extLst>
              </p:cNvPr>
              <p:cNvSpPr/>
              <p:nvPr/>
            </p:nvSpPr>
            <p:spPr>
              <a:xfrm>
                <a:off x="1516590" y="230781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0" name="流程图: 接点 1809">
                <a:extLst>
                  <a:ext uri="{FF2B5EF4-FFF2-40B4-BE49-F238E27FC236}">
                    <a16:creationId xmlns:a16="http://schemas.microsoft.com/office/drawing/2014/main" id="{C74B1606-715F-43E6-8734-1EFB421E8DDA}"/>
                  </a:ext>
                </a:extLst>
              </p:cNvPr>
              <p:cNvSpPr/>
              <p:nvPr/>
            </p:nvSpPr>
            <p:spPr>
              <a:xfrm>
                <a:off x="1585705" y="228521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1" name="流程图: 接点 1810">
                <a:extLst>
                  <a:ext uri="{FF2B5EF4-FFF2-40B4-BE49-F238E27FC236}">
                    <a16:creationId xmlns:a16="http://schemas.microsoft.com/office/drawing/2014/main" id="{86C0801D-39F7-46A8-B599-B1D0AE85076A}"/>
                  </a:ext>
                </a:extLst>
              </p:cNvPr>
              <p:cNvSpPr/>
              <p:nvPr/>
            </p:nvSpPr>
            <p:spPr>
              <a:xfrm>
                <a:off x="1516478" y="23733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2" name="流程图: 接点 1811">
                <a:extLst>
                  <a:ext uri="{FF2B5EF4-FFF2-40B4-BE49-F238E27FC236}">
                    <a16:creationId xmlns:a16="http://schemas.microsoft.com/office/drawing/2014/main" id="{32093B78-78AE-47AD-8391-966025F99FA4}"/>
                  </a:ext>
                </a:extLst>
              </p:cNvPr>
              <p:cNvSpPr/>
              <p:nvPr/>
            </p:nvSpPr>
            <p:spPr>
              <a:xfrm>
                <a:off x="1585593" y="23507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3" name="流程图: 接点 1812">
                <a:extLst>
                  <a:ext uri="{FF2B5EF4-FFF2-40B4-BE49-F238E27FC236}">
                    <a16:creationId xmlns:a16="http://schemas.microsoft.com/office/drawing/2014/main" id="{2893C9F9-E8CA-41A0-AB37-535475D55D0B}"/>
                  </a:ext>
                </a:extLst>
              </p:cNvPr>
              <p:cNvSpPr/>
              <p:nvPr/>
            </p:nvSpPr>
            <p:spPr>
              <a:xfrm>
                <a:off x="1482614" y="244632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4" name="流程图: 接点 1813">
                <a:extLst>
                  <a:ext uri="{FF2B5EF4-FFF2-40B4-BE49-F238E27FC236}">
                    <a16:creationId xmlns:a16="http://schemas.microsoft.com/office/drawing/2014/main" id="{369B3C5E-C426-4E6C-A094-7A978F8B0809}"/>
                  </a:ext>
                </a:extLst>
              </p:cNvPr>
              <p:cNvSpPr/>
              <p:nvPr/>
            </p:nvSpPr>
            <p:spPr>
              <a:xfrm>
                <a:off x="1551729" y="242372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5" name="流程图: 接点 1814">
                <a:extLst>
                  <a:ext uri="{FF2B5EF4-FFF2-40B4-BE49-F238E27FC236}">
                    <a16:creationId xmlns:a16="http://schemas.microsoft.com/office/drawing/2014/main" id="{34A6FCF9-B94D-42EB-882D-FD28CAF0FF12}"/>
                  </a:ext>
                </a:extLst>
              </p:cNvPr>
              <p:cNvSpPr/>
              <p:nvPr/>
            </p:nvSpPr>
            <p:spPr>
              <a:xfrm>
                <a:off x="1488333" y="24217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6" name="流程图: 接点 1815">
                <a:extLst>
                  <a:ext uri="{FF2B5EF4-FFF2-40B4-BE49-F238E27FC236}">
                    <a16:creationId xmlns:a16="http://schemas.microsoft.com/office/drawing/2014/main" id="{087C234D-D752-4ADE-8214-18762CE191FE}"/>
                  </a:ext>
                </a:extLst>
              </p:cNvPr>
              <p:cNvSpPr/>
              <p:nvPr/>
            </p:nvSpPr>
            <p:spPr>
              <a:xfrm>
                <a:off x="1534569" y="212402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7" name="流程图: 接点 1816">
                <a:extLst>
                  <a:ext uri="{FF2B5EF4-FFF2-40B4-BE49-F238E27FC236}">
                    <a16:creationId xmlns:a16="http://schemas.microsoft.com/office/drawing/2014/main" id="{E28AA423-7697-44FB-A858-8B35E73A3594}"/>
                  </a:ext>
                </a:extLst>
              </p:cNvPr>
              <p:cNvSpPr/>
              <p:nvPr/>
            </p:nvSpPr>
            <p:spPr>
              <a:xfrm>
                <a:off x="1471061" y="218759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8" name="流程图: 接点 1817">
                <a:extLst>
                  <a:ext uri="{FF2B5EF4-FFF2-40B4-BE49-F238E27FC236}">
                    <a16:creationId xmlns:a16="http://schemas.microsoft.com/office/drawing/2014/main" id="{CD020492-DFF1-4013-88E3-851979FDC065}"/>
                  </a:ext>
                </a:extLst>
              </p:cNvPr>
              <p:cNvSpPr/>
              <p:nvPr/>
            </p:nvSpPr>
            <p:spPr>
              <a:xfrm>
                <a:off x="1540176" y="216499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9" name="流程图: 接点 1818">
                <a:extLst>
                  <a:ext uri="{FF2B5EF4-FFF2-40B4-BE49-F238E27FC236}">
                    <a16:creationId xmlns:a16="http://schemas.microsoft.com/office/drawing/2014/main" id="{0A28C326-8ED6-4322-9134-54260E636779}"/>
                  </a:ext>
                </a:extLst>
              </p:cNvPr>
              <p:cNvSpPr/>
              <p:nvPr/>
            </p:nvSpPr>
            <p:spPr>
              <a:xfrm>
                <a:off x="1407665" y="21856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0" name="流程图: 接点 1819">
                <a:extLst>
                  <a:ext uri="{FF2B5EF4-FFF2-40B4-BE49-F238E27FC236}">
                    <a16:creationId xmlns:a16="http://schemas.microsoft.com/office/drawing/2014/main" id="{E91506AF-B0D0-4CF5-9427-9090DA880263}"/>
                  </a:ext>
                </a:extLst>
              </p:cNvPr>
              <p:cNvSpPr/>
              <p:nvPr/>
            </p:nvSpPr>
            <p:spPr>
              <a:xfrm>
                <a:off x="1476780" y="21630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1" name="流程图: 接点 1820">
                <a:extLst>
                  <a:ext uri="{FF2B5EF4-FFF2-40B4-BE49-F238E27FC236}">
                    <a16:creationId xmlns:a16="http://schemas.microsoft.com/office/drawing/2014/main" id="{81D188C9-1FF7-4B69-9A22-599374D0D5E9}"/>
                  </a:ext>
                </a:extLst>
              </p:cNvPr>
              <p:cNvSpPr/>
              <p:nvPr/>
            </p:nvSpPr>
            <p:spPr>
              <a:xfrm>
                <a:off x="1407552" y="22511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2" name="流程图: 接点 1821">
                <a:extLst>
                  <a:ext uri="{FF2B5EF4-FFF2-40B4-BE49-F238E27FC236}">
                    <a16:creationId xmlns:a16="http://schemas.microsoft.com/office/drawing/2014/main" id="{B6483394-6BF8-4501-8093-676C269A9329}"/>
                  </a:ext>
                </a:extLst>
              </p:cNvPr>
              <p:cNvSpPr/>
              <p:nvPr/>
            </p:nvSpPr>
            <p:spPr>
              <a:xfrm>
                <a:off x="1476667" y="22285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3" name="流程图: 接点 1822">
                <a:extLst>
                  <a:ext uri="{FF2B5EF4-FFF2-40B4-BE49-F238E27FC236}">
                    <a16:creationId xmlns:a16="http://schemas.microsoft.com/office/drawing/2014/main" id="{6EEA0581-0ADF-4C87-8F05-B5EE62BBD213}"/>
                  </a:ext>
                </a:extLst>
              </p:cNvPr>
              <p:cNvSpPr/>
              <p:nvPr/>
            </p:nvSpPr>
            <p:spPr>
              <a:xfrm>
                <a:off x="1442804" y="23015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4" name="流程图: 接点 1823">
                <a:extLst>
                  <a:ext uri="{FF2B5EF4-FFF2-40B4-BE49-F238E27FC236}">
                    <a16:creationId xmlns:a16="http://schemas.microsoft.com/office/drawing/2014/main" id="{B9A8814C-0CE4-4DC1-9E97-63ADEEF6C02F}"/>
                  </a:ext>
                </a:extLst>
              </p:cNvPr>
              <p:cNvSpPr/>
              <p:nvPr/>
            </p:nvSpPr>
            <p:spPr>
              <a:xfrm>
                <a:off x="1529926" y="23168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5" name="流程图: 接点 1824">
                <a:extLst>
                  <a:ext uri="{FF2B5EF4-FFF2-40B4-BE49-F238E27FC236}">
                    <a16:creationId xmlns:a16="http://schemas.microsoft.com/office/drawing/2014/main" id="{6AE39351-6DAB-4AC1-927E-65CB00F766D1}"/>
                  </a:ext>
                </a:extLst>
              </p:cNvPr>
              <p:cNvSpPr/>
              <p:nvPr/>
            </p:nvSpPr>
            <p:spPr>
              <a:xfrm>
                <a:off x="1466417" y="238037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6" name="流程图: 接点 1825">
                <a:extLst>
                  <a:ext uri="{FF2B5EF4-FFF2-40B4-BE49-F238E27FC236}">
                    <a16:creationId xmlns:a16="http://schemas.microsoft.com/office/drawing/2014/main" id="{1EFBC1EB-F022-4528-A37E-1E98922D66D8}"/>
                  </a:ext>
                </a:extLst>
              </p:cNvPr>
              <p:cNvSpPr/>
              <p:nvPr/>
            </p:nvSpPr>
            <p:spPr>
              <a:xfrm>
                <a:off x="1535532" y="23577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7" name="流程图: 接点 1826">
                <a:extLst>
                  <a:ext uri="{FF2B5EF4-FFF2-40B4-BE49-F238E27FC236}">
                    <a16:creationId xmlns:a16="http://schemas.microsoft.com/office/drawing/2014/main" id="{59657849-BB45-4FDF-8F2F-AAECB05D3561}"/>
                  </a:ext>
                </a:extLst>
              </p:cNvPr>
              <p:cNvSpPr/>
              <p:nvPr/>
            </p:nvSpPr>
            <p:spPr>
              <a:xfrm>
                <a:off x="1403021" y="237839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8" name="流程图: 接点 1827">
                <a:extLst>
                  <a:ext uri="{FF2B5EF4-FFF2-40B4-BE49-F238E27FC236}">
                    <a16:creationId xmlns:a16="http://schemas.microsoft.com/office/drawing/2014/main" id="{6BEF0425-7B77-40A2-8F44-F204602BFE9B}"/>
                  </a:ext>
                </a:extLst>
              </p:cNvPr>
              <p:cNvSpPr/>
              <p:nvPr/>
            </p:nvSpPr>
            <p:spPr>
              <a:xfrm>
                <a:off x="1472136" y="235579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9" name="流程图: 接点 1828">
                <a:extLst>
                  <a:ext uri="{FF2B5EF4-FFF2-40B4-BE49-F238E27FC236}">
                    <a16:creationId xmlns:a16="http://schemas.microsoft.com/office/drawing/2014/main" id="{9F774250-FBC4-43E5-87C9-02A25C0E0C77}"/>
                  </a:ext>
                </a:extLst>
              </p:cNvPr>
              <p:cNvSpPr/>
              <p:nvPr/>
            </p:nvSpPr>
            <p:spPr>
              <a:xfrm>
                <a:off x="1402908" y="244394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0" name="流程图: 接点 1829">
                <a:extLst>
                  <a:ext uri="{FF2B5EF4-FFF2-40B4-BE49-F238E27FC236}">
                    <a16:creationId xmlns:a16="http://schemas.microsoft.com/office/drawing/2014/main" id="{E8FFD982-BDB2-4DEB-92FF-0E32D6FAC5EE}"/>
                  </a:ext>
                </a:extLst>
              </p:cNvPr>
              <p:cNvSpPr/>
              <p:nvPr/>
            </p:nvSpPr>
            <p:spPr>
              <a:xfrm>
                <a:off x="1472023" y="242134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1" name="流程图: 接点 1830">
                <a:extLst>
                  <a:ext uri="{FF2B5EF4-FFF2-40B4-BE49-F238E27FC236}">
                    <a16:creationId xmlns:a16="http://schemas.microsoft.com/office/drawing/2014/main" id="{5D9F6A3A-5CC7-4B1C-A8CB-07F946E9CC8F}"/>
                  </a:ext>
                </a:extLst>
              </p:cNvPr>
              <p:cNvSpPr/>
              <p:nvPr/>
            </p:nvSpPr>
            <p:spPr>
              <a:xfrm>
                <a:off x="1475326" y="245172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2" name="流程图: 接点 1831">
                <a:extLst>
                  <a:ext uri="{FF2B5EF4-FFF2-40B4-BE49-F238E27FC236}">
                    <a16:creationId xmlns:a16="http://schemas.microsoft.com/office/drawing/2014/main" id="{434983D0-3A35-4469-9BBD-F0542A9F4557}"/>
                  </a:ext>
                </a:extLst>
              </p:cNvPr>
              <p:cNvSpPr/>
              <p:nvPr/>
            </p:nvSpPr>
            <p:spPr>
              <a:xfrm>
                <a:off x="1611136" y="24318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3" name="流程图: 接点 1832">
                <a:extLst>
                  <a:ext uri="{FF2B5EF4-FFF2-40B4-BE49-F238E27FC236}">
                    <a16:creationId xmlns:a16="http://schemas.microsoft.com/office/drawing/2014/main" id="{9B2091F5-3728-4AAD-9F1B-1E0589B3F0FA}"/>
                  </a:ext>
                </a:extLst>
              </p:cNvPr>
              <p:cNvSpPr/>
              <p:nvPr/>
            </p:nvSpPr>
            <p:spPr>
              <a:xfrm>
                <a:off x="1616742" y="247276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4" name="流程图: 接点 1833">
                <a:extLst>
                  <a:ext uri="{FF2B5EF4-FFF2-40B4-BE49-F238E27FC236}">
                    <a16:creationId xmlns:a16="http://schemas.microsoft.com/office/drawing/2014/main" id="{AFD332D1-B257-490B-BD0E-678E746738E1}"/>
                  </a:ext>
                </a:extLst>
              </p:cNvPr>
              <p:cNvSpPr/>
              <p:nvPr/>
            </p:nvSpPr>
            <p:spPr>
              <a:xfrm>
                <a:off x="1553346" y="24707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5" name="流程图: 接点 1834">
                <a:extLst>
                  <a:ext uri="{FF2B5EF4-FFF2-40B4-BE49-F238E27FC236}">
                    <a16:creationId xmlns:a16="http://schemas.microsoft.com/office/drawing/2014/main" id="{E2065F0C-38B2-42C8-A05B-D49EEC50D7EE}"/>
                  </a:ext>
                </a:extLst>
              </p:cNvPr>
              <p:cNvSpPr/>
              <p:nvPr/>
            </p:nvSpPr>
            <p:spPr>
              <a:xfrm>
                <a:off x="1502210" y="230959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6" name="流程图: 接点 1835">
                <a:extLst>
                  <a:ext uri="{FF2B5EF4-FFF2-40B4-BE49-F238E27FC236}">
                    <a16:creationId xmlns:a16="http://schemas.microsoft.com/office/drawing/2014/main" id="{94929544-8CFB-4C1E-BBEC-D510213D4E61}"/>
                  </a:ext>
                </a:extLst>
              </p:cNvPr>
              <p:cNvSpPr/>
              <p:nvPr/>
            </p:nvSpPr>
            <p:spPr>
              <a:xfrm>
                <a:off x="1438702" y="23731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7" name="流程图: 接点 1836">
                <a:extLst>
                  <a:ext uri="{FF2B5EF4-FFF2-40B4-BE49-F238E27FC236}">
                    <a16:creationId xmlns:a16="http://schemas.microsoft.com/office/drawing/2014/main" id="{5429651C-2C16-427B-A03D-D2D395C1E297}"/>
                  </a:ext>
                </a:extLst>
              </p:cNvPr>
              <p:cNvSpPr/>
              <p:nvPr/>
            </p:nvSpPr>
            <p:spPr>
              <a:xfrm>
                <a:off x="1507817" y="23505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8" name="流程图: 接点 1837">
                <a:extLst>
                  <a:ext uri="{FF2B5EF4-FFF2-40B4-BE49-F238E27FC236}">
                    <a16:creationId xmlns:a16="http://schemas.microsoft.com/office/drawing/2014/main" id="{EADA2701-F14D-4934-ADB0-802CA981B26F}"/>
                  </a:ext>
                </a:extLst>
              </p:cNvPr>
              <p:cNvSpPr/>
              <p:nvPr/>
            </p:nvSpPr>
            <p:spPr>
              <a:xfrm>
                <a:off x="1444421" y="23485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9" name="流程图: 接点 1838">
                <a:extLst>
                  <a:ext uri="{FF2B5EF4-FFF2-40B4-BE49-F238E27FC236}">
                    <a16:creationId xmlns:a16="http://schemas.microsoft.com/office/drawing/2014/main" id="{186EB449-2FE1-48EA-ACD6-CD4881E8A510}"/>
                  </a:ext>
                </a:extLst>
              </p:cNvPr>
              <p:cNvSpPr/>
              <p:nvPr/>
            </p:nvSpPr>
            <p:spPr>
              <a:xfrm>
                <a:off x="1444308" y="24141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0" name="流程图: 接点 1839">
                <a:extLst>
                  <a:ext uri="{FF2B5EF4-FFF2-40B4-BE49-F238E27FC236}">
                    <a16:creationId xmlns:a16="http://schemas.microsoft.com/office/drawing/2014/main" id="{E34C3CB1-9C61-4027-9806-44D03CDA8583}"/>
                  </a:ext>
                </a:extLst>
              </p:cNvPr>
              <p:cNvSpPr/>
              <p:nvPr/>
            </p:nvSpPr>
            <p:spPr>
              <a:xfrm>
                <a:off x="1434078" y="23953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1" name="流程图: 接点 1840">
                <a:extLst>
                  <a:ext uri="{FF2B5EF4-FFF2-40B4-BE49-F238E27FC236}">
                    <a16:creationId xmlns:a16="http://schemas.microsoft.com/office/drawing/2014/main" id="{425D93EF-9FFE-4365-ACDF-3E10B87F2F6B}"/>
                  </a:ext>
                </a:extLst>
              </p:cNvPr>
              <p:cNvSpPr/>
              <p:nvPr/>
            </p:nvSpPr>
            <p:spPr>
              <a:xfrm>
                <a:off x="1439684" y="243635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2" name="流程图: 接点 1841">
                <a:extLst>
                  <a:ext uri="{FF2B5EF4-FFF2-40B4-BE49-F238E27FC236}">
                    <a16:creationId xmlns:a16="http://schemas.microsoft.com/office/drawing/2014/main" id="{40EE0025-EFAD-4FC2-842B-F7DD52DAD935}"/>
                  </a:ext>
                </a:extLst>
              </p:cNvPr>
              <p:cNvSpPr/>
              <p:nvPr/>
            </p:nvSpPr>
            <p:spPr>
              <a:xfrm>
                <a:off x="1406363" y="238816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3" name="流程图: 接点 1842">
                <a:extLst>
                  <a:ext uri="{FF2B5EF4-FFF2-40B4-BE49-F238E27FC236}">
                    <a16:creationId xmlns:a16="http://schemas.microsoft.com/office/drawing/2014/main" id="{F4C44CE0-B6A3-401F-B457-3A081DE74764}"/>
                  </a:ext>
                </a:extLst>
              </p:cNvPr>
              <p:cNvSpPr/>
              <p:nvPr/>
            </p:nvSpPr>
            <p:spPr>
              <a:xfrm>
                <a:off x="1411969" y="24291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4" name="流程图: 接点 1843">
                <a:extLst>
                  <a:ext uri="{FF2B5EF4-FFF2-40B4-BE49-F238E27FC236}">
                    <a16:creationId xmlns:a16="http://schemas.microsoft.com/office/drawing/2014/main" id="{1B0B9FD6-8787-4C89-9164-7D3DAE944BE8}"/>
                  </a:ext>
                </a:extLst>
              </p:cNvPr>
              <p:cNvSpPr/>
              <p:nvPr/>
            </p:nvSpPr>
            <p:spPr>
              <a:xfrm>
                <a:off x="1445788" y="18748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5" name="流程图: 接点 1844">
                <a:extLst>
                  <a:ext uri="{FF2B5EF4-FFF2-40B4-BE49-F238E27FC236}">
                    <a16:creationId xmlns:a16="http://schemas.microsoft.com/office/drawing/2014/main" id="{78EAD499-141F-4E48-A552-CE5F31E81571}"/>
                  </a:ext>
                </a:extLst>
              </p:cNvPr>
              <p:cNvSpPr/>
              <p:nvPr/>
            </p:nvSpPr>
            <p:spPr>
              <a:xfrm>
                <a:off x="1581598" y="185489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6" name="流程图: 接点 1845">
                <a:extLst>
                  <a:ext uri="{FF2B5EF4-FFF2-40B4-BE49-F238E27FC236}">
                    <a16:creationId xmlns:a16="http://schemas.microsoft.com/office/drawing/2014/main" id="{947C1018-97E6-4F55-A05C-D8DD5EB56BFD}"/>
                  </a:ext>
                </a:extLst>
              </p:cNvPr>
              <p:cNvSpPr/>
              <p:nvPr/>
            </p:nvSpPr>
            <p:spPr>
              <a:xfrm>
                <a:off x="1518089" y="19184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7" name="流程图: 接点 1846">
                <a:extLst>
                  <a:ext uri="{FF2B5EF4-FFF2-40B4-BE49-F238E27FC236}">
                    <a16:creationId xmlns:a16="http://schemas.microsoft.com/office/drawing/2014/main" id="{73464938-276F-499F-A4EA-CDBC57BB2E13}"/>
                  </a:ext>
                </a:extLst>
              </p:cNvPr>
              <p:cNvSpPr/>
              <p:nvPr/>
            </p:nvSpPr>
            <p:spPr>
              <a:xfrm>
                <a:off x="1587204" y="18958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8" name="流程图: 接点 1847">
                <a:extLst>
                  <a:ext uri="{FF2B5EF4-FFF2-40B4-BE49-F238E27FC236}">
                    <a16:creationId xmlns:a16="http://schemas.microsoft.com/office/drawing/2014/main" id="{CC5C44FA-188A-477F-AE78-E6FD37E85397}"/>
                  </a:ext>
                </a:extLst>
              </p:cNvPr>
              <p:cNvSpPr/>
              <p:nvPr/>
            </p:nvSpPr>
            <p:spPr>
              <a:xfrm>
                <a:off x="1454693" y="19164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9" name="流程图: 接点 1848">
                <a:extLst>
                  <a:ext uri="{FF2B5EF4-FFF2-40B4-BE49-F238E27FC236}">
                    <a16:creationId xmlns:a16="http://schemas.microsoft.com/office/drawing/2014/main" id="{993E8C9D-F0B7-4724-8924-23F3A43CA46D}"/>
                  </a:ext>
                </a:extLst>
              </p:cNvPr>
              <p:cNvSpPr/>
              <p:nvPr/>
            </p:nvSpPr>
            <p:spPr>
              <a:xfrm>
                <a:off x="1523808" y="18938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0" name="流程图: 接点 1849">
                <a:extLst>
                  <a:ext uri="{FF2B5EF4-FFF2-40B4-BE49-F238E27FC236}">
                    <a16:creationId xmlns:a16="http://schemas.microsoft.com/office/drawing/2014/main" id="{8B79D290-2E8A-4E97-B807-68E806E676DD}"/>
                  </a:ext>
                </a:extLst>
              </p:cNvPr>
              <p:cNvSpPr/>
              <p:nvPr/>
            </p:nvSpPr>
            <p:spPr>
              <a:xfrm>
                <a:off x="1454581" y="19820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1" name="流程图: 接点 1850">
                <a:extLst>
                  <a:ext uri="{FF2B5EF4-FFF2-40B4-BE49-F238E27FC236}">
                    <a16:creationId xmlns:a16="http://schemas.microsoft.com/office/drawing/2014/main" id="{AD60144E-FF1A-472F-B60A-30CFC8524622}"/>
                  </a:ext>
                </a:extLst>
              </p:cNvPr>
              <p:cNvSpPr/>
              <p:nvPr/>
            </p:nvSpPr>
            <p:spPr>
              <a:xfrm>
                <a:off x="1523696" y="19594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2" name="流程图: 接点 1851">
                <a:extLst>
                  <a:ext uri="{FF2B5EF4-FFF2-40B4-BE49-F238E27FC236}">
                    <a16:creationId xmlns:a16="http://schemas.microsoft.com/office/drawing/2014/main" id="{FDA8C860-17A8-4159-8DD3-BD9629521F8F}"/>
                  </a:ext>
                </a:extLst>
              </p:cNvPr>
              <p:cNvSpPr/>
              <p:nvPr/>
            </p:nvSpPr>
            <p:spPr>
              <a:xfrm>
                <a:off x="1489833" y="20323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3" name="流程图: 接点 1852">
                <a:extLst>
                  <a:ext uri="{FF2B5EF4-FFF2-40B4-BE49-F238E27FC236}">
                    <a16:creationId xmlns:a16="http://schemas.microsoft.com/office/drawing/2014/main" id="{0686D852-B20D-42F5-A32A-10CDDE672DCB}"/>
                  </a:ext>
                </a:extLst>
              </p:cNvPr>
              <p:cNvSpPr/>
              <p:nvPr/>
            </p:nvSpPr>
            <p:spPr>
              <a:xfrm>
                <a:off x="1426437" y="20304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4" name="流程图: 接点 1853">
                <a:extLst>
                  <a:ext uri="{FF2B5EF4-FFF2-40B4-BE49-F238E27FC236}">
                    <a16:creationId xmlns:a16="http://schemas.microsoft.com/office/drawing/2014/main" id="{77591167-5DB3-4B67-B76F-CA0DA5684851}"/>
                  </a:ext>
                </a:extLst>
              </p:cNvPr>
              <p:cNvSpPr/>
              <p:nvPr/>
            </p:nvSpPr>
            <p:spPr>
              <a:xfrm>
                <a:off x="1426324" y="209594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5" name="流程图: 接点 1854">
                <a:extLst>
                  <a:ext uri="{FF2B5EF4-FFF2-40B4-BE49-F238E27FC236}">
                    <a16:creationId xmlns:a16="http://schemas.microsoft.com/office/drawing/2014/main" id="{E55FE7D5-0EB8-4A8B-87D0-ABEE78587E20}"/>
                  </a:ext>
                </a:extLst>
              </p:cNvPr>
              <p:cNvSpPr/>
              <p:nvPr/>
            </p:nvSpPr>
            <p:spPr>
              <a:xfrm>
                <a:off x="1526998" y="19898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6" name="流程图: 接点 1855">
                <a:extLst>
                  <a:ext uri="{FF2B5EF4-FFF2-40B4-BE49-F238E27FC236}">
                    <a16:creationId xmlns:a16="http://schemas.microsoft.com/office/drawing/2014/main" id="{25101DFE-7E85-429D-B820-A8A2B3316BF7}"/>
                  </a:ext>
                </a:extLst>
              </p:cNvPr>
              <p:cNvSpPr/>
              <p:nvPr/>
            </p:nvSpPr>
            <p:spPr>
              <a:xfrm>
                <a:off x="1662808" y="19698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7" name="流程图: 接点 1856">
                <a:extLst>
                  <a:ext uri="{FF2B5EF4-FFF2-40B4-BE49-F238E27FC236}">
                    <a16:creationId xmlns:a16="http://schemas.microsoft.com/office/drawing/2014/main" id="{F1492136-A454-4323-A7B8-CC006AC4AD34}"/>
                  </a:ext>
                </a:extLst>
              </p:cNvPr>
              <p:cNvSpPr/>
              <p:nvPr/>
            </p:nvSpPr>
            <p:spPr>
              <a:xfrm>
                <a:off x="1599299" y="203344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8" name="流程图: 接点 1857">
                <a:extLst>
                  <a:ext uri="{FF2B5EF4-FFF2-40B4-BE49-F238E27FC236}">
                    <a16:creationId xmlns:a16="http://schemas.microsoft.com/office/drawing/2014/main" id="{F0063BC7-BA91-4F79-8D3D-32A737B7DA86}"/>
                  </a:ext>
                </a:extLst>
              </p:cNvPr>
              <p:cNvSpPr/>
              <p:nvPr/>
            </p:nvSpPr>
            <p:spPr>
              <a:xfrm>
                <a:off x="1668415" y="20108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9" name="流程图: 接点 1858">
                <a:extLst>
                  <a:ext uri="{FF2B5EF4-FFF2-40B4-BE49-F238E27FC236}">
                    <a16:creationId xmlns:a16="http://schemas.microsoft.com/office/drawing/2014/main" id="{7D6D3970-D2A8-4200-A913-BECF5ACB34AD}"/>
                  </a:ext>
                </a:extLst>
              </p:cNvPr>
              <p:cNvSpPr/>
              <p:nvPr/>
            </p:nvSpPr>
            <p:spPr>
              <a:xfrm>
                <a:off x="1535903" y="203146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0" name="流程图: 接点 1859">
                <a:extLst>
                  <a:ext uri="{FF2B5EF4-FFF2-40B4-BE49-F238E27FC236}">
                    <a16:creationId xmlns:a16="http://schemas.microsoft.com/office/drawing/2014/main" id="{0B11B871-C3AA-4E59-B683-3AC7DDDDBD99}"/>
                  </a:ext>
                </a:extLst>
              </p:cNvPr>
              <p:cNvSpPr/>
              <p:nvPr/>
            </p:nvSpPr>
            <p:spPr>
              <a:xfrm>
                <a:off x="1605018" y="20088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1" name="流程图: 接点 1860">
                <a:extLst>
                  <a:ext uri="{FF2B5EF4-FFF2-40B4-BE49-F238E27FC236}">
                    <a16:creationId xmlns:a16="http://schemas.microsoft.com/office/drawing/2014/main" id="{E5EAED35-BD75-4ABD-9A18-09E3FDBF3ED0}"/>
                  </a:ext>
                </a:extLst>
              </p:cNvPr>
              <p:cNvSpPr/>
              <p:nvPr/>
            </p:nvSpPr>
            <p:spPr>
              <a:xfrm>
                <a:off x="1535791" y="20970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2" name="流程图: 接点 1861">
                <a:extLst>
                  <a:ext uri="{FF2B5EF4-FFF2-40B4-BE49-F238E27FC236}">
                    <a16:creationId xmlns:a16="http://schemas.microsoft.com/office/drawing/2014/main" id="{3159CF42-6202-4092-998E-065E179DDAF5}"/>
                  </a:ext>
                </a:extLst>
              </p:cNvPr>
              <p:cNvSpPr/>
              <p:nvPr/>
            </p:nvSpPr>
            <p:spPr>
              <a:xfrm>
                <a:off x="1604906" y="207441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3" name="流程图: 接点 1862">
                <a:extLst>
                  <a:ext uri="{FF2B5EF4-FFF2-40B4-BE49-F238E27FC236}">
                    <a16:creationId xmlns:a16="http://schemas.microsoft.com/office/drawing/2014/main" id="{1AA51D7E-1DE8-4A0E-A8E5-49328A65792B}"/>
                  </a:ext>
                </a:extLst>
              </p:cNvPr>
              <p:cNvSpPr/>
              <p:nvPr/>
            </p:nvSpPr>
            <p:spPr>
              <a:xfrm>
                <a:off x="1501928" y="216996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4" name="流程图: 接点 1863">
                <a:extLst>
                  <a:ext uri="{FF2B5EF4-FFF2-40B4-BE49-F238E27FC236}">
                    <a16:creationId xmlns:a16="http://schemas.microsoft.com/office/drawing/2014/main" id="{A9A354B4-205F-4071-AE41-B5B2263DC2FC}"/>
                  </a:ext>
                </a:extLst>
              </p:cNvPr>
              <p:cNvSpPr/>
              <p:nvPr/>
            </p:nvSpPr>
            <p:spPr>
              <a:xfrm>
                <a:off x="1571043" y="214737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5" name="流程图: 接点 1864">
                <a:extLst>
                  <a:ext uri="{FF2B5EF4-FFF2-40B4-BE49-F238E27FC236}">
                    <a16:creationId xmlns:a16="http://schemas.microsoft.com/office/drawing/2014/main" id="{1832376C-9870-4CB4-9E37-61AF50E7A12C}"/>
                  </a:ext>
                </a:extLst>
              </p:cNvPr>
              <p:cNvSpPr/>
              <p:nvPr/>
            </p:nvSpPr>
            <p:spPr>
              <a:xfrm>
                <a:off x="1507647" y="214538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6" name="流程图: 接点 1865">
                <a:extLst>
                  <a:ext uri="{FF2B5EF4-FFF2-40B4-BE49-F238E27FC236}">
                    <a16:creationId xmlns:a16="http://schemas.microsoft.com/office/drawing/2014/main" id="{D679740A-5314-47CA-9C71-D11C9357E8AB}"/>
                  </a:ext>
                </a:extLst>
              </p:cNvPr>
              <p:cNvSpPr/>
              <p:nvPr/>
            </p:nvSpPr>
            <p:spPr>
              <a:xfrm>
                <a:off x="1507534" y="221093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7" name="流程图: 接点 1866">
                <a:extLst>
                  <a:ext uri="{FF2B5EF4-FFF2-40B4-BE49-F238E27FC236}">
                    <a16:creationId xmlns:a16="http://schemas.microsoft.com/office/drawing/2014/main" id="{78F38F99-1682-4E24-83D3-CFFC422F207E}"/>
                  </a:ext>
                </a:extLst>
              </p:cNvPr>
              <p:cNvSpPr/>
              <p:nvPr/>
            </p:nvSpPr>
            <p:spPr>
              <a:xfrm>
                <a:off x="1553883" y="184767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8" name="流程图: 接点 1867">
                <a:extLst>
                  <a:ext uri="{FF2B5EF4-FFF2-40B4-BE49-F238E27FC236}">
                    <a16:creationId xmlns:a16="http://schemas.microsoft.com/office/drawing/2014/main" id="{A12966C6-BCC3-4EAC-B934-9EF689824C1E}"/>
                  </a:ext>
                </a:extLst>
              </p:cNvPr>
              <p:cNvSpPr/>
              <p:nvPr/>
            </p:nvSpPr>
            <p:spPr>
              <a:xfrm>
                <a:off x="1490374" y="191123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9" name="流程图: 接点 1868">
                <a:extLst>
                  <a:ext uri="{FF2B5EF4-FFF2-40B4-BE49-F238E27FC236}">
                    <a16:creationId xmlns:a16="http://schemas.microsoft.com/office/drawing/2014/main" id="{42190DEA-33AE-443B-B279-D7F8195B5445}"/>
                  </a:ext>
                </a:extLst>
              </p:cNvPr>
              <p:cNvSpPr/>
              <p:nvPr/>
            </p:nvSpPr>
            <p:spPr>
              <a:xfrm>
                <a:off x="1559489" y="18886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0" name="流程图: 接点 1869">
                <a:extLst>
                  <a:ext uri="{FF2B5EF4-FFF2-40B4-BE49-F238E27FC236}">
                    <a16:creationId xmlns:a16="http://schemas.microsoft.com/office/drawing/2014/main" id="{C93B5940-E9F0-49E0-922B-560A87ABB1D1}"/>
                  </a:ext>
                </a:extLst>
              </p:cNvPr>
              <p:cNvSpPr/>
              <p:nvPr/>
            </p:nvSpPr>
            <p:spPr>
              <a:xfrm>
                <a:off x="1426978" y="19092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1" name="流程图: 接点 1870">
                <a:extLst>
                  <a:ext uri="{FF2B5EF4-FFF2-40B4-BE49-F238E27FC236}">
                    <a16:creationId xmlns:a16="http://schemas.microsoft.com/office/drawing/2014/main" id="{06275FF0-7780-4974-8E4B-62968FE32AA1}"/>
                  </a:ext>
                </a:extLst>
              </p:cNvPr>
              <p:cNvSpPr/>
              <p:nvPr/>
            </p:nvSpPr>
            <p:spPr>
              <a:xfrm>
                <a:off x="1496093" y="18866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2" name="流程图: 接点 1871">
                <a:extLst>
                  <a:ext uri="{FF2B5EF4-FFF2-40B4-BE49-F238E27FC236}">
                    <a16:creationId xmlns:a16="http://schemas.microsoft.com/office/drawing/2014/main" id="{58EE4C71-F4CD-4F0F-B941-5B200A81E00B}"/>
                  </a:ext>
                </a:extLst>
              </p:cNvPr>
              <p:cNvSpPr/>
              <p:nvPr/>
            </p:nvSpPr>
            <p:spPr>
              <a:xfrm>
                <a:off x="1426865" y="197480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3" name="流程图: 接点 1872">
                <a:extLst>
                  <a:ext uri="{FF2B5EF4-FFF2-40B4-BE49-F238E27FC236}">
                    <a16:creationId xmlns:a16="http://schemas.microsoft.com/office/drawing/2014/main" id="{1C92D3BC-EF8F-42EA-A15F-15FE349EBB84}"/>
                  </a:ext>
                </a:extLst>
              </p:cNvPr>
              <p:cNvSpPr/>
              <p:nvPr/>
            </p:nvSpPr>
            <p:spPr>
              <a:xfrm>
                <a:off x="1495981" y="19522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4" name="流程图: 接点 1873">
                <a:extLst>
                  <a:ext uri="{FF2B5EF4-FFF2-40B4-BE49-F238E27FC236}">
                    <a16:creationId xmlns:a16="http://schemas.microsoft.com/office/drawing/2014/main" id="{82A8C475-5592-415F-8BC8-33B7F54C68EF}"/>
                  </a:ext>
                </a:extLst>
              </p:cNvPr>
              <p:cNvSpPr/>
              <p:nvPr/>
            </p:nvSpPr>
            <p:spPr>
              <a:xfrm>
                <a:off x="1462117" y="20251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5" name="流程图: 接点 1874">
                <a:extLst>
                  <a:ext uri="{FF2B5EF4-FFF2-40B4-BE49-F238E27FC236}">
                    <a16:creationId xmlns:a16="http://schemas.microsoft.com/office/drawing/2014/main" id="{F0FFB7E8-C587-487F-8FE5-990EFBA5975A}"/>
                  </a:ext>
                </a:extLst>
              </p:cNvPr>
              <p:cNvSpPr/>
              <p:nvPr/>
            </p:nvSpPr>
            <p:spPr>
              <a:xfrm>
                <a:off x="1485750" y="193346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6" name="流程图: 接点 1875">
                <a:extLst>
                  <a:ext uri="{FF2B5EF4-FFF2-40B4-BE49-F238E27FC236}">
                    <a16:creationId xmlns:a16="http://schemas.microsoft.com/office/drawing/2014/main" id="{F50E016B-87BE-4C4A-BF0E-332FD438EBA4}"/>
                  </a:ext>
                </a:extLst>
              </p:cNvPr>
              <p:cNvSpPr/>
              <p:nvPr/>
            </p:nvSpPr>
            <p:spPr>
              <a:xfrm>
                <a:off x="1491357" y="197443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7" name="流程图: 接点 1876">
                <a:extLst>
                  <a:ext uri="{FF2B5EF4-FFF2-40B4-BE49-F238E27FC236}">
                    <a16:creationId xmlns:a16="http://schemas.microsoft.com/office/drawing/2014/main" id="{6CFCBCD3-FC87-401D-AAF6-67B359A44CC0}"/>
                  </a:ext>
                </a:extLst>
              </p:cNvPr>
              <p:cNvSpPr/>
              <p:nvPr/>
            </p:nvSpPr>
            <p:spPr>
              <a:xfrm>
                <a:off x="1427961" y="197244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8" name="流程图: 接点 1877">
                <a:extLst>
                  <a:ext uri="{FF2B5EF4-FFF2-40B4-BE49-F238E27FC236}">
                    <a16:creationId xmlns:a16="http://schemas.microsoft.com/office/drawing/2014/main" id="{54E9600B-5132-472A-9972-4A1C92FB035B}"/>
                  </a:ext>
                </a:extLst>
              </p:cNvPr>
              <p:cNvSpPr/>
              <p:nvPr/>
            </p:nvSpPr>
            <p:spPr>
              <a:xfrm>
                <a:off x="1427848" y="203799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9" name="流程图: 接点 1878">
                <a:extLst>
                  <a:ext uri="{FF2B5EF4-FFF2-40B4-BE49-F238E27FC236}">
                    <a16:creationId xmlns:a16="http://schemas.microsoft.com/office/drawing/2014/main" id="{30E1BC3B-931D-4BFF-B796-245FDDAD524C}"/>
                  </a:ext>
                </a:extLst>
              </p:cNvPr>
              <p:cNvSpPr/>
              <p:nvPr/>
            </p:nvSpPr>
            <p:spPr>
              <a:xfrm>
                <a:off x="1431151" y="206838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0" name="流程图: 接点 1879">
                <a:extLst>
                  <a:ext uri="{FF2B5EF4-FFF2-40B4-BE49-F238E27FC236}">
                    <a16:creationId xmlns:a16="http://schemas.microsoft.com/office/drawing/2014/main" id="{628E32F8-AADA-4177-88B5-B1F5DFA0E252}"/>
                  </a:ext>
                </a:extLst>
              </p:cNvPr>
              <p:cNvSpPr/>
              <p:nvPr/>
            </p:nvSpPr>
            <p:spPr>
              <a:xfrm>
                <a:off x="1566960" y="204845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1" name="流程图: 接点 1880">
                <a:extLst>
                  <a:ext uri="{FF2B5EF4-FFF2-40B4-BE49-F238E27FC236}">
                    <a16:creationId xmlns:a16="http://schemas.microsoft.com/office/drawing/2014/main" id="{BBBB498D-19C6-43EC-9F06-6F745E50E5EE}"/>
                  </a:ext>
                </a:extLst>
              </p:cNvPr>
              <p:cNvSpPr/>
              <p:nvPr/>
            </p:nvSpPr>
            <p:spPr>
              <a:xfrm>
                <a:off x="1503452" y="211201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2" name="流程图: 接点 1881">
                <a:extLst>
                  <a:ext uri="{FF2B5EF4-FFF2-40B4-BE49-F238E27FC236}">
                    <a16:creationId xmlns:a16="http://schemas.microsoft.com/office/drawing/2014/main" id="{CF2FD6ED-104F-440F-8D32-92683DB4743E}"/>
                  </a:ext>
                </a:extLst>
              </p:cNvPr>
              <p:cNvSpPr/>
              <p:nvPr/>
            </p:nvSpPr>
            <p:spPr>
              <a:xfrm>
                <a:off x="1572567" y="20894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3" name="流程图: 接点 1882">
                <a:extLst>
                  <a:ext uri="{FF2B5EF4-FFF2-40B4-BE49-F238E27FC236}">
                    <a16:creationId xmlns:a16="http://schemas.microsoft.com/office/drawing/2014/main" id="{3231A886-F05C-492F-B61F-CDC43C53CF9F}"/>
                  </a:ext>
                </a:extLst>
              </p:cNvPr>
              <p:cNvSpPr/>
              <p:nvPr/>
            </p:nvSpPr>
            <p:spPr>
              <a:xfrm>
                <a:off x="1440056" y="21100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4" name="流程图: 接点 1883">
                <a:extLst>
                  <a:ext uri="{FF2B5EF4-FFF2-40B4-BE49-F238E27FC236}">
                    <a16:creationId xmlns:a16="http://schemas.microsoft.com/office/drawing/2014/main" id="{3356AE62-1333-41C1-95E5-3D2C3267D63A}"/>
                  </a:ext>
                </a:extLst>
              </p:cNvPr>
              <p:cNvSpPr/>
              <p:nvPr/>
            </p:nvSpPr>
            <p:spPr>
              <a:xfrm>
                <a:off x="1509171" y="208743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5" name="流程图: 接点 1884">
                <a:extLst>
                  <a:ext uri="{FF2B5EF4-FFF2-40B4-BE49-F238E27FC236}">
                    <a16:creationId xmlns:a16="http://schemas.microsoft.com/office/drawing/2014/main" id="{0CC8BCBF-2B85-4CEA-BEAE-AF403C308AF3}"/>
                  </a:ext>
                </a:extLst>
              </p:cNvPr>
              <p:cNvSpPr/>
              <p:nvPr/>
            </p:nvSpPr>
            <p:spPr>
              <a:xfrm>
                <a:off x="1439943" y="217558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6" name="流程图: 接点 1885">
                <a:extLst>
                  <a:ext uri="{FF2B5EF4-FFF2-40B4-BE49-F238E27FC236}">
                    <a16:creationId xmlns:a16="http://schemas.microsoft.com/office/drawing/2014/main" id="{BA4F648D-79F8-45AD-B19D-87994A6D694B}"/>
                  </a:ext>
                </a:extLst>
              </p:cNvPr>
              <p:cNvSpPr/>
              <p:nvPr/>
            </p:nvSpPr>
            <p:spPr>
              <a:xfrm>
                <a:off x="1509058" y="215298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7" name="流程图: 接点 1886">
                <a:extLst>
                  <a:ext uri="{FF2B5EF4-FFF2-40B4-BE49-F238E27FC236}">
                    <a16:creationId xmlns:a16="http://schemas.microsoft.com/office/drawing/2014/main" id="{83F1F60A-A85E-4E21-9D76-86C069EA34C6}"/>
                  </a:ext>
                </a:extLst>
              </p:cNvPr>
              <p:cNvSpPr/>
              <p:nvPr/>
            </p:nvSpPr>
            <p:spPr>
              <a:xfrm>
                <a:off x="1475195" y="222594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8" name="流程图: 接点 1887">
                <a:extLst>
                  <a:ext uri="{FF2B5EF4-FFF2-40B4-BE49-F238E27FC236}">
                    <a16:creationId xmlns:a16="http://schemas.microsoft.com/office/drawing/2014/main" id="{8D801683-AA26-40D1-82C2-4039F4FB5497}"/>
                  </a:ext>
                </a:extLst>
              </p:cNvPr>
              <p:cNvSpPr/>
              <p:nvPr/>
            </p:nvSpPr>
            <p:spPr>
              <a:xfrm>
                <a:off x="1458035" y="19262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9" name="流程图: 接点 1888">
                <a:extLst>
                  <a:ext uri="{FF2B5EF4-FFF2-40B4-BE49-F238E27FC236}">
                    <a16:creationId xmlns:a16="http://schemas.microsoft.com/office/drawing/2014/main" id="{14DF9B01-B86F-431C-8663-625401673AE8}"/>
                  </a:ext>
                </a:extLst>
              </p:cNvPr>
              <p:cNvSpPr/>
              <p:nvPr/>
            </p:nvSpPr>
            <p:spPr>
              <a:xfrm>
                <a:off x="1463642" y="196721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0" name="流程图: 接点 1889">
                <a:extLst>
                  <a:ext uri="{FF2B5EF4-FFF2-40B4-BE49-F238E27FC236}">
                    <a16:creationId xmlns:a16="http://schemas.microsoft.com/office/drawing/2014/main" id="{B7F2966D-3657-4435-8298-62C872DAA133}"/>
                  </a:ext>
                </a:extLst>
              </p:cNvPr>
              <p:cNvSpPr/>
              <p:nvPr/>
            </p:nvSpPr>
            <p:spPr>
              <a:xfrm>
                <a:off x="1453391" y="211903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1" name="流程图: 接点 1890">
                <a:extLst>
                  <a:ext uri="{FF2B5EF4-FFF2-40B4-BE49-F238E27FC236}">
                    <a16:creationId xmlns:a16="http://schemas.microsoft.com/office/drawing/2014/main" id="{723C80D2-AED0-40A6-B3C0-D92A19540750}"/>
                  </a:ext>
                </a:extLst>
              </p:cNvPr>
              <p:cNvSpPr/>
              <p:nvPr/>
            </p:nvSpPr>
            <p:spPr>
              <a:xfrm>
                <a:off x="1458998" y="215999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2" name="流程图: 接点 1891">
                <a:extLst>
                  <a:ext uri="{FF2B5EF4-FFF2-40B4-BE49-F238E27FC236}">
                    <a16:creationId xmlns:a16="http://schemas.microsoft.com/office/drawing/2014/main" id="{625C0938-DB5A-48B8-887B-A13C9F7620D7}"/>
                  </a:ext>
                </a:extLst>
              </p:cNvPr>
              <p:cNvSpPr/>
              <p:nvPr/>
            </p:nvSpPr>
            <p:spPr>
              <a:xfrm>
                <a:off x="1425676" y="211181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3" name="流程图: 接点 1892">
                <a:extLst>
                  <a:ext uri="{FF2B5EF4-FFF2-40B4-BE49-F238E27FC236}">
                    <a16:creationId xmlns:a16="http://schemas.microsoft.com/office/drawing/2014/main" id="{877564A1-CA03-4C92-817F-EAD6CBF8126B}"/>
                  </a:ext>
                </a:extLst>
              </p:cNvPr>
              <p:cNvSpPr/>
              <p:nvPr/>
            </p:nvSpPr>
            <p:spPr>
              <a:xfrm>
                <a:off x="1431282" y="21527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9" name="流程图: 接点 3518">
                <a:extLst>
                  <a:ext uri="{FF2B5EF4-FFF2-40B4-BE49-F238E27FC236}">
                    <a16:creationId xmlns:a16="http://schemas.microsoft.com/office/drawing/2014/main" id="{1629CB80-EA4F-40F6-B20D-36ADA8149FCC}"/>
                  </a:ext>
                </a:extLst>
              </p:cNvPr>
              <p:cNvSpPr/>
              <p:nvPr/>
            </p:nvSpPr>
            <p:spPr>
              <a:xfrm>
                <a:off x="808720" y="19593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0" name="流程图: 接点 3519">
                <a:extLst>
                  <a:ext uri="{FF2B5EF4-FFF2-40B4-BE49-F238E27FC236}">
                    <a16:creationId xmlns:a16="http://schemas.microsoft.com/office/drawing/2014/main" id="{E3655914-9627-4A7C-A7E1-09661A4EDF08}"/>
                  </a:ext>
                </a:extLst>
              </p:cNvPr>
              <p:cNvSpPr/>
              <p:nvPr/>
            </p:nvSpPr>
            <p:spPr>
              <a:xfrm>
                <a:off x="707266" y="199699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1" name="流程图: 接点 3520">
                <a:extLst>
                  <a:ext uri="{FF2B5EF4-FFF2-40B4-BE49-F238E27FC236}">
                    <a16:creationId xmlns:a16="http://schemas.microsoft.com/office/drawing/2014/main" id="{9F0CEAE7-F612-4882-9614-5EE91727A5C5}"/>
                  </a:ext>
                </a:extLst>
              </p:cNvPr>
              <p:cNvSpPr/>
              <p:nvPr/>
            </p:nvSpPr>
            <p:spPr>
              <a:xfrm>
                <a:off x="776381" y="197439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2" name="流程图: 接点 3521">
                <a:extLst>
                  <a:ext uri="{FF2B5EF4-FFF2-40B4-BE49-F238E27FC236}">
                    <a16:creationId xmlns:a16="http://schemas.microsoft.com/office/drawing/2014/main" id="{32BA07B4-2D11-48C5-9A6B-8CA7C40E6B33}"/>
                  </a:ext>
                </a:extLst>
              </p:cNvPr>
              <p:cNvSpPr/>
              <p:nvPr/>
            </p:nvSpPr>
            <p:spPr>
              <a:xfrm>
                <a:off x="712985" y="19724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3" name="流程图: 接点 3522">
                <a:extLst>
                  <a:ext uri="{FF2B5EF4-FFF2-40B4-BE49-F238E27FC236}">
                    <a16:creationId xmlns:a16="http://schemas.microsoft.com/office/drawing/2014/main" id="{29960DDC-0525-4859-8FD8-E7CC7249BAA1}"/>
                  </a:ext>
                </a:extLst>
              </p:cNvPr>
              <p:cNvSpPr/>
              <p:nvPr/>
            </p:nvSpPr>
            <p:spPr>
              <a:xfrm>
                <a:off x="712873" y="20379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4" name="流程图: 接点 3523">
                <a:extLst>
                  <a:ext uri="{FF2B5EF4-FFF2-40B4-BE49-F238E27FC236}">
                    <a16:creationId xmlns:a16="http://schemas.microsoft.com/office/drawing/2014/main" id="{5E296E01-82DB-48B5-AC32-62E7585995FD}"/>
                  </a:ext>
                </a:extLst>
              </p:cNvPr>
              <p:cNvSpPr/>
              <p:nvPr/>
            </p:nvSpPr>
            <p:spPr>
              <a:xfrm>
                <a:off x="691069" y="19310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5" name="流程图: 接点 3524">
                <a:extLst>
                  <a:ext uri="{FF2B5EF4-FFF2-40B4-BE49-F238E27FC236}">
                    <a16:creationId xmlns:a16="http://schemas.microsoft.com/office/drawing/2014/main" id="{22D88F9F-24BD-4964-9476-A4F63A513EEA}"/>
                  </a:ext>
                </a:extLst>
              </p:cNvPr>
              <p:cNvSpPr/>
              <p:nvPr/>
            </p:nvSpPr>
            <p:spPr>
              <a:xfrm>
                <a:off x="696675" y="197201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6" name="流程图: 接点 3525">
                <a:extLst>
                  <a:ext uri="{FF2B5EF4-FFF2-40B4-BE49-F238E27FC236}">
                    <a16:creationId xmlns:a16="http://schemas.microsoft.com/office/drawing/2014/main" id="{0BF7734C-1884-4AEA-912B-5A923181091F}"/>
                  </a:ext>
                </a:extLst>
              </p:cNvPr>
              <p:cNvSpPr/>
              <p:nvPr/>
            </p:nvSpPr>
            <p:spPr>
              <a:xfrm>
                <a:off x="699978" y="200239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7" name="流程图: 接点 3526">
                <a:extLst>
                  <a:ext uri="{FF2B5EF4-FFF2-40B4-BE49-F238E27FC236}">
                    <a16:creationId xmlns:a16="http://schemas.microsoft.com/office/drawing/2014/main" id="{F6ED848D-0A6A-4F3B-BB0A-79103CFFC9CA}"/>
                  </a:ext>
                </a:extLst>
              </p:cNvPr>
              <p:cNvSpPr/>
              <p:nvPr/>
            </p:nvSpPr>
            <p:spPr>
              <a:xfrm>
                <a:off x="835787" y="198247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8" name="流程图: 接点 3527">
                <a:extLst>
                  <a:ext uri="{FF2B5EF4-FFF2-40B4-BE49-F238E27FC236}">
                    <a16:creationId xmlns:a16="http://schemas.microsoft.com/office/drawing/2014/main" id="{7303AC5F-3F61-49EE-8F40-C1FB3E64B96A}"/>
                  </a:ext>
                </a:extLst>
              </p:cNvPr>
              <p:cNvSpPr/>
              <p:nvPr/>
            </p:nvSpPr>
            <p:spPr>
              <a:xfrm>
                <a:off x="772279" y="20460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9" name="流程图: 接点 3528">
                <a:extLst>
                  <a:ext uri="{FF2B5EF4-FFF2-40B4-BE49-F238E27FC236}">
                    <a16:creationId xmlns:a16="http://schemas.microsoft.com/office/drawing/2014/main" id="{5476E77F-59C3-44EC-BB9A-F80B8A347600}"/>
                  </a:ext>
                </a:extLst>
              </p:cNvPr>
              <p:cNvSpPr/>
              <p:nvPr/>
            </p:nvSpPr>
            <p:spPr>
              <a:xfrm>
                <a:off x="841394" y="20234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0" name="流程图: 接点 3529">
                <a:extLst>
                  <a:ext uri="{FF2B5EF4-FFF2-40B4-BE49-F238E27FC236}">
                    <a16:creationId xmlns:a16="http://schemas.microsoft.com/office/drawing/2014/main" id="{EAF6987C-77C6-473F-B0C5-AD6EEF64A92B}"/>
                  </a:ext>
                </a:extLst>
              </p:cNvPr>
              <p:cNvSpPr/>
              <p:nvPr/>
            </p:nvSpPr>
            <p:spPr>
              <a:xfrm>
                <a:off x="708883" y="204405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1" name="流程图: 接点 3530">
                <a:extLst>
                  <a:ext uri="{FF2B5EF4-FFF2-40B4-BE49-F238E27FC236}">
                    <a16:creationId xmlns:a16="http://schemas.microsoft.com/office/drawing/2014/main" id="{17FBC94C-6F96-48AD-B16B-A892A073E6FF}"/>
                  </a:ext>
                </a:extLst>
              </p:cNvPr>
              <p:cNvSpPr/>
              <p:nvPr/>
            </p:nvSpPr>
            <p:spPr>
              <a:xfrm>
                <a:off x="777998" y="20214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2" name="流程图: 接点 3531">
                <a:extLst>
                  <a:ext uri="{FF2B5EF4-FFF2-40B4-BE49-F238E27FC236}">
                    <a16:creationId xmlns:a16="http://schemas.microsoft.com/office/drawing/2014/main" id="{C707172D-FC14-4670-A0B7-A4D7F35BA269}"/>
                  </a:ext>
                </a:extLst>
              </p:cNvPr>
              <p:cNvSpPr/>
              <p:nvPr/>
            </p:nvSpPr>
            <p:spPr>
              <a:xfrm>
                <a:off x="708770" y="21095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3" name="流程图: 接点 3532">
                <a:extLst>
                  <a:ext uri="{FF2B5EF4-FFF2-40B4-BE49-F238E27FC236}">
                    <a16:creationId xmlns:a16="http://schemas.microsoft.com/office/drawing/2014/main" id="{D4DA6A38-4C46-41A4-9F2F-797EFE9B71EE}"/>
                  </a:ext>
                </a:extLst>
              </p:cNvPr>
              <p:cNvSpPr/>
              <p:nvPr/>
            </p:nvSpPr>
            <p:spPr>
              <a:xfrm>
                <a:off x="777885" y="20870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4" name="流程图: 接点 3533">
                <a:extLst>
                  <a:ext uri="{FF2B5EF4-FFF2-40B4-BE49-F238E27FC236}">
                    <a16:creationId xmlns:a16="http://schemas.microsoft.com/office/drawing/2014/main" id="{0C68DB44-E556-453A-BBCB-E290415BBAEE}"/>
                  </a:ext>
                </a:extLst>
              </p:cNvPr>
              <p:cNvSpPr/>
              <p:nvPr/>
            </p:nvSpPr>
            <p:spPr>
              <a:xfrm>
                <a:off x="674907" y="21825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5" name="流程图: 接点 3534">
                <a:extLst>
                  <a:ext uri="{FF2B5EF4-FFF2-40B4-BE49-F238E27FC236}">
                    <a16:creationId xmlns:a16="http://schemas.microsoft.com/office/drawing/2014/main" id="{34F7228B-9DEF-4B6D-B05A-25058FDBABBC}"/>
                  </a:ext>
                </a:extLst>
              </p:cNvPr>
              <p:cNvSpPr/>
              <p:nvPr/>
            </p:nvSpPr>
            <p:spPr>
              <a:xfrm>
                <a:off x="744022" y="215996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6" name="流程图: 接点 3535">
                <a:extLst>
                  <a:ext uri="{FF2B5EF4-FFF2-40B4-BE49-F238E27FC236}">
                    <a16:creationId xmlns:a16="http://schemas.microsoft.com/office/drawing/2014/main" id="{85ED46EE-8FFD-4838-8E5A-AEBDADFEB093}"/>
                  </a:ext>
                </a:extLst>
              </p:cNvPr>
              <p:cNvSpPr/>
              <p:nvPr/>
            </p:nvSpPr>
            <p:spPr>
              <a:xfrm>
                <a:off x="680626" y="21579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7" name="流程图: 接点 3536">
                <a:extLst>
                  <a:ext uri="{FF2B5EF4-FFF2-40B4-BE49-F238E27FC236}">
                    <a16:creationId xmlns:a16="http://schemas.microsoft.com/office/drawing/2014/main" id="{22905E7B-8874-43B5-8211-2B3DA93A8586}"/>
                  </a:ext>
                </a:extLst>
              </p:cNvPr>
              <p:cNvSpPr/>
              <p:nvPr/>
            </p:nvSpPr>
            <p:spPr>
              <a:xfrm>
                <a:off x="680513" y="22235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8" name="流程图: 接点 3537">
                <a:extLst>
                  <a:ext uri="{FF2B5EF4-FFF2-40B4-BE49-F238E27FC236}">
                    <a16:creationId xmlns:a16="http://schemas.microsoft.com/office/drawing/2014/main" id="{747A1F27-D727-4E46-B43E-EDD680936371}"/>
                  </a:ext>
                </a:extLst>
              </p:cNvPr>
              <p:cNvSpPr/>
              <p:nvPr/>
            </p:nvSpPr>
            <p:spPr>
              <a:xfrm>
                <a:off x="668960" y="196479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9" name="流程图: 接点 3538">
                <a:extLst>
                  <a:ext uri="{FF2B5EF4-FFF2-40B4-BE49-F238E27FC236}">
                    <a16:creationId xmlns:a16="http://schemas.microsoft.com/office/drawing/2014/main" id="{7609D4FE-922A-480A-87CC-F6B70DEE610F}"/>
                  </a:ext>
                </a:extLst>
              </p:cNvPr>
              <p:cNvSpPr/>
              <p:nvPr/>
            </p:nvSpPr>
            <p:spPr>
              <a:xfrm>
                <a:off x="664336" y="19870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0" name="流程图: 接点 3539">
                <a:extLst>
                  <a:ext uri="{FF2B5EF4-FFF2-40B4-BE49-F238E27FC236}">
                    <a16:creationId xmlns:a16="http://schemas.microsoft.com/office/drawing/2014/main" id="{449A77D0-FD9E-4B06-9538-AD75C3DED124}"/>
                  </a:ext>
                </a:extLst>
              </p:cNvPr>
              <p:cNvSpPr/>
              <p:nvPr/>
            </p:nvSpPr>
            <p:spPr>
              <a:xfrm>
                <a:off x="739940" y="20610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1" name="流程图: 接点 3540">
                <a:extLst>
                  <a:ext uri="{FF2B5EF4-FFF2-40B4-BE49-F238E27FC236}">
                    <a16:creationId xmlns:a16="http://schemas.microsoft.com/office/drawing/2014/main" id="{EAFF9EF2-5922-465A-9FF5-FDED877879D6}"/>
                  </a:ext>
                </a:extLst>
              </p:cNvPr>
              <p:cNvSpPr/>
              <p:nvPr/>
            </p:nvSpPr>
            <p:spPr>
              <a:xfrm>
                <a:off x="676431" y="21246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2" name="流程图: 接点 3541">
                <a:extLst>
                  <a:ext uri="{FF2B5EF4-FFF2-40B4-BE49-F238E27FC236}">
                    <a16:creationId xmlns:a16="http://schemas.microsoft.com/office/drawing/2014/main" id="{FFC7F2E1-81BF-4581-8148-BC694B7BD0AD}"/>
                  </a:ext>
                </a:extLst>
              </p:cNvPr>
              <p:cNvSpPr/>
              <p:nvPr/>
            </p:nvSpPr>
            <p:spPr>
              <a:xfrm>
                <a:off x="745546" y="21020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3" name="流程图: 接点 3542">
                <a:extLst>
                  <a:ext uri="{FF2B5EF4-FFF2-40B4-BE49-F238E27FC236}">
                    <a16:creationId xmlns:a16="http://schemas.microsoft.com/office/drawing/2014/main" id="{C278C22C-15A8-4DF8-8F86-E445C931D91A}"/>
                  </a:ext>
                </a:extLst>
              </p:cNvPr>
              <p:cNvSpPr/>
              <p:nvPr/>
            </p:nvSpPr>
            <p:spPr>
              <a:xfrm>
                <a:off x="682150" y="21000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4" name="流程图: 接点 3543">
                <a:extLst>
                  <a:ext uri="{FF2B5EF4-FFF2-40B4-BE49-F238E27FC236}">
                    <a16:creationId xmlns:a16="http://schemas.microsoft.com/office/drawing/2014/main" id="{289816A4-E37F-4735-B121-B6C0F707D6FB}"/>
                  </a:ext>
                </a:extLst>
              </p:cNvPr>
              <p:cNvSpPr/>
              <p:nvPr/>
            </p:nvSpPr>
            <p:spPr>
              <a:xfrm>
                <a:off x="682038" y="216557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5" name="流程图: 接点 3544">
                <a:extLst>
                  <a:ext uri="{FF2B5EF4-FFF2-40B4-BE49-F238E27FC236}">
                    <a16:creationId xmlns:a16="http://schemas.microsoft.com/office/drawing/2014/main" id="{D11E7C5C-2CA0-4B47-A4A0-A6DD29FF16FD}"/>
                  </a:ext>
                </a:extLst>
              </p:cNvPr>
              <p:cNvSpPr/>
              <p:nvPr/>
            </p:nvSpPr>
            <p:spPr>
              <a:xfrm>
                <a:off x="788982" y="21239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6" name="流程图: 接点 3545">
                <a:extLst>
                  <a:ext uri="{FF2B5EF4-FFF2-40B4-BE49-F238E27FC236}">
                    <a16:creationId xmlns:a16="http://schemas.microsoft.com/office/drawing/2014/main" id="{2CA7CE94-6A83-4042-B2A0-34C08847CD4A}"/>
                  </a:ext>
                </a:extLst>
              </p:cNvPr>
              <p:cNvSpPr/>
              <p:nvPr/>
            </p:nvSpPr>
            <p:spPr>
              <a:xfrm>
                <a:off x="726048" y="214329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7" name="流程图: 接点 3546">
                <a:extLst>
                  <a:ext uri="{FF2B5EF4-FFF2-40B4-BE49-F238E27FC236}">
                    <a16:creationId xmlns:a16="http://schemas.microsoft.com/office/drawing/2014/main" id="{9A1A78D1-E69F-41F7-AA5A-8A327ACF694B}"/>
                  </a:ext>
                </a:extLst>
              </p:cNvPr>
              <p:cNvSpPr/>
              <p:nvPr/>
            </p:nvSpPr>
            <p:spPr>
              <a:xfrm>
                <a:off x="924792" y="21039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8" name="流程图: 接点 3547">
                <a:extLst>
                  <a:ext uri="{FF2B5EF4-FFF2-40B4-BE49-F238E27FC236}">
                    <a16:creationId xmlns:a16="http://schemas.microsoft.com/office/drawing/2014/main" id="{14EDE771-AEDD-48A8-AD36-F44A9A7CAE11}"/>
                  </a:ext>
                </a:extLst>
              </p:cNvPr>
              <p:cNvSpPr/>
              <p:nvPr/>
            </p:nvSpPr>
            <p:spPr>
              <a:xfrm>
                <a:off x="861283" y="216754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9" name="流程图: 接点 3548">
                <a:extLst>
                  <a:ext uri="{FF2B5EF4-FFF2-40B4-BE49-F238E27FC236}">
                    <a16:creationId xmlns:a16="http://schemas.microsoft.com/office/drawing/2014/main" id="{963AC3C5-428F-4631-8617-B942F025CA17}"/>
                  </a:ext>
                </a:extLst>
              </p:cNvPr>
              <p:cNvSpPr/>
              <p:nvPr/>
            </p:nvSpPr>
            <p:spPr>
              <a:xfrm>
                <a:off x="930398" y="214494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0" name="流程图: 接点 3549">
                <a:extLst>
                  <a:ext uri="{FF2B5EF4-FFF2-40B4-BE49-F238E27FC236}">
                    <a16:creationId xmlns:a16="http://schemas.microsoft.com/office/drawing/2014/main" id="{9EC0D8E5-E082-4F50-8F4A-D414BCE56F38}"/>
                  </a:ext>
                </a:extLst>
              </p:cNvPr>
              <p:cNvSpPr/>
              <p:nvPr/>
            </p:nvSpPr>
            <p:spPr>
              <a:xfrm>
                <a:off x="797887" y="216556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1" name="流程图: 接点 3550">
                <a:extLst>
                  <a:ext uri="{FF2B5EF4-FFF2-40B4-BE49-F238E27FC236}">
                    <a16:creationId xmlns:a16="http://schemas.microsoft.com/office/drawing/2014/main" id="{846F3EEA-765C-4B82-B3AF-95059062BDF7}"/>
                  </a:ext>
                </a:extLst>
              </p:cNvPr>
              <p:cNvSpPr/>
              <p:nvPr/>
            </p:nvSpPr>
            <p:spPr>
              <a:xfrm>
                <a:off x="867002" y="21429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2" name="流程图: 接点 3551">
                <a:extLst>
                  <a:ext uri="{FF2B5EF4-FFF2-40B4-BE49-F238E27FC236}">
                    <a16:creationId xmlns:a16="http://schemas.microsoft.com/office/drawing/2014/main" id="{2C13D8CF-352C-44F8-BCC0-B6E85FE87886}"/>
                  </a:ext>
                </a:extLst>
              </p:cNvPr>
              <p:cNvSpPr/>
              <p:nvPr/>
            </p:nvSpPr>
            <p:spPr>
              <a:xfrm>
                <a:off x="752358" y="20453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3" name="流程图: 接点 3552">
                <a:extLst>
                  <a:ext uri="{FF2B5EF4-FFF2-40B4-BE49-F238E27FC236}">
                    <a16:creationId xmlns:a16="http://schemas.microsoft.com/office/drawing/2014/main" id="{A94DA2C3-558D-4D90-9A01-3A1251AD27A0}"/>
                  </a:ext>
                </a:extLst>
              </p:cNvPr>
              <p:cNvSpPr/>
              <p:nvPr/>
            </p:nvSpPr>
            <p:spPr>
              <a:xfrm>
                <a:off x="688962" y="20433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4" name="流程图: 接点 3553">
                <a:extLst>
                  <a:ext uri="{FF2B5EF4-FFF2-40B4-BE49-F238E27FC236}">
                    <a16:creationId xmlns:a16="http://schemas.microsoft.com/office/drawing/2014/main" id="{7B8963D9-A150-42CB-A515-334A95DB4D5C}"/>
                  </a:ext>
                </a:extLst>
              </p:cNvPr>
              <p:cNvSpPr/>
              <p:nvPr/>
            </p:nvSpPr>
            <p:spPr>
              <a:xfrm>
                <a:off x="688849" y="21089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5" name="流程图: 接点 3554">
                <a:extLst>
                  <a:ext uri="{FF2B5EF4-FFF2-40B4-BE49-F238E27FC236}">
                    <a16:creationId xmlns:a16="http://schemas.microsoft.com/office/drawing/2014/main" id="{DF38622E-B760-4226-AB54-F2BCC902FCE1}"/>
                  </a:ext>
                </a:extLst>
              </p:cNvPr>
              <p:cNvSpPr/>
              <p:nvPr/>
            </p:nvSpPr>
            <p:spPr>
              <a:xfrm>
                <a:off x="757964" y="20863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6" name="流程图: 接点 3555">
                <a:extLst>
                  <a:ext uri="{FF2B5EF4-FFF2-40B4-BE49-F238E27FC236}">
                    <a16:creationId xmlns:a16="http://schemas.microsoft.com/office/drawing/2014/main" id="{C7FEB81E-A7C7-4402-BE92-D946E4A89D9E}"/>
                  </a:ext>
                </a:extLst>
              </p:cNvPr>
              <p:cNvSpPr/>
              <p:nvPr/>
            </p:nvSpPr>
            <p:spPr>
              <a:xfrm>
                <a:off x="724101" y="21592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7" name="流程图: 接点 3556">
                <a:extLst>
                  <a:ext uri="{FF2B5EF4-FFF2-40B4-BE49-F238E27FC236}">
                    <a16:creationId xmlns:a16="http://schemas.microsoft.com/office/drawing/2014/main" id="{ABE7EF73-4B3F-41EA-BAF4-F27A5B4CC556}"/>
                  </a:ext>
                </a:extLst>
              </p:cNvPr>
              <p:cNvSpPr/>
              <p:nvPr/>
            </p:nvSpPr>
            <p:spPr>
              <a:xfrm>
                <a:off x="761267" y="211668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8" name="流程图: 接点 3557">
                <a:extLst>
                  <a:ext uri="{FF2B5EF4-FFF2-40B4-BE49-F238E27FC236}">
                    <a16:creationId xmlns:a16="http://schemas.microsoft.com/office/drawing/2014/main" id="{F4B0223D-DA9D-4CA3-9993-EC3F959470FA}"/>
                  </a:ext>
                </a:extLst>
              </p:cNvPr>
              <p:cNvSpPr/>
              <p:nvPr/>
            </p:nvSpPr>
            <p:spPr>
              <a:xfrm>
                <a:off x="897076" y="209676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9" name="流程图: 接点 3558">
                <a:extLst>
                  <a:ext uri="{FF2B5EF4-FFF2-40B4-BE49-F238E27FC236}">
                    <a16:creationId xmlns:a16="http://schemas.microsoft.com/office/drawing/2014/main" id="{0BA7164D-A774-474B-BECF-52E957B03B60}"/>
                  </a:ext>
                </a:extLst>
              </p:cNvPr>
              <p:cNvSpPr/>
              <p:nvPr/>
            </p:nvSpPr>
            <p:spPr>
              <a:xfrm>
                <a:off x="833568" y="216032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0" name="流程图: 接点 3559">
                <a:extLst>
                  <a:ext uri="{FF2B5EF4-FFF2-40B4-BE49-F238E27FC236}">
                    <a16:creationId xmlns:a16="http://schemas.microsoft.com/office/drawing/2014/main" id="{F73B9004-CDE6-4E0F-9157-B73D15BE5ECA}"/>
                  </a:ext>
                </a:extLst>
              </p:cNvPr>
              <p:cNvSpPr/>
              <p:nvPr/>
            </p:nvSpPr>
            <p:spPr>
              <a:xfrm>
                <a:off x="902683" y="213772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1" name="流程图: 接点 3560">
                <a:extLst>
                  <a:ext uri="{FF2B5EF4-FFF2-40B4-BE49-F238E27FC236}">
                    <a16:creationId xmlns:a16="http://schemas.microsoft.com/office/drawing/2014/main" id="{DF190D0A-A254-4367-B991-3F45E1471EF6}"/>
                  </a:ext>
                </a:extLst>
              </p:cNvPr>
              <p:cNvSpPr/>
              <p:nvPr/>
            </p:nvSpPr>
            <p:spPr>
              <a:xfrm>
                <a:off x="770172" y="21583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2" name="流程图: 接点 3561">
                <a:extLst>
                  <a:ext uri="{FF2B5EF4-FFF2-40B4-BE49-F238E27FC236}">
                    <a16:creationId xmlns:a16="http://schemas.microsoft.com/office/drawing/2014/main" id="{2935EADE-EDBE-447F-AA4F-2A9A1051767C}"/>
                  </a:ext>
                </a:extLst>
              </p:cNvPr>
              <p:cNvSpPr/>
              <p:nvPr/>
            </p:nvSpPr>
            <p:spPr>
              <a:xfrm>
                <a:off x="839287" y="213574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3" name="流程图: 接点 3562">
                <a:extLst>
                  <a:ext uri="{FF2B5EF4-FFF2-40B4-BE49-F238E27FC236}">
                    <a16:creationId xmlns:a16="http://schemas.microsoft.com/office/drawing/2014/main" id="{7BC33209-9F96-41E1-A72D-D43BD5027F5B}"/>
                  </a:ext>
                </a:extLst>
              </p:cNvPr>
              <p:cNvSpPr/>
              <p:nvPr/>
            </p:nvSpPr>
            <p:spPr>
              <a:xfrm>
                <a:off x="801229" y="21753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4" name="流程图: 接点 3563">
                <a:extLst>
                  <a:ext uri="{FF2B5EF4-FFF2-40B4-BE49-F238E27FC236}">
                    <a16:creationId xmlns:a16="http://schemas.microsoft.com/office/drawing/2014/main" id="{AD28C89C-CA9E-4F5C-8CEC-B151C4D9BE19}"/>
                  </a:ext>
                </a:extLst>
              </p:cNvPr>
              <p:cNvSpPr/>
              <p:nvPr/>
            </p:nvSpPr>
            <p:spPr>
              <a:xfrm>
                <a:off x="1007223" y="196339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5" name="流程图: 接点 3564">
                <a:extLst>
                  <a:ext uri="{FF2B5EF4-FFF2-40B4-BE49-F238E27FC236}">
                    <a16:creationId xmlns:a16="http://schemas.microsoft.com/office/drawing/2014/main" id="{5E740A36-244C-4263-8937-37950C7D48F9}"/>
                  </a:ext>
                </a:extLst>
              </p:cNvPr>
              <p:cNvSpPr/>
              <p:nvPr/>
            </p:nvSpPr>
            <p:spPr>
              <a:xfrm>
                <a:off x="1076338" y="194079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6" name="流程图: 接点 3565">
                <a:extLst>
                  <a:ext uri="{FF2B5EF4-FFF2-40B4-BE49-F238E27FC236}">
                    <a16:creationId xmlns:a16="http://schemas.microsoft.com/office/drawing/2014/main" id="{BB70B6D1-F105-47A8-AC98-4EE5C6BA17C5}"/>
                  </a:ext>
                </a:extLst>
              </p:cNvPr>
              <p:cNvSpPr/>
              <p:nvPr/>
            </p:nvSpPr>
            <p:spPr>
              <a:xfrm>
                <a:off x="901059" y="19927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7" name="流程图: 接点 3566">
                <a:extLst>
                  <a:ext uri="{FF2B5EF4-FFF2-40B4-BE49-F238E27FC236}">
                    <a16:creationId xmlns:a16="http://schemas.microsoft.com/office/drawing/2014/main" id="{434E2638-BA9D-4D46-AB2C-96859B3BF6A3}"/>
                  </a:ext>
                </a:extLst>
              </p:cNvPr>
              <p:cNvSpPr/>
              <p:nvPr/>
            </p:nvSpPr>
            <p:spPr>
              <a:xfrm>
                <a:off x="973360" y="20363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8" name="流程图: 接点 3567">
                <a:extLst>
                  <a:ext uri="{FF2B5EF4-FFF2-40B4-BE49-F238E27FC236}">
                    <a16:creationId xmlns:a16="http://schemas.microsoft.com/office/drawing/2014/main" id="{563BC1C7-8C57-45D1-A6CD-1AF40F126EDA}"/>
                  </a:ext>
                </a:extLst>
              </p:cNvPr>
              <p:cNvSpPr/>
              <p:nvPr/>
            </p:nvSpPr>
            <p:spPr>
              <a:xfrm>
                <a:off x="1042475" y="20137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9" name="流程图: 接点 3568">
                <a:extLst>
                  <a:ext uri="{FF2B5EF4-FFF2-40B4-BE49-F238E27FC236}">
                    <a16:creationId xmlns:a16="http://schemas.microsoft.com/office/drawing/2014/main" id="{48C44A42-3662-481D-A175-64A6F199308C}"/>
                  </a:ext>
                </a:extLst>
              </p:cNvPr>
              <p:cNvSpPr/>
              <p:nvPr/>
            </p:nvSpPr>
            <p:spPr>
              <a:xfrm>
                <a:off x="909964" y="203437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0" name="流程图: 接点 3569">
                <a:extLst>
                  <a:ext uri="{FF2B5EF4-FFF2-40B4-BE49-F238E27FC236}">
                    <a16:creationId xmlns:a16="http://schemas.microsoft.com/office/drawing/2014/main" id="{491E0B70-73B4-4F51-BCE0-AA9438FB5C7D}"/>
                  </a:ext>
                </a:extLst>
              </p:cNvPr>
              <p:cNvSpPr/>
              <p:nvPr/>
            </p:nvSpPr>
            <p:spPr>
              <a:xfrm>
                <a:off x="979079" y="20117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1" name="流程图: 接点 3570">
                <a:extLst>
                  <a:ext uri="{FF2B5EF4-FFF2-40B4-BE49-F238E27FC236}">
                    <a16:creationId xmlns:a16="http://schemas.microsoft.com/office/drawing/2014/main" id="{591BCF65-2C20-4DAE-AF2D-E5F1CD751ED4}"/>
                  </a:ext>
                </a:extLst>
              </p:cNvPr>
              <p:cNvSpPr/>
              <p:nvPr/>
            </p:nvSpPr>
            <p:spPr>
              <a:xfrm>
                <a:off x="909851" y="20999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2" name="流程图: 接点 3571">
                <a:extLst>
                  <a:ext uri="{FF2B5EF4-FFF2-40B4-BE49-F238E27FC236}">
                    <a16:creationId xmlns:a16="http://schemas.microsoft.com/office/drawing/2014/main" id="{71AE2A1E-A182-46CA-B5D5-E103A7389D62}"/>
                  </a:ext>
                </a:extLst>
              </p:cNvPr>
              <p:cNvSpPr/>
              <p:nvPr/>
            </p:nvSpPr>
            <p:spPr>
              <a:xfrm>
                <a:off x="978966" y="20773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3" name="流程图: 接点 3572">
                <a:extLst>
                  <a:ext uri="{FF2B5EF4-FFF2-40B4-BE49-F238E27FC236}">
                    <a16:creationId xmlns:a16="http://schemas.microsoft.com/office/drawing/2014/main" id="{FA50DAAF-8256-4F0C-919E-8463590301B5}"/>
                  </a:ext>
                </a:extLst>
              </p:cNvPr>
              <p:cNvSpPr/>
              <p:nvPr/>
            </p:nvSpPr>
            <p:spPr>
              <a:xfrm>
                <a:off x="1079641" y="19711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4" name="流程图: 接点 3573">
                <a:extLst>
                  <a:ext uri="{FF2B5EF4-FFF2-40B4-BE49-F238E27FC236}">
                    <a16:creationId xmlns:a16="http://schemas.microsoft.com/office/drawing/2014/main" id="{9CFFD681-2FF8-4757-94DB-FC67BB58CFE5}"/>
                  </a:ext>
                </a:extLst>
              </p:cNvPr>
              <p:cNvSpPr/>
              <p:nvPr/>
            </p:nvSpPr>
            <p:spPr>
              <a:xfrm>
                <a:off x="1215450" y="195125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5" name="流程图: 接点 3574">
                <a:extLst>
                  <a:ext uri="{FF2B5EF4-FFF2-40B4-BE49-F238E27FC236}">
                    <a16:creationId xmlns:a16="http://schemas.microsoft.com/office/drawing/2014/main" id="{0FDD6773-1AD3-4B0B-9455-57334B518CDD}"/>
                  </a:ext>
                </a:extLst>
              </p:cNvPr>
              <p:cNvSpPr/>
              <p:nvPr/>
            </p:nvSpPr>
            <p:spPr>
              <a:xfrm>
                <a:off x="1151942" y="20148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6" name="流程图: 接点 3575">
                <a:extLst>
                  <a:ext uri="{FF2B5EF4-FFF2-40B4-BE49-F238E27FC236}">
                    <a16:creationId xmlns:a16="http://schemas.microsoft.com/office/drawing/2014/main" id="{8145023E-C247-4892-9B41-9A443757DCDF}"/>
                  </a:ext>
                </a:extLst>
              </p:cNvPr>
              <p:cNvSpPr/>
              <p:nvPr/>
            </p:nvSpPr>
            <p:spPr>
              <a:xfrm>
                <a:off x="1221057" y="19922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7" name="流程图: 接点 3576">
                <a:extLst>
                  <a:ext uri="{FF2B5EF4-FFF2-40B4-BE49-F238E27FC236}">
                    <a16:creationId xmlns:a16="http://schemas.microsoft.com/office/drawing/2014/main" id="{835C2262-95D5-4741-A6B9-DD9EDE3B0A45}"/>
                  </a:ext>
                </a:extLst>
              </p:cNvPr>
              <p:cNvSpPr/>
              <p:nvPr/>
            </p:nvSpPr>
            <p:spPr>
              <a:xfrm>
                <a:off x="1088546" y="20128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8" name="流程图: 接点 3577">
                <a:extLst>
                  <a:ext uri="{FF2B5EF4-FFF2-40B4-BE49-F238E27FC236}">
                    <a16:creationId xmlns:a16="http://schemas.microsoft.com/office/drawing/2014/main" id="{E923F1B1-85C5-48D2-B983-76A44436543F}"/>
                  </a:ext>
                </a:extLst>
              </p:cNvPr>
              <p:cNvSpPr/>
              <p:nvPr/>
            </p:nvSpPr>
            <p:spPr>
              <a:xfrm>
                <a:off x="1157661" y="19902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9" name="流程图: 接点 3578">
                <a:extLst>
                  <a:ext uri="{FF2B5EF4-FFF2-40B4-BE49-F238E27FC236}">
                    <a16:creationId xmlns:a16="http://schemas.microsoft.com/office/drawing/2014/main" id="{40960EF9-7DAE-4DCC-8D63-D11197642645}"/>
                  </a:ext>
                </a:extLst>
              </p:cNvPr>
              <p:cNvSpPr/>
              <p:nvPr/>
            </p:nvSpPr>
            <p:spPr>
              <a:xfrm>
                <a:off x="1088433" y="20783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0" name="流程图: 接点 3579">
                <a:extLst>
                  <a:ext uri="{FF2B5EF4-FFF2-40B4-BE49-F238E27FC236}">
                    <a16:creationId xmlns:a16="http://schemas.microsoft.com/office/drawing/2014/main" id="{F00CF69A-4087-4DA6-B299-11695643A1BA}"/>
                  </a:ext>
                </a:extLst>
              </p:cNvPr>
              <p:cNvSpPr/>
              <p:nvPr/>
            </p:nvSpPr>
            <p:spPr>
              <a:xfrm>
                <a:off x="1157548" y="20557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1" name="流程图: 接点 3580">
                <a:extLst>
                  <a:ext uri="{FF2B5EF4-FFF2-40B4-BE49-F238E27FC236}">
                    <a16:creationId xmlns:a16="http://schemas.microsoft.com/office/drawing/2014/main" id="{F35ED783-4027-4197-AD52-14BB88E0D00E}"/>
                  </a:ext>
                </a:extLst>
              </p:cNvPr>
              <p:cNvSpPr/>
              <p:nvPr/>
            </p:nvSpPr>
            <p:spPr>
              <a:xfrm>
                <a:off x="1054570" y="21513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2" name="流程图: 接点 3581">
                <a:extLst>
                  <a:ext uri="{FF2B5EF4-FFF2-40B4-BE49-F238E27FC236}">
                    <a16:creationId xmlns:a16="http://schemas.microsoft.com/office/drawing/2014/main" id="{ADB10909-7242-4B51-9A91-11C6E8827591}"/>
                  </a:ext>
                </a:extLst>
              </p:cNvPr>
              <p:cNvSpPr/>
              <p:nvPr/>
            </p:nvSpPr>
            <p:spPr>
              <a:xfrm>
                <a:off x="1123685" y="212874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3" name="流程图: 接点 3582">
                <a:extLst>
                  <a:ext uri="{FF2B5EF4-FFF2-40B4-BE49-F238E27FC236}">
                    <a16:creationId xmlns:a16="http://schemas.microsoft.com/office/drawing/2014/main" id="{76023D4F-219F-4BA4-8C82-99F5CFA82BF9}"/>
                  </a:ext>
                </a:extLst>
              </p:cNvPr>
              <p:cNvSpPr/>
              <p:nvPr/>
            </p:nvSpPr>
            <p:spPr>
              <a:xfrm>
                <a:off x="1060289" y="212676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4" name="流程图: 接点 3583">
                <a:extLst>
                  <a:ext uri="{FF2B5EF4-FFF2-40B4-BE49-F238E27FC236}">
                    <a16:creationId xmlns:a16="http://schemas.microsoft.com/office/drawing/2014/main" id="{1EA7F708-5770-4FE8-B11F-E65503FA7AE0}"/>
                  </a:ext>
                </a:extLst>
              </p:cNvPr>
              <p:cNvSpPr/>
              <p:nvPr/>
            </p:nvSpPr>
            <p:spPr>
              <a:xfrm>
                <a:off x="1060176" y="21923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5" name="流程图: 接点 3584">
                <a:extLst>
                  <a:ext uri="{FF2B5EF4-FFF2-40B4-BE49-F238E27FC236}">
                    <a16:creationId xmlns:a16="http://schemas.microsoft.com/office/drawing/2014/main" id="{C989D42C-CA38-42F4-A13B-978FA0BF2E1F}"/>
                  </a:ext>
                </a:extLst>
              </p:cNvPr>
              <p:cNvSpPr/>
              <p:nvPr/>
            </p:nvSpPr>
            <p:spPr>
              <a:xfrm>
                <a:off x="979508" y="19561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6" name="流程图: 接点 3585">
                <a:extLst>
                  <a:ext uri="{FF2B5EF4-FFF2-40B4-BE49-F238E27FC236}">
                    <a16:creationId xmlns:a16="http://schemas.microsoft.com/office/drawing/2014/main" id="{D0F78A1A-BD40-44AF-8EF2-5703CCAF2B7C}"/>
                  </a:ext>
                </a:extLst>
              </p:cNvPr>
              <p:cNvSpPr/>
              <p:nvPr/>
            </p:nvSpPr>
            <p:spPr>
              <a:xfrm>
                <a:off x="1048623" y="19335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7" name="流程图: 接点 3586">
                <a:extLst>
                  <a:ext uri="{FF2B5EF4-FFF2-40B4-BE49-F238E27FC236}">
                    <a16:creationId xmlns:a16="http://schemas.microsoft.com/office/drawing/2014/main" id="{3EEB9264-CE2F-4475-997E-4D6D3CB02825}"/>
                  </a:ext>
                </a:extLst>
              </p:cNvPr>
              <p:cNvSpPr/>
              <p:nvPr/>
            </p:nvSpPr>
            <p:spPr>
              <a:xfrm>
                <a:off x="945645" y="20291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8" name="流程图: 接点 3587">
                <a:extLst>
                  <a:ext uri="{FF2B5EF4-FFF2-40B4-BE49-F238E27FC236}">
                    <a16:creationId xmlns:a16="http://schemas.microsoft.com/office/drawing/2014/main" id="{66E7C957-6D19-470A-997F-31612FD8E5E9}"/>
                  </a:ext>
                </a:extLst>
              </p:cNvPr>
              <p:cNvSpPr/>
              <p:nvPr/>
            </p:nvSpPr>
            <p:spPr>
              <a:xfrm>
                <a:off x="1014760" y="200653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9" name="流程图: 接点 3588">
                <a:extLst>
                  <a:ext uri="{FF2B5EF4-FFF2-40B4-BE49-F238E27FC236}">
                    <a16:creationId xmlns:a16="http://schemas.microsoft.com/office/drawing/2014/main" id="{08ED2922-EE3B-41A7-B44E-3F1C80929C08}"/>
                  </a:ext>
                </a:extLst>
              </p:cNvPr>
              <p:cNvSpPr/>
              <p:nvPr/>
            </p:nvSpPr>
            <p:spPr>
              <a:xfrm>
                <a:off x="951364" y="20045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0" name="流程图: 接点 3589">
                <a:extLst>
                  <a:ext uri="{FF2B5EF4-FFF2-40B4-BE49-F238E27FC236}">
                    <a16:creationId xmlns:a16="http://schemas.microsoft.com/office/drawing/2014/main" id="{429D7AD6-124D-4078-98A1-DA487AA90361}"/>
                  </a:ext>
                </a:extLst>
              </p:cNvPr>
              <p:cNvSpPr/>
              <p:nvPr/>
            </p:nvSpPr>
            <p:spPr>
              <a:xfrm>
                <a:off x="951251" y="207010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1" name="流程图: 接点 3590">
                <a:extLst>
                  <a:ext uri="{FF2B5EF4-FFF2-40B4-BE49-F238E27FC236}">
                    <a16:creationId xmlns:a16="http://schemas.microsoft.com/office/drawing/2014/main" id="{55F715AE-8331-4B70-94D9-79AC45AC47F2}"/>
                  </a:ext>
                </a:extLst>
              </p:cNvPr>
              <p:cNvSpPr/>
              <p:nvPr/>
            </p:nvSpPr>
            <p:spPr>
              <a:xfrm>
                <a:off x="902583" y="19347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2" name="流程图: 接点 3591">
                <a:extLst>
                  <a:ext uri="{FF2B5EF4-FFF2-40B4-BE49-F238E27FC236}">
                    <a16:creationId xmlns:a16="http://schemas.microsoft.com/office/drawing/2014/main" id="{D0F711EC-A828-4648-B5B6-76B3336FE9B1}"/>
                  </a:ext>
                </a:extLst>
              </p:cNvPr>
              <p:cNvSpPr/>
              <p:nvPr/>
            </p:nvSpPr>
            <p:spPr>
              <a:xfrm>
                <a:off x="974884" y="19784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3" name="流程图: 接点 3592">
                <a:extLst>
                  <a:ext uri="{FF2B5EF4-FFF2-40B4-BE49-F238E27FC236}">
                    <a16:creationId xmlns:a16="http://schemas.microsoft.com/office/drawing/2014/main" id="{29EFBED3-3EB3-4CC1-BEA6-DB7FBBD70026}"/>
                  </a:ext>
                </a:extLst>
              </p:cNvPr>
              <p:cNvSpPr/>
              <p:nvPr/>
            </p:nvSpPr>
            <p:spPr>
              <a:xfrm>
                <a:off x="1043999" y="19558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4" name="流程图: 接点 3593">
                <a:extLst>
                  <a:ext uri="{FF2B5EF4-FFF2-40B4-BE49-F238E27FC236}">
                    <a16:creationId xmlns:a16="http://schemas.microsoft.com/office/drawing/2014/main" id="{86DACACF-7DD0-4ABF-88D9-11FB5F02CE37}"/>
                  </a:ext>
                </a:extLst>
              </p:cNvPr>
              <p:cNvSpPr/>
              <p:nvPr/>
            </p:nvSpPr>
            <p:spPr>
              <a:xfrm>
                <a:off x="911488" y="19764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5" name="流程图: 接点 3594">
                <a:extLst>
                  <a:ext uri="{FF2B5EF4-FFF2-40B4-BE49-F238E27FC236}">
                    <a16:creationId xmlns:a16="http://schemas.microsoft.com/office/drawing/2014/main" id="{C743139A-5757-47B4-B99D-5AA58F932318}"/>
                  </a:ext>
                </a:extLst>
              </p:cNvPr>
              <p:cNvSpPr/>
              <p:nvPr/>
            </p:nvSpPr>
            <p:spPr>
              <a:xfrm>
                <a:off x="980603" y="19538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6" name="流程图: 接点 3595">
                <a:extLst>
                  <a:ext uri="{FF2B5EF4-FFF2-40B4-BE49-F238E27FC236}">
                    <a16:creationId xmlns:a16="http://schemas.microsoft.com/office/drawing/2014/main" id="{4235E5D7-1DB8-4C03-A194-9EFFD3E25EC4}"/>
                  </a:ext>
                </a:extLst>
              </p:cNvPr>
              <p:cNvSpPr/>
              <p:nvPr/>
            </p:nvSpPr>
            <p:spPr>
              <a:xfrm>
                <a:off x="911376" y="20419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7" name="流程图: 接点 3596">
                <a:extLst>
                  <a:ext uri="{FF2B5EF4-FFF2-40B4-BE49-F238E27FC236}">
                    <a16:creationId xmlns:a16="http://schemas.microsoft.com/office/drawing/2014/main" id="{9037C546-17EA-41B5-8291-4EE0B18ED80E}"/>
                  </a:ext>
                </a:extLst>
              </p:cNvPr>
              <p:cNvSpPr/>
              <p:nvPr/>
            </p:nvSpPr>
            <p:spPr>
              <a:xfrm>
                <a:off x="980491" y="201936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8" name="流程图: 接点 3597">
                <a:extLst>
                  <a:ext uri="{FF2B5EF4-FFF2-40B4-BE49-F238E27FC236}">
                    <a16:creationId xmlns:a16="http://schemas.microsoft.com/office/drawing/2014/main" id="{0ECC522E-799F-43FD-B4C6-06E2BA195CFF}"/>
                  </a:ext>
                </a:extLst>
              </p:cNvPr>
              <p:cNvSpPr/>
              <p:nvPr/>
            </p:nvSpPr>
            <p:spPr>
              <a:xfrm>
                <a:off x="946627" y="20923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9" name="流程图: 接点 3598">
                <a:extLst>
                  <a:ext uri="{FF2B5EF4-FFF2-40B4-BE49-F238E27FC236}">
                    <a16:creationId xmlns:a16="http://schemas.microsoft.com/office/drawing/2014/main" id="{E057B06A-974B-4E0E-886B-8F441C954AAE}"/>
                  </a:ext>
                </a:extLst>
              </p:cNvPr>
              <p:cNvSpPr/>
              <p:nvPr/>
            </p:nvSpPr>
            <p:spPr>
              <a:xfrm>
                <a:off x="883231" y="20903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0" name="流程图: 接点 3599">
                <a:extLst>
                  <a:ext uri="{FF2B5EF4-FFF2-40B4-BE49-F238E27FC236}">
                    <a16:creationId xmlns:a16="http://schemas.microsoft.com/office/drawing/2014/main" id="{8712E741-3F3E-486B-B3E9-F1797E9E1063}"/>
                  </a:ext>
                </a:extLst>
              </p:cNvPr>
              <p:cNvSpPr/>
              <p:nvPr/>
            </p:nvSpPr>
            <p:spPr>
              <a:xfrm>
                <a:off x="883119" y="215589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1" name="流程图: 接点 3600">
                <a:extLst>
                  <a:ext uri="{FF2B5EF4-FFF2-40B4-BE49-F238E27FC236}">
                    <a16:creationId xmlns:a16="http://schemas.microsoft.com/office/drawing/2014/main" id="{235B34FF-E29E-4E47-B9C2-F66746F91E2F}"/>
                  </a:ext>
                </a:extLst>
              </p:cNvPr>
              <p:cNvSpPr/>
              <p:nvPr/>
            </p:nvSpPr>
            <p:spPr>
              <a:xfrm>
                <a:off x="983793" y="20497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2" name="流程图: 接点 3601">
                <a:extLst>
                  <a:ext uri="{FF2B5EF4-FFF2-40B4-BE49-F238E27FC236}">
                    <a16:creationId xmlns:a16="http://schemas.microsoft.com/office/drawing/2014/main" id="{EF7C441D-BA59-4618-A736-A2D9257B436C}"/>
                  </a:ext>
                </a:extLst>
              </p:cNvPr>
              <p:cNvSpPr/>
              <p:nvPr/>
            </p:nvSpPr>
            <p:spPr>
              <a:xfrm>
                <a:off x="1119603" y="20298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3" name="流程图: 接点 3602">
                <a:extLst>
                  <a:ext uri="{FF2B5EF4-FFF2-40B4-BE49-F238E27FC236}">
                    <a16:creationId xmlns:a16="http://schemas.microsoft.com/office/drawing/2014/main" id="{526B51AB-C1F3-4AA6-8816-45F9CEB6B0BF}"/>
                  </a:ext>
                </a:extLst>
              </p:cNvPr>
              <p:cNvSpPr/>
              <p:nvPr/>
            </p:nvSpPr>
            <p:spPr>
              <a:xfrm>
                <a:off x="1056094" y="209339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4" name="流程图: 接点 3603">
                <a:extLst>
                  <a:ext uri="{FF2B5EF4-FFF2-40B4-BE49-F238E27FC236}">
                    <a16:creationId xmlns:a16="http://schemas.microsoft.com/office/drawing/2014/main" id="{7AF01FB1-90D6-41BA-A199-DA0E266F9056}"/>
                  </a:ext>
                </a:extLst>
              </p:cNvPr>
              <p:cNvSpPr/>
              <p:nvPr/>
            </p:nvSpPr>
            <p:spPr>
              <a:xfrm>
                <a:off x="1125209" y="207079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5" name="流程图: 接点 3604">
                <a:extLst>
                  <a:ext uri="{FF2B5EF4-FFF2-40B4-BE49-F238E27FC236}">
                    <a16:creationId xmlns:a16="http://schemas.microsoft.com/office/drawing/2014/main" id="{02121C3B-F319-4943-BE7A-9640562CEC2E}"/>
                  </a:ext>
                </a:extLst>
              </p:cNvPr>
              <p:cNvSpPr/>
              <p:nvPr/>
            </p:nvSpPr>
            <p:spPr>
              <a:xfrm>
                <a:off x="992698" y="20914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6" name="流程图: 接点 3605">
                <a:extLst>
                  <a:ext uri="{FF2B5EF4-FFF2-40B4-BE49-F238E27FC236}">
                    <a16:creationId xmlns:a16="http://schemas.microsoft.com/office/drawing/2014/main" id="{D1B6F873-A523-41B8-A0A6-7C79BD6D5259}"/>
                  </a:ext>
                </a:extLst>
              </p:cNvPr>
              <p:cNvSpPr/>
              <p:nvPr/>
            </p:nvSpPr>
            <p:spPr>
              <a:xfrm>
                <a:off x="1061813" y="20688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7" name="流程图: 接点 3606">
                <a:extLst>
                  <a:ext uri="{FF2B5EF4-FFF2-40B4-BE49-F238E27FC236}">
                    <a16:creationId xmlns:a16="http://schemas.microsoft.com/office/drawing/2014/main" id="{DE1F70EA-36AE-409A-A866-0F8E86272475}"/>
                  </a:ext>
                </a:extLst>
              </p:cNvPr>
              <p:cNvSpPr/>
              <p:nvPr/>
            </p:nvSpPr>
            <p:spPr>
              <a:xfrm>
                <a:off x="992586" y="21569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8" name="流程图: 接点 3607">
                <a:extLst>
                  <a:ext uri="{FF2B5EF4-FFF2-40B4-BE49-F238E27FC236}">
                    <a16:creationId xmlns:a16="http://schemas.microsoft.com/office/drawing/2014/main" id="{88249538-86C1-4B1C-939E-18C7C20E1F7F}"/>
                  </a:ext>
                </a:extLst>
              </p:cNvPr>
              <p:cNvSpPr/>
              <p:nvPr/>
            </p:nvSpPr>
            <p:spPr>
              <a:xfrm>
                <a:off x="1061701" y="21343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9" name="流程图: 接点 3608">
                <a:extLst>
                  <a:ext uri="{FF2B5EF4-FFF2-40B4-BE49-F238E27FC236}">
                    <a16:creationId xmlns:a16="http://schemas.microsoft.com/office/drawing/2014/main" id="{7800CE5E-6B04-48B7-9EB3-13EEABD40A75}"/>
                  </a:ext>
                </a:extLst>
              </p:cNvPr>
              <p:cNvSpPr/>
              <p:nvPr/>
            </p:nvSpPr>
            <p:spPr>
              <a:xfrm>
                <a:off x="958722" y="222991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0" name="流程图: 接点 3609">
                <a:extLst>
                  <a:ext uri="{FF2B5EF4-FFF2-40B4-BE49-F238E27FC236}">
                    <a16:creationId xmlns:a16="http://schemas.microsoft.com/office/drawing/2014/main" id="{97B3C27D-686F-4984-BCD0-902623A9C577}"/>
                  </a:ext>
                </a:extLst>
              </p:cNvPr>
              <p:cNvSpPr/>
              <p:nvPr/>
            </p:nvSpPr>
            <p:spPr>
              <a:xfrm>
                <a:off x="1027837" y="220731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1" name="流程图: 接点 3610">
                <a:extLst>
                  <a:ext uri="{FF2B5EF4-FFF2-40B4-BE49-F238E27FC236}">
                    <a16:creationId xmlns:a16="http://schemas.microsoft.com/office/drawing/2014/main" id="{878ABD65-0D0E-4C09-A0E4-2E9ADDF0BF3B}"/>
                  </a:ext>
                </a:extLst>
              </p:cNvPr>
              <p:cNvSpPr/>
              <p:nvPr/>
            </p:nvSpPr>
            <p:spPr>
              <a:xfrm>
                <a:off x="964441" y="22053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2" name="流程图: 接点 3611">
                <a:extLst>
                  <a:ext uri="{FF2B5EF4-FFF2-40B4-BE49-F238E27FC236}">
                    <a16:creationId xmlns:a16="http://schemas.microsoft.com/office/drawing/2014/main" id="{19AA53A3-4721-4F5C-A1BC-904D4056D6DA}"/>
                  </a:ext>
                </a:extLst>
              </p:cNvPr>
              <p:cNvSpPr/>
              <p:nvPr/>
            </p:nvSpPr>
            <p:spPr>
              <a:xfrm>
                <a:off x="947169" y="19711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3" name="流程图: 接点 3612">
                <a:extLst>
                  <a:ext uri="{FF2B5EF4-FFF2-40B4-BE49-F238E27FC236}">
                    <a16:creationId xmlns:a16="http://schemas.microsoft.com/office/drawing/2014/main" id="{BB3F737F-F849-48FF-B22A-C739B1CA429C}"/>
                  </a:ext>
                </a:extLst>
              </p:cNvPr>
              <p:cNvSpPr/>
              <p:nvPr/>
            </p:nvSpPr>
            <p:spPr>
              <a:xfrm>
                <a:off x="1016284" y="19485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4" name="流程图: 接点 3613">
                <a:extLst>
                  <a:ext uri="{FF2B5EF4-FFF2-40B4-BE49-F238E27FC236}">
                    <a16:creationId xmlns:a16="http://schemas.microsoft.com/office/drawing/2014/main" id="{57BA4191-6574-4262-B9A9-F4D8BD92A2AC}"/>
                  </a:ext>
                </a:extLst>
              </p:cNvPr>
              <p:cNvSpPr/>
              <p:nvPr/>
            </p:nvSpPr>
            <p:spPr>
              <a:xfrm>
                <a:off x="883773" y="19692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5" name="流程图: 接点 3614">
                <a:extLst>
                  <a:ext uri="{FF2B5EF4-FFF2-40B4-BE49-F238E27FC236}">
                    <a16:creationId xmlns:a16="http://schemas.microsoft.com/office/drawing/2014/main" id="{60362EBA-85B7-4452-AEA7-E733008C780E}"/>
                  </a:ext>
                </a:extLst>
              </p:cNvPr>
              <p:cNvSpPr/>
              <p:nvPr/>
            </p:nvSpPr>
            <p:spPr>
              <a:xfrm>
                <a:off x="952888" y="19466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6" name="流程图: 接点 3615">
                <a:extLst>
                  <a:ext uri="{FF2B5EF4-FFF2-40B4-BE49-F238E27FC236}">
                    <a16:creationId xmlns:a16="http://schemas.microsoft.com/office/drawing/2014/main" id="{86079A26-40E0-4961-AF2A-A3A73EC12B32}"/>
                  </a:ext>
                </a:extLst>
              </p:cNvPr>
              <p:cNvSpPr/>
              <p:nvPr/>
            </p:nvSpPr>
            <p:spPr>
              <a:xfrm>
                <a:off x="883660" y="203474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7" name="流程图: 接点 3616">
                <a:extLst>
                  <a:ext uri="{FF2B5EF4-FFF2-40B4-BE49-F238E27FC236}">
                    <a16:creationId xmlns:a16="http://schemas.microsoft.com/office/drawing/2014/main" id="{B242EE1A-ABEF-4FFB-9078-3CF0394F7564}"/>
                  </a:ext>
                </a:extLst>
              </p:cNvPr>
              <p:cNvSpPr/>
              <p:nvPr/>
            </p:nvSpPr>
            <p:spPr>
              <a:xfrm>
                <a:off x="952775" y="201215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8" name="流程图: 接点 3617">
                <a:extLst>
                  <a:ext uri="{FF2B5EF4-FFF2-40B4-BE49-F238E27FC236}">
                    <a16:creationId xmlns:a16="http://schemas.microsoft.com/office/drawing/2014/main" id="{2BEFEFF6-2EBB-4A50-B09E-27B46457EBB3}"/>
                  </a:ext>
                </a:extLst>
              </p:cNvPr>
              <p:cNvSpPr/>
              <p:nvPr/>
            </p:nvSpPr>
            <p:spPr>
              <a:xfrm>
                <a:off x="918912" y="208511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9" name="流程图: 接点 3618">
                <a:extLst>
                  <a:ext uri="{FF2B5EF4-FFF2-40B4-BE49-F238E27FC236}">
                    <a16:creationId xmlns:a16="http://schemas.microsoft.com/office/drawing/2014/main" id="{F45FD5CB-7D51-4338-ACFF-8A888B761B6A}"/>
                  </a:ext>
                </a:extLst>
              </p:cNvPr>
              <p:cNvSpPr/>
              <p:nvPr/>
            </p:nvSpPr>
            <p:spPr>
              <a:xfrm>
                <a:off x="1006034" y="21004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0" name="流程图: 接点 3619">
                <a:extLst>
                  <a:ext uri="{FF2B5EF4-FFF2-40B4-BE49-F238E27FC236}">
                    <a16:creationId xmlns:a16="http://schemas.microsoft.com/office/drawing/2014/main" id="{080C20BA-4682-4E0F-A255-D03861D98099}"/>
                  </a:ext>
                </a:extLst>
              </p:cNvPr>
              <p:cNvSpPr/>
              <p:nvPr/>
            </p:nvSpPr>
            <p:spPr>
              <a:xfrm>
                <a:off x="942525" y="216396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1" name="流程图: 接点 3620">
                <a:extLst>
                  <a:ext uri="{FF2B5EF4-FFF2-40B4-BE49-F238E27FC236}">
                    <a16:creationId xmlns:a16="http://schemas.microsoft.com/office/drawing/2014/main" id="{5F12EBFA-382C-444F-A9B3-9A0EB7BC233B}"/>
                  </a:ext>
                </a:extLst>
              </p:cNvPr>
              <p:cNvSpPr/>
              <p:nvPr/>
            </p:nvSpPr>
            <p:spPr>
              <a:xfrm>
                <a:off x="1011640" y="214137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2" name="流程图: 接点 3621">
                <a:extLst>
                  <a:ext uri="{FF2B5EF4-FFF2-40B4-BE49-F238E27FC236}">
                    <a16:creationId xmlns:a16="http://schemas.microsoft.com/office/drawing/2014/main" id="{166451C2-27B6-4CDF-898F-EAC16E44234C}"/>
                  </a:ext>
                </a:extLst>
              </p:cNvPr>
              <p:cNvSpPr/>
              <p:nvPr/>
            </p:nvSpPr>
            <p:spPr>
              <a:xfrm>
                <a:off x="879129" y="216198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3" name="流程图: 接点 3622">
                <a:extLst>
                  <a:ext uri="{FF2B5EF4-FFF2-40B4-BE49-F238E27FC236}">
                    <a16:creationId xmlns:a16="http://schemas.microsoft.com/office/drawing/2014/main" id="{BC6339DD-81F8-44A2-8D07-6616490FF03D}"/>
                  </a:ext>
                </a:extLst>
              </p:cNvPr>
              <p:cNvSpPr/>
              <p:nvPr/>
            </p:nvSpPr>
            <p:spPr>
              <a:xfrm>
                <a:off x="948244" y="213938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4" name="流程图: 接点 3623">
                <a:extLst>
                  <a:ext uri="{FF2B5EF4-FFF2-40B4-BE49-F238E27FC236}">
                    <a16:creationId xmlns:a16="http://schemas.microsoft.com/office/drawing/2014/main" id="{12001A0F-A34B-4499-A5E4-BBA6C3A0D8E5}"/>
                  </a:ext>
                </a:extLst>
              </p:cNvPr>
              <p:cNvSpPr/>
              <p:nvPr/>
            </p:nvSpPr>
            <p:spPr>
              <a:xfrm>
                <a:off x="879016" y="22275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5" name="流程图: 接点 3624">
                <a:extLst>
                  <a:ext uri="{FF2B5EF4-FFF2-40B4-BE49-F238E27FC236}">
                    <a16:creationId xmlns:a16="http://schemas.microsoft.com/office/drawing/2014/main" id="{6D78D60C-D447-4E60-95CD-8519499562A4}"/>
                  </a:ext>
                </a:extLst>
              </p:cNvPr>
              <p:cNvSpPr/>
              <p:nvPr/>
            </p:nvSpPr>
            <p:spPr>
              <a:xfrm>
                <a:off x="948131" y="22049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6" name="流程图: 接点 3625">
                <a:extLst>
                  <a:ext uri="{FF2B5EF4-FFF2-40B4-BE49-F238E27FC236}">
                    <a16:creationId xmlns:a16="http://schemas.microsoft.com/office/drawing/2014/main" id="{A9CA2609-C5A0-429E-9978-C2EAEF7D7529}"/>
                  </a:ext>
                </a:extLst>
              </p:cNvPr>
              <p:cNvSpPr/>
              <p:nvPr/>
            </p:nvSpPr>
            <p:spPr>
              <a:xfrm>
                <a:off x="951434" y="22353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7" name="流程图: 接点 3626">
                <a:extLst>
                  <a:ext uri="{FF2B5EF4-FFF2-40B4-BE49-F238E27FC236}">
                    <a16:creationId xmlns:a16="http://schemas.microsoft.com/office/drawing/2014/main" id="{09039DE0-A58F-49F4-AD78-53DDA807FF37}"/>
                  </a:ext>
                </a:extLst>
              </p:cNvPr>
              <p:cNvSpPr/>
              <p:nvPr/>
            </p:nvSpPr>
            <p:spPr>
              <a:xfrm>
                <a:off x="1087244" y="221539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8" name="流程图: 接点 3627">
                <a:extLst>
                  <a:ext uri="{FF2B5EF4-FFF2-40B4-BE49-F238E27FC236}">
                    <a16:creationId xmlns:a16="http://schemas.microsoft.com/office/drawing/2014/main" id="{CA633E30-E3E3-49FD-8102-6C9820B8F039}"/>
                  </a:ext>
                </a:extLst>
              </p:cNvPr>
              <p:cNvSpPr/>
              <p:nvPr/>
            </p:nvSpPr>
            <p:spPr>
              <a:xfrm>
                <a:off x="1092850" y="22563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9" name="流程图: 接点 3628">
                <a:extLst>
                  <a:ext uri="{FF2B5EF4-FFF2-40B4-BE49-F238E27FC236}">
                    <a16:creationId xmlns:a16="http://schemas.microsoft.com/office/drawing/2014/main" id="{0E118F87-B886-4082-ACAE-64A255332CC6}"/>
                  </a:ext>
                </a:extLst>
              </p:cNvPr>
              <p:cNvSpPr/>
              <p:nvPr/>
            </p:nvSpPr>
            <p:spPr>
              <a:xfrm>
                <a:off x="1029454" y="22543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0" name="流程图: 接点 3629">
                <a:extLst>
                  <a:ext uri="{FF2B5EF4-FFF2-40B4-BE49-F238E27FC236}">
                    <a16:creationId xmlns:a16="http://schemas.microsoft.com/office/drawing/2014/main" id="{C1CA2906-51F1-4170-8257-00C671C510F3}"/>
                  </a:ext>
                </a:extLst>
              </p:cNvPr>
              <p:cNvSpPr/>
              <p:nvPr/>
            </p:nvSpPr>
            <p:spPr>
              <a:xfrm>
                <a:off x="978318" y="20931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1" name="流程图: 接点 3630">
                <a:extLst>
                  <a:ext uri="{FF2B5EF4-FFF2-40B4-BE49-F238E27FC236}">
                    <a16:creationId xmlns:a16="http://schemas.microsoft.com/office/drawing/2014/main" id="{7A9337A0-9471-4194-90E2-6C24E12BD8B5}"/>
                  </a:ext>
                </a:extLst>
              </p:cNvPr>
              <p:cNvSpPr/>
              <p:nvPr/>
            </p:nvSpPr>
            <p:spPr>
              <a:xfrm>
                <a:off x="914810" y="215675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2" name="流程图: 接点 3631">
                <a:extLst>
                  <a:ext uri="{FF2B5EF4-FFF2-40B4-BE49-F238E27FC236}">
                    <a16:creationId xmlns:a16="http://schemas.microsoft.com/office/drawing/2014/main" id="{61F8B9B7-1EC7-4085-9F90-82EC5E368FDD}"/>
                  </a:ext>
                </a:extLst>
              </p:cNvPr>
              <p:cNvSpPr/>
              <p:nvPr/>
            </p:nvSpPr>
            <p:spPr>
              <a:xfrm>
                <a:off x="983925" y="21341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3" name="流程图: 接点 3632">
                <a:extLst>
                  <a:ext uri="{FF2B5EF4-FFF2-40B4-BE49-F238E27FC236}">
                    <a16:creationId xmlns:a16="http://schemas.microsoft.com/office/drawing/2014/main" id="{8CAD5C09-3037-4B6D-A1E3-CA35F787E95E}"/>
                  </a:ext>
                </a:extLst>
              </p:cNvPr>
              <p:cNvSpPr/>
              <p:nvPr/>
            </p:nvSpPr>
            <p:spPr>
              <a:xfrm>
                <a:off x="920529" y="213217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4" name="流程图: 接点 3633">
                <a:extLst>
                  <a:ext uri="{FF2B5EF4-FFF2-40B4-BE49-F238E27FC236}">
                    <a16:creationId xmlns:a16="http://schemas.microsoft.com/office/drawing/2014/main" id="{D62BE19A-05BC-47B9-BCDC-E07254E45565}"/>
                  </a:ext>
                </a:extLst>
              </p:cNvPr>
              <p:cNvSpPr/>
              <p:nvPr/>
            </p:nvSpPr>
            <p:spPr>
              <a:xfrm>
                <a:off x="920416" y="21977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5" name="流程图: 接点 3634">
                <a:extLst>
                  <a:ext uri="{FF2B5EF4-FFF2-40B4-BE49-F238E27FC236}">
                    <a16:creationId xmlns:a16="http://schemas.microsoft.com/office/drawing/2014/main" id="{5947EDAF-F7A5-4AC0-A7EF-BD0B8E4EB126}"/>
                  </a:ext>
                </a:extLst>
              </p:cNvPr>
              <p:cNvSpPr/>
              <p:nvPr/>
            </p:nvSpPr>
            <p:spPr>
              <a:xfrm>
                <a:off x="910186" y="217897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6" name="流程图: 接点 3635">
                <a:extLst>
                  <a:ext uri="{FF2B5EF4-FFF2-40B4-BE49-F238E27FC236}">
                    <a16:creationId xmlns:a16="http://schemas.microsoft.com/office/drawing/2014/main" id="{9B823CF2-43AC-4BEF-A8D1-723BBFAB16E2}"/>
                  </a:ext>
                </a:extLst>
              </p:cNvPr>
              <p:cNvSpPr/>
              <p:nvPr/>
            </p:nvSpPr>
            <p:spPr>
              <a:xfrm>
                <a:off x="915792" y="221994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7" name="流程图: 接点 3636">
                <a:extLst>
                  <a:ext uri="{FF2B5EF4-FFF2-40B4-BE49-F238E27FC236}">
                    <a16:creationId xmlns:a16="http://schemas.microsoft.com/office/drawing/2014/main" id="{DA7D2791-140B-4FC7-8196-8B83405A12B0}"/>
                  </a:ext>
                </a:extLst>
              </p:cNvPr>
              <p:cNvSpPr/>
              <p:nvPr/>
            </p:nvSpPr>
            <p:spPr>
              <a:xfrm>
                <a:off x="882471" y="21717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8" name="流程图: 接点 3637">
                <a:extLst>
                  <a:ext uri="{FF2B5EF4-FFF2-40B4-BE49-F238E27FC236}">
                    <a16:creationId xmlns:a16="http://schemas.microsoft.com/office/drawing/2014/main" id="{DD347A12-FF0F-4562-BCC4-EC117A944F38}"/>
                  </a:ext>
                </a:extLst>
              </p:cNvPr>
              <p:cNvSpPr/>
              <p:nvPr/>
            </p:nvSpPr>
            <p:spPr>
              <a:xfrm>
                <a:off x="888077" y="22127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9" name="流程图: 接点 3638">
                <a:extLst>
                  <a:ext uri="{FF2B5EF4-FFF2-40B4-BE49-F238E27FC236}">
                    <a16:creationId xmlns:a16="http://schemas.microsoft.com/office/drawing/2014/main" id="{206DA77C-2A05-497B-8976-1AB6986714B1}"/>
                  </a:ext>
                </a:extLst>
              </p:cNvPr>
              <p:cNvSpPr/>
              <p:nvPr/>
            </p:nvSpPr>
            <p:spPr>
              <a:xfrm>
                <a:off x="978036" y="195356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0" name="流程图: 接点 3639">
                <a:extLst>
                  <a:ext uri="{FF2B5EF4-FFF2-40B4-BE49-F238E27FC236}">
                    <a16:creationId xmlns:a16="http://schemas.microsoft.com/office/drawing/2014/main" id="{9B06EFE6-E1DE-4C21-A776-9835DB22D584}"/>
                  </a:ext>
                </a:extLst>
              </p:cNvPr>
              <p:cNvSpPr/>
              <p:nvPr/>
            </p:nvSpPr>
            <p:spPr>
              <a:xfrm>
                <a:off x="1047151" y="193096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1" name="流程图: 接点 3640">
                <a:extLst>
                  <a:ext uri="{FF2B5EF4-FFF2-40B4-BE49-F238E27FC236}">
                    <a16:creationId xmlns:a16="http://schemas.microsoft.com/office/drawing/2014/main" id="{B6FEBC70-F863-4257-810B-6CBB04646230}"/>
                  </a:ext>
                </a:extLst>
              </p:cNvPr>
              <p:cNvSpPr/>
              <p:nvPr/>
            </p:nvSpPr>
            <p:spPr>
              <a:xfrm>
                <a:off x="983755" y="19289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2" name="流程图: 接点 3641">
                <a:extLst>
                  <a:ext uri="{FF2B5EF4-FFF2-40B4-BE49-F238E27FC236}">
                    <a16:creationId xmlns:a16="http://schemas.microsoft.com/office/drawing/2014/main" id="{FD783818-5DB7-4D60-9D80-5F855B8912A0}"/>
                  </a:ext>
                </a:extLst>
              </p:cNvPr>
              <p:cNvSpPr/>
              <p:nvPr/>
            </p:nvSpPr>
            <p:spPr>
              <a:xfrm>
                <a:off x="983642" y="199452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3" name="流程图: 接点 3642">
                <a:extLst>
                  <a:ext uri="{FF2B5EF4-FFF2-40B4-BE49-F238E27FC236}">
                    <a16:creationId xmlns:a16="http://schemas.microsoft.com/office/drawing/2014/main" id="{F3E67066-A469-48B7-9BE5-EEE180CCBD30}"/>
                  </a:ext>
                </a:extLst>
              </p:cNvPr>
              <p:cNvSpPr/>
              <p:nvPr/>
            </p:nvSpPr>
            <p:spPr>
              <a:xfrm>
                <a:off x="916051" y="195917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4" name="流程图: 接点 3643">
                <a:extLst>
                  <a:ext uri="{FF2B5EF4-FFF2-40B4-BE49-F238E27FC236}">
                    <a16:creationId xmlns:a16="http://schemas.microsoft.com/office/drawing/2014/main" id="{032A4EA2-0666-4749-AA15-E9A74B4A59F3}"/>
                  </a:ext>
                </a:extLst>
              </p:cNvPr>
              <p:cNvSpPr/>
              <p:nvPr/>
            </p:nvSpPr>
            <p:spPr>
              <a:xfrm>
                <a:off x="985166" y="193657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5" name="流程图: 接点 3644">
                <a:extLst>
                  <a:ext uri="{FF2B5EF4-FFF2-40B4-BE49-F238E27FC236}">
                    <a16:creationId xmlns:a16="http://schemas.microsoft.com/office/drawing/2014/main" id="{D92426B9-BC38-408E-83CB-D054488EABBF}"/>
                  </a:ext>
                </a:extLst>
              </p:cNvPr>
              <p:cNvSpPr/>
              <p:nvPr/>
            </p:nvSpPr>
            <p:spPr>
              <a:xfrm>
                <a:off x="951303" y="200953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6" name="流程图: 接点 3645">
                <a:extLst>
                  <a:ext uri="{FF2B5EF4-FFF2-40B4-BE49-F238E27FC236}">
                    <a16:creationId xmlns:a16="http://schemas.microsoft.com/office/drawing/2014/main" id="{41402D0C-3DC5-4CA0-A52C-409481409CEB}"/>
                  </a:ext>
                </a:extLst>
              </p:cNvPr>
              <p:cNvSpPr/>
              <p:nvPr/>
            </p:nvSpPr>
            <p:spPr>
              <a:xfrm>
                <a:off x="935106" y="194359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7" name="流程图: 接点 3646">
                <a:extLst>
                  <a:ext uri="{FF2B5EF4-FFF2-40B4-BE49-F238E27FC236}">
                    <a16:creationId xmlns:a16="http://schemas.microsoft.com/office/drawing/2014/main" id="{D0A6B5A7-61C2-4452-B8D6-7ABB827B9337}"/>
                  </a:ext>
                </a:extLst>
              </p:cNvPr>
              <p:cNvSpPr/>
              <p:nvPr/>
            </p:nvSpPr>
            <p:spPr>
              <a:xfrm>
                <a:off x="907390" y="19363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8" name="流程图: 接点 3647">
                <a:extLst>
                  <a:ext uri="{FF2B5EF4-FFF2-40B4-BE49-F238E27FC236}">
                    <a16:creationId xmlns:a16="http://schemas.microsoft.com/office/drawing/2014/main" id="{C2A4AC1C-D085-4A12-9FBB-1FAEE6BC1653}"/>
                  </a:ext>
                </a:extLst>
              </p:cNvPr>
              <p:cNvSpPr/>
              <p:nvPr/>
            </p:nvSpPr>
            <p:spPr>
              <a:xfrm>
                <a:off x="980854" y="18643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9" name="流程图: 接点 3648">
                <a:extLst>
                  <a:ext uri="{FF2B5EF4-FFF2-40B4-BE49-F238E27FC236}">
                    <a16:creationId xmlns:a16="http://schemas.microsoft.com/office/drawing/2014/main" id="{948123D3-7383-45CF-B98F-DB21A73D5BD7}"/>
                  </a:ext>
                </a:extLst>
              </p:cNvPr>
              <p:cNvSpPr/>
              <p:nvPr/>
            </p:nvSpPr>
            <p:spPr>
              <a:xfrm>
                <a:off x="1049969" y="184172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50" name="流程图: 接点 3649">
                <a:extLst>
                  <a:ext uri="{FF2B5EF4-FFF2-40B4-BE49-F238E27FC236}">
                    <a16:creationId xmlns:a16="http://schemas.microsoft.com/office/drawing/2014/main" id="{A435CA76-9396-457F-B71B-EB623E763FD3}"/>
                  </a:ext>
                </a:extLst>
              </p:cNvPr>
              <p:cNvSpPr/>
              <p:nvPr/>
            </p:nvSpPr>
            <p:spPr>
              <a:xfrm>
                <a:off x="986573" y="18397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51" name="流程图: 接点 3650">
                <a:extLst>
                  <a:ext uri="{FF2B5EF4-FFF2-40B4-BE49-F238E27FC236}">
                    <a16:creationId xmlns:a16="http://schemas.microsoft.com/office/drawing/2014/main" id="{6E4C6803-FA3B-405F-AF08-EBB0918FE387}"/>
                  </a:ext>
                </a:extLst>
              </p:cNvPr>
              <p:cNvSpPr/>
              <p:nvPr/>
            </p:nvSpPr>
            <p:spPr>
              <a:xfrm>
                <a:off x="986460" y="190528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52" name="流程图: 接点 3651">
                <a:extLst>
                  <a:ext uri="{FF2B5EF4-FFF2-40B4-BE49-F238E27FC236}">
                    <a16:creationId xmlns:a16="http://schemas.microsoft.com/office/drawing/2014/main" id="{034B44F1-1588-4965-A7C2-24E3DE7D634A}"/>
                  </a:ext>
                </a:extLst>
              </p:cNvPr>
              <p:cNvSpPr/>
              <p:nvPr/>
            </p:nvSpPr>
            <p:spPr>
              <a:xfrm>
                <a:off x="918869" y="18699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53" name="流程图: 接点 3652">
                <a:extLst>
                  <a:ext uri="{FF2B5EF4-FFF2-40B4-BE49-F238E27FC236}">
                    <a16:creationId xmlns:a16="http://schemas.microsoft.com/office/drawing/2014/main" id="{E3D3CE1F-ABAC-4998-AC8C-0DB3F8F5337B}"/>
                  </a:ext>
                </a:extLst>
              </p:cNvPr>
              <p:cNvSpPr/>
              <p:nvPr/>
            </p:nvSpPr>
            <p:spPr>
              <a:xfrm>
                <a:off x="987985" y="18473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54" name="流程图: 接点 3653">
                <a:extLst>
                  <a:ext uri="{FF2B5EF4-FFF2-40B4-BE49-F238E27FC236}">
                    <a16:creationId xmlns:a16="http://schemas.microsoft.com/office/drawing/2014/main" id="{BA1303FB-0E9B-4286-818A-6C7B7B72916F}"/>
                  </a:ext>
                </a:extLst>
              </p:cNvPr>
              <p:cNvSpPr/>
              <p:nvPr/>
            </p:nvSpPr>
            <p:spPr>
              <a:xfrm>
                <a:off x="885006" y="194289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55" name="流程图: 接点 3654">
                <a:extLst>
                  <a:ext uri="{FF2B5EF4-FFF2-40B4-BE49-F238E27FC236}">
                    <a16:creationId xmlns:a16="http://schemas.microsoft.com/office/drawing/2014/main" id="{B9FD759A-4008-4D2C-A5BE-BB506C650256}"/>
                  </a:ext>
                </a:extLst>
              </p:cNvPr>
              <p:cNvSpPr/>
              <p:nvPr/>
            </p:nvSpPr>
            <p:spPr>
              <a:xfrm>
                <a:off x="954121" y="192029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56" name="流程图: 接点 3655">
                <a:extLst>
                  <a:ext uri="{FF2B5EF4-FFF2-40B4-BE49-F238E27FC236}">
                    <a16:creationId xmlns:a16="http://schemas.microsoft.com/office/drawing/2014/main" id="{B18AEE8F-2F84-4FA2-B451-BB453CE4B96E}"/>
                  </a:ext>
                </a:extLst>
              </p:cNvPr>
              <p:cNvSpPr/>
              <p:nvPr/>
            </p:nvSpPr>
            <p:spPr>
              <a:xfrm>
                <a:off x="890725" y="191831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57" name="流程图: 接点 3656">
                <a:extLst>
                  <a:ext uri="{FF2B5EF4-FFF2-40B4-BE49-F238E27FC236}">
                    <a16:creationId xmlns:a16="http://schemas.microsoft.com/office/drawing/2014/main" id="{ED953FAC-4A8F-467D-BC95-9EE69471D65D}"/>
                  </a:ext>
                </a:extLst>
              </p:cNvPr>
              <p:cNvSpPr/>
              <p:nvPr/>
            </p:nvSpPr>
            <p:spPr>
              <a:xfrm>
                <a:off x="890613" y="198386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58" name="流程图: 接点 3657">
                <a:extLst>
                  <a:ext uri="{FF2B5EF4-FFF2-40B4-BE49-F238E27FC236}">
                    <a16:creationId xmlns:a16="http://schemas.microsoft.com/office/drawing/2014/main" id="{D91D59DC-ED72-4631-BB0C-9C42EC5DF0D9}"/>
                  </a:ext>
                </a:extLst>
              </p:cNvPr>
              <p:cNvSpPr/>
              <p:nvPr/>
            </p:nvSpPr>
            <p:spPr>
              <a:xfrm>
                <a:off x="868809" y="187694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59" name="流程图: 接点 3658">
                <a:extLst>
                  <a:ext uri="{FF2B5EF4-FFF2-40B4-BE49-F238E27FC236}">
                    <a16:creationId xmlns:a16="http://schemas.microsoft.com/office/drawing/2014/main" id="{4C3E52E7-46C3-46CE-B242-036FBDC88D41}"/>
                  </a:ext>
                </a:extLst>
              </p:cNvPr>
              <p:cNvSpPr/>
              <p:nvPr/>
            </p:nvSpPr>
            <p:spPr>
              <a:xfrm>
                <a:off x="937924" y="185435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0" name="流程图: 接点 3659">
                <a:extLst>
                  <a:ext uri="{FF2B5EF4-FFF2-40B4-BE49-F238E27FC236}">
                    <a16:creationId xmlns:a16="http://schemas.microsoft.com/office/drawing/2014/main" id="{79BD2DA6-CCBB-47FA-A635-5E1977453B87}"/>
                  </a:ext>
                </a:extLst>
              </p:cNvPr>
              <p:cNvSpPr/>
              <p:nvPr/>
            </p:nvSpPr>
            <p:spPr>
              <a:xfrm>
                <a:off x="874528" y="185236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1" name="流程图: 接点 3660">
                <a:extLst>
                  <a:ext uri="{FF2B5EF4-FFF2-40B4-BE49-F238E27FC236}">
                    <a16:creationId xmlns:a16="http://schemas.microsoft.com/office/drawing/2014/main" id="{111CD1CD-2A33-47B3-819A-198DCAC41168}"/>
                  </a:ext>
                </a:extLst>
              </p:cNvPr>
              <p:cNvSpPr/>
              <p:nvPr/>
            </p:nvSpPr>
            <p:spPr>
              <a:xfrm>
                <a:off x="874415" y="191791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2" name="流程图: 接点 3661">
                <a:extLst>
                  <a:ext uri="{FF2B5EF4-FFF2-40B4-BE49-F238E27FC236}">
                    <a16:creationId xmlns:a16="http://schemas.microsoft.com/office/drawing/2014/main" id="{ACB76FE4-6734-4530-80ED-C29252E9087F}"/>
                  </a:ext>
                </a:extLst>
              </p:cNvPr>
              <p:cNvSpPr/>
              <p:nvPr/>
            </p:nvSpPr>
            <p:spPr>
              <a:xfrm>
                <a:off x="840552" y="19908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3" name="流程图: 接点 3662">
                <a:extLst>
                  <a:ext uri="{FF2B5EF4-FFF2-40B4-BE49-F238E27FC236}">
                    <a16:creationId xmlns:a16="http://schemas.microsoft.com/office/drawing/2014/main" id="{7A427949-2EC4-4B2F-B90A-0BC96E53DA4E}"/>
                  </a:ext>
                </a:extLst>
              </p:cNvPr>
              <p:cNvSpPr/>
              <p:nvPr/>
            </p:nvSpPr>
            <p:spPr>
              <a:xfrm>
                <a:off x="877718" y="19482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4" name="流程图: 接点 3663">
                <a:extLst>
                  <a:ext uri="{FF2B5EF4-FFF2-40B4-BE49-F238E27FC236}">
                    <a16:creationId xmlns:a16="http://schemas.microsoft.com/office/drawing/2014/main" id="{2EE77DB6-9BEC-4EF8-8BBD-23FA113AC2BC}"/>
                  </a:ext>
                </a:extLst>
              </p:cNvPr>
              <p:cNvSpPr/>
              <p:nvPr/>
            </p:nvSpPr>
            <p:spPr>
              <a:xfrm>
                <a:off x="1013527" y="192837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5" name="流程图: 接点 3664">
                <a:extLst>
                  <a:ext uri="{FF2B5EF4-FFF2-40B4-BE49-F238E27FC236}">
                    <a16:creationId xmlns:a16="http://schemas.microsoft.com/office/drawing/2014/main" id="{57C52180-E1E5-4AB6-858C-66DF7CDF7671}"/>
                  </a:ext>
                </a:extLst>
              </p:cNvPr>
              <p:cNvSpPr/>
              <p:nvPr/>
            </p:nvSpPr>
            <p:spPr>
              <a:xfrm>
                <a:off x="950019" y="19919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6" name="流程图: 接点 3665">
                <a:extLst>
                  <a:ext uri="{FF2B5EF4-FFF2-40B4-BE49-F238E27FC236}">
                    <a16:creationId xmlns:a16="http://schemas.microsoft.com/office/drawing/2014/main" id="{A12C173F-6F4D-4723-9BC3-BC8FC79CD3F5}"/>
                  </a:ext>
                </a:extLst>
              </p:cNvPr>
              <p:cNvSpPr/>
              <p:nvPr/>
            </p:nvSpPr>
            <p:spPr>
              <a:xfrm>
                <a:off x="1019134" y="196933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7" name="流程图: 接点 3666">
                <a:extLst>
                  <a:ext uri="{FF2B5EF4-FFF2-40B4-BE49-F238E27FC236}">
                    <a16:creationId xmlns:a16="http://schemas.microsoft.com/office/drawing/2014/main" id="{BDC869E5-9478-40D1-A5D8-221C3CFA4E39}"/>
                  </a:ext>
                </a:extLst>
              </p:cNvPr>
              <p:cNvSpPr/>
              <p:nvPr/>
            </p:nvSpPr>
            <p:spPr>
              <a:xfrm>
                <a:off x="886623" y="198995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8" name="流程图: 接点 3667">
                <a:extLst>
                  <a:ext uri="{FF2B5EF4-FFF2-40B4-BE49-F238E27FC236}">
                    <a16:creationId xmlns:a16="http://schemas.microsoft.com/office/drawing/2014/main" id="{7B0BE318-A590-4597-A861-55F1E5B529B0}"/>
                  </a:ext>
                </a:extLst>
              </p:cNvPr>
              <p:cNvSpPr/>
              <p:nvPr/>
            </p:nvSpPr>
            <p:spPr>
              <a:xfrm>
                <a:off x="955738" y="19673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9" name="流程图: 接点 3668">
                <a:extLst>
                  <a:ext uri="{FF2B5EF4-FFF2-40B4-BE49-F238E27FC236}">
                    <a16:creationId xmlns:a16="http://schemas.microsoft.com/office/drawing/2014/main" id="{E0BACC34-8CEC-4E6B-994B-FCF24064BA43}"/>
                  </a:ext>
                </a:extLst>
              </p:cNvPr>
              <p:cNvSpPr/>
              <p:nvPr/>
            </p:nvSpPr>
            <p:spPr>
              <a:xfrm>
                <a:off x="886510" y="20555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70" name="流程图: 接点 3669">
                <a:extLst>
                  <a:ext uri="{FF2B5EF4-FFF2-40B4-BE49-F238E27FC236}">
                    <a16:creationId xmlns:a16="http://schemas.microsoft.com/office/drawing/2014/main" id="{E9484E7B-FFF5-4B8D-8305-223242559DA8}"/>
                  </a:ext>
                </a:extLst>
              </p:cNvPr>
              <p:cNvSpPr/>
              <p:nvPr/>
            </p:nvSpPr>
            <p:spPr>
              <a:xfrm>
                <a:off x="955625" y="20329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71" name="流程图: 接点 3670">
                <a:extLst>
                  <a:ext uri="{FF2B5EF4-FFF2-40B4-BE49-F238E27FC236}">
                    <a16:creationId xmlns:a16="http://schemas.microsoft.com/office/drawing/2014/main" id="{E14C8235-C15B-4B94-A42D-792B7F31DCC4}"/>
                  </a:ext>
                </a:extLst>
              </p:cNvPr>
              <p:cNvSpPr/>
              <p:nvPr/>
            </p:nvSpPr>
            <p:spPr>
              <a:xfrm>
                <a:off x="852647" y="212846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72" name="流程图: 接点 3671">
                <a:extLst>
                  <a:ext uri="{FF2B5EF4-FFF2-40B4-BE49-F238E27FC236}">
                    <a16:creationId xmlns:a16="http://schemas.microsoft.com/office/drawing/2014/main" id="{0B25368D-0942-4F51-ADC4-0D4A8E5DED57}"/>
                  </a:ext>
                </a:extLst>
              </p:cNvPr>
              <p:cNvSpPr/>
              <p:nvPr/>
            </p:nvSpPr>
            <p:spPr>
              <a:xfrm>
                <a:off x="921762" y="21058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73" name="流程图: 接点 3672">
                <a:extLst>
                  <a:ext uri="{FF2B5EF4-FFF2-40B4-BE49-F238E27FC236}">
                    <a16:creationId xmlns:a16="http://schemas.microsoft.com/office/drawing/2014/main" id="{0AA7CC1F-D83F-46A6-9C23-55739F28C415}"/>
                  </a:ext>
                </a:extLst>
              </p:cNvPr>
              <p:cNvSpPr/>
              <p:nvPr/>
            </p:nvSpPr>
            <p:spPr>
              <a:xfrm>
                <a:off x="858366" y="21038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74" name="流程图: 接点 3673">
                <a:extLst>
                  <a:ext uri="{FF2B5EF4-FFF2-40B4-BE49-F238E27FC236}">
                    <a16:creationId xmlns:a16="http://schemas.microsoft.com/office/drawing/2014/main" id="{88749DFE-5010-4C42-BEAE-597266DDDCCA}"/>
                  </a:ext>
                </a:extLst>
              </p:cNvPr>
              <p:cNvSpPr/>
              <p:nvPr/>
            </p:nvSpPr>
            <p:spPr>
              <a:xfrm>
                <a:off x="858253" y="21694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75" name="流程图: 接点 3674">
                <a:extLst>
                  <a:ext uri="{FF2B5EF4-FFF2-40B4-BE49-F238E27FC236}">
                    <a16:creationId xmlns:a16="http://schemas.microsoft.com/office/drawing/2014/main" id="{D7A5C643-F1B1-4F9D-AFE9-590F10928655}"/>
                  </a:ext>
                </a:extLst>
              </p:cNvPr>
              <p:cNvSpPr/>
              <p:nvPr/>
            </p:nvSpPr>
            <p:spPr>
              <a:xfrm>
                <a:off x="841093" y="186973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76" name="流程图: 接点 3675">
                <a:extLst>
                  <a:ext uri="{FF2B5EF4-FFF2-40B4-BE49-F238E27FC236}">
                    <a16:creationId xmlns:a16="http://schemas.microsoft.com/office/drawing/2014/main" id="{4F546C55-F4AA-4513-9FE5-F4A740E74CFB}"/>
                  </a:ext>
                </a:extLst>
              </p:cNvPr>
              <p:cNvSpPr/>
              <p:nvPr/>
            </p:nvSpPr>
            <p:spPr>
              <a:xfrm>
                <a:off x="910209" y="18471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77" name="流程图: 接点 3676">
                <a:extLst>
                  <a:ext uri="{FF2B5EF4-FFF2-40B4-BE49-F238E27FC236}">
                    <a16:creationId xmlns:a16="http://schemas.microsoft.com/office/drawing/2014/main" id="{60BD30A9-844C-471D-A07A-4AE8A2DA8971}"/>
                  </a:ext>
                </a:extLst>
              </p:cNvPr>
              <p:cNvSpPr/>
              <p:nvPr/>
            </p:nvSpPr>
            <p:spPr>
              <a:xfrm>
                <a:off x="846812" y="184515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78" name="流程图: 接点 3677">
                <a:extLst>
                  <a:ext uri="{FF2B5EF4-FFF2-40B4-BE49-F238E27FC236}">
                    <a16:creationId xmlns:a16="http://schemas.microsoft.com/office/drawing/2014/main" id="{516C95FF-A05D-45FB-B618-57ADE6912B39}"/>
                  </a:ext>
                </a:extLst>
              </p:cNvPr>
              <p:cNvSpPr/>
              <p:nvPr/>
            </p:nvSpPr>
            <p:spPr>
              <a:xfrm>
                <a:off x="846700" y="19106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79" name="流程图: 接点 3678">
                <a:extLst>
                  <a:ext uri="{FF2B5EF4-FFF2-40B4-BE49-F238E27FC236}">
                    <a16:creationId xmlns:a16="http://schemas.microsoft.com/office/drawing/2014/main" id="{495E01E6-4CB4-40E1-B551-E09F8111E64B}"/>
                  </a:ext>
                </a:extLst>
              </p:cNvPr>
              <p:cNvSpPr/>
              <p:nvPr/>
            </p:nvSpPr>
            <p:spPr>
              <a:xfrm>
                <a:off x="836470" y="18919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80" name="流程图: 接点 3679">
                <a:extLst>
                  <a:ext uri="{FF2B5EF4-FFF2-40B4-BE49-F238E27FC236}">
                    <a16:creationId xmlns:a16="http://schemas.microsoft.com/office/drawing/2014/main" id="{B312AEE8-47B3-4BE1-82F1-CDD239AE4E22}"/>
                  </a:ext>
                </a:extLst>
              </p:cNvPr>
              <p:cNvSpPr/>
              <p:nvPr/>
            </p:nvSpPr>
            <p:spPr>
              <a:xfrm>
                <a:off x="842076" y="193292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81" name="流程图: 接点 3680">
                <a:extLst>
                  <a:ext uri="{FF2B5EF4-FFF2-40B4-BE49-F238E27FC236}">
                    <a16:creationId xmlns:a16="http://schemas.microsoft.com/office/drawing/2014/main" id="{5E08E305-1228-4C5D-99E7-70BFAB1C64BC}"/>
                  </a:ext>
                </a:extLst>
              </p:cNvPr>
              <p:cNvSpPr/>
              <p:nvPr/>
            </p:nvSpPr>
            <p:spPr>
              <a:xfrm>
                <a:off x="917680" y="200694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82" name="流程图: 接点 3681">
                <a:extLst>
                  <a:ext uri="{FF2B5EF4-FFF2-40B4-BE49-F238E27FC236}">
                    <a16:creationId xmlns:a16="http://schemas.microsoft.com/office/drawing/2014/main" id="{311067FD-E575-4ECF-9241-E682BCC64031}"/>
                  </a:ext>
                </a:extLst>
              </p:cNvPr>
              <p:cNvSpPr/>
              <p:nvPr/>
            </p:nvSpPr>
            <p:spPr>
              <a:xfrm>
                <a:off x="854171" y="207050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83" name="流程图: 接点 3682">
                <a:extLst>
                  <a:ext uri="{FF2B5EF4-FFF2-40B4-BE49-F238E27FC236}">
                    <a16:creationId xmlns:a16="http://schemas.microsoft.com/office/drawing/2014/main" id="{22EA0896-49E7-40A1-8762-C154D77EA906}"/>
                  </a:ext>
                </a:extLst>
              </p:cNvPr>
              <p:cNvSpPr/>
              <p:nvPr/>
            </p:nvSpPr>
            <p:spPr>
              <a:xfrm>
                <a:off x="923286" y="204791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84" name="流程图: 接点 3683">
                <a:extLst>
                  <a:ext uri="{FF2B5EF4-FFF2-40B4-BE49-F238E27FC236}">
                    <a16:creationId xmlns:a16="http://schemas.microsoft.com/office/drawing/2014/main" id="{F61E26FF-A199-4012-BE2A-1B0860EC2008}"/>
                  </a:ext>
                </a:extLst>
              </p:cNvPr>
              <p:cNvSpPr/>
              <p:nvPr/>
            </p:nvSpPr>
            <p:spPr>
              <a:xfrm>
                <a:off x="859890" y="20459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85" name="流程图: 接点 3684">
                <a:extLst>
                  <a:ext uri="{FF2B5EF4-FFF2-40B4-BE49-F238E27FC236}">
                    <a16:creationId xmlns:a16="http://schemas.microsoft.com/office/drawing/2014/main" id="{4986D8AE-B146-4C73-AA90-C8B2056A58D0}"/>
                  </a:ext>
                </a:extLst>
              </p:cNvPr>
              <p:cNvSpPr/>
              <p:nvPr/>
            </p:nvSpPr>
            <p:spPr>
              <a:xfrm>
                <a:off x="859778" y="21114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86" name="流程图: 接点 3685">
                <a:extLst>
                  <a:ext uri="{FF2B5EF4-FFF2-40B4-BE49-F238E27FC236}">
                    <a16:creationId xmlns:a16="http://schemas.microsoft.com/office/drawing/2014/main" id="{08E45A4F-23FB-47AE-9CEB-53A5BD82A33D}"/>
                  </a:ext>
                </a:extLst>
              </p:cNvPr>
              <p:cNvSpPr/>
              <p:nvPr/>
            </p:nvSpPr>
            <p:spPr>
              <a:xfrm>
                <a:off x="966722" y="206980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87" name="流程图: 接点 3686">
                <a:extLst>
                  <a:ext uri="{FF2B5EF4-FFF2-40B4-BE49-F238E27FC236}">
                    <a16:creationId xmlns:a16="http://schemas.microsoft.com/office/drawing/2014/main" id="{5CA3E44A-12F8-47B6-A20D-158E66BF580D}"/>
                  </a:ext>
                </a:extLst>
              </p:cNvPr>
              <p:cNvSpPr/>
              <p:nvPr/>
            </p:nvSpPr>
            <p:spPr>
              <a:xfrm>
                <a:off x="834672" y="211179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88" name="流程图: 接点 3687">
                <a:extLst>
                  <a:ext uri="{FF2B5EF4-FFF2-40B4-BE49-F238E27FC236}">
                    <a16:creationId xmlns:a16="http://schemas.microsoft.com/office/drawing/2014/main" id="{148B3C53-4C13-41F8-A6CD-D88E5F6C660D}"/>
                  </a:ext>
                </a:extLst>
              </p:cNvPr>
              <p:cNvSpPr/>
              <p:nvPr/>
            </p:nvSpPr>
            <p:spPr>
              <a:xfrm>
                <a:off x="903788" y="208919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89" name="流程图: 接点 3688">
                <a:extLst>
                  <a:ext uri="{FF2B5EF4-FFF2-40B4-BE49-F238E27FC236}">
                    <a16:creationId xmlns:a16="http://schemas.microsoft.com/office/drawing/2014/main" id="{EA0D8A50-431C-416F-82BE-72CB716E7DC3}"/>
                  </a:ext>
                </a:extLst>
              </p:cNvPr>
              <p:cNvSpPr/>
              <p:nvPr/>
            </p:nvSpPr>
            <p:spPr>
              <a:xfrm>
                <a:off x="1102532" y="20498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0" name="流程图: 接点 3689">
                <a:extLst>
                  <a:ext uri="{FF2B5EF4-FFF2-40B4-BE49-F238E27FC236}">
                    <a16:creationId xmlns:a16="http://schemas.microsoft.com/office/drawing/2014/main" id="{B3207922-01E4-4720-86F2-3D148093DB53}"/>
                  </a:ext>
                </a:extLst>
              </p:cNvPr>
              <p:cNvSpPr/>
              <p:nvPr/>
            </p:nvSpPr>
            <p:spPr>
              <a:xfrm>
                <a:off x="1039023" y="211344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1" name="流程图: 接点 3690">
                <a:extLst>
                  <a:ext uri="{FF2B5EF4-FFF2-40B4-BE49-F238E27FC236}">
                    <a16:creationId xmlns:a16="http://schemas.microsoft.com/office/drawing/2014/main" id="{9FB66884-9049-47C3-845C-EE440CCDF4D4}"/>
                  </a:ext>
                </a:extLst>
              </p:cNvPr>
              <p:cNvSpPr/>
              <p:nvPr/>
            </p:nvSpPr>
            <p:spPr>
              <a:xfrm>
                <a:off x="1108138" y="20908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2" name="流程图: 接点 3691">
                <a:extLst>
                  <a:ext uri="{FF2B5EF4-FFF2-40B4-BE49-F238E27FC236}">
                    <a16:creationId xmlns:a16="http://schemas.microsoft.com/office/drawing/2014/main" id="{F6A29DCF-790B-499B-BFC4-AB29707D8A1A}"/>
                  </a:ext>
                </a:extLst>
              </p:cNvPr>
              <p:cNvSpPr/>
              <p:nvPr/>
            </p:nvSpPr>
            <p:spPr>
              <a:xfrm>
                <a:off x="975627" y="211146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3" name="流程图: 接点 3692">
                <a:extLst>
                  <a:ext uri="{FF2B5EF4-FFF2-40B4-BE49-F238E27FC236}">
                    <a16:creationId xmlns:a16="http://schemas.microsoft.com/office/drawing/2014/main" id="{0D3C5C15-AFC2-42E8-A0B4-DE3CE902C5A6}"/>
                  </a:ext>
                </a:extLst>
              </p:cNvPr>
              <p:cNvSpPr/>
              <p:nvPr/>
            </p:nvSpPr>
            <p:spPr>
              <a:xfrm>
                <a:off x="1044742" y="208886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4" name="流程图: 接点 3693">
                <a:extLst>
                  <a:ext uri="{FF2B5EF4-FFF2-40B4-BE49-F238E27FC236}">
                    <a16:creationId xmlns:a16="http://schemas.microsoft.com/office/drawing/2014/main" id="{92169D97-620B-41FE-AE2C-FB5FE23CDF5F}"/>
                  </a:ext>
                </a:extLst>
              </p:cNvPr>
              <p:cNvSpPr/>
              <p:nvPr/>
            </p:nvSpPr>
            <p:spPr>
              <a:xfrm>
                <a:off x="930098" y="199123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5" name="流程图: 接点 3694">
                <a:extLst>
                  <a:ext uri="{FF2B5EF4-FFF2-40B4-BE49-F238E27FC236}">
                    <a16:creationId xmlns:a16="http://schemas.microsoft.com/office/drawing/2014/main" id="{BF685FEE-EF46-48B6-BA16-2ABB8C7269C1}"/>
                  </a:ext>
                </a:extLst>
              </p:cNvPr>
              <p:cNvSpPr/>
              <p:nvPr/>
            </p:nvSpPr>
            <p:spPr>
              <a:xfrm>
                <a:off x="866702" y="19892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6" name="流程图: 接点 3695">
                <a:extLst>
                  <a:ext uri="{FF2B5EF4-FFF2-40B4-BE49-F238E27FC236}">
                    <a16:creationId xmlns:a16="http://schemas.microsoft.com/office/drawing/2014/main" id="{192DE052-C64C-4D86-9E01-56D5BC0389F8}"/>
                  </a:ext>
                </a:extLst>
              </p:cNvPr>
              <p:cNvSpPr/>
              <p:nvPr/>
            </p:nvSpPr>
            <p:spPr>
              <a:xfrm>
                <a:off x="866589" y="20548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7" name="流程图: 接点 3696">
                <a:extLst>
                  <a:ext uri="{FF2B5EF4-FFF2-40B4-BE49-F238E27FC236}">
                    <a16:creationId xmlns:a16="http://schemas.microsoft.com/office/drawing/2014/main" id="{2E6D49D3-0AE9-4393-A9ED-1938791CADFE}"/>
                  </a:ext>
                </a:extLst>
              </p:cNvPr>
              <p:cNvSpPr/>
              <p:nvPr/>
            </p:nvSpPr>
            <p:spPr>
              <a:xfrm>
                <a:off x="935704" y="203220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8" name="流程图: 接点 3697">
                <a:extLst>
                  <a:ext uri="{FF2B5EF4-FFF2-40B4-BE49-F238E27FC236}">
                    <a16:creationId xmlns:a16="http://schemas.microsoft.com/office/drawing/2014/main" id="{71A7A6C4-2468-4ED7-9F7A-A0AA0EA9532E}"/>
                  </a:ext>
                </a:extLst>
              </p:cNvPr>
              <p:cNvSpPr/>
              <p:nvPr/>
            </p:nvSpPr>
            <p:spPr>
              <a:xfrm>
                <a:off x="901841" y="210516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9" name="流程图: 接点 3698">
                <a:extLst>
                  <a:ext uri="{FF2B5EF4-FFF2-40B4-BE49-F238E27FC236}">
                    <a16:creationId xmlns:a16="http://schemas.microsoft.com/office/drawing/2014/main" id="{627A6445-D573-4503-B7E7-C09D58D37108}"/>
                  </a:ext>
                </a:extLst>
              </p:cNvPr>
              <p:cNvSpPr/>
              <p:nvPr/>
            </p:nvSpPr>
            <p:spPr>
              <a:xfrm>
                <a:off x="838445" y="21031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00" name="流程图: 接点 3699">
                <a:extLst>
                  <a:ext uri="{FF2B5EF4-FFF2-40B4-BE49-F238E27FC236}">
                    <a16:creationId xmlns:a16="http://schemas.microsoft.com/office/drawing/2014/main" id="{17A6F784-8B5E-4B05-AAAE-664BDF2C8B49}"/>
                  </a:ext>
                </a:extLst>
              </p:cNvPr>
              <p:cNvSpPr/>
              <p:nvPr/>
            </p:nvSpPr>
            <p:spPr>
              <a:xfrm>
                <a:off x="939007" y="206259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01" name="流程图: 接点 3700">
                <a:extLst>
                  <a:ext uri="{FF2B5EF4-FFF2-40B4-BE49-F238E27FC236}">
                    <a16:creationId xmlns:a16="http://schemas.microsoft.com/office/drawing/2014/main" id="{A2BEA7DC-4F3F-4DE1-A872-18390CFE44C9}"/>
                  </a:ext>
                </a:extLst>
              </p:cNvPr>
              <p:cNvSpPr/>
              <p:nvPr/>
            </p:nvSpPr>
            <p:spPr>
              <a:xfrm>
                <a:off x="1074816" y="20426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02" name="流程图: 接点 3701">
                <a:extLst>
                  <a:ext uri="{FF2B5EF4-FFF2-40B4-BE49-F238E27FC236}">
                    <a16:creationId xmlns:a16="http://schemas.microsoft.com/office/drawing/2014/main" id="{8AECCB95-B62F-44CA-9CFD-8662639AD04B}"/>
                  </a:ext>
                </a:extLst>
              </p:cNvPr>
              <p:cNvSpPr/>
              <p:nvPr/>
            </p:nvSpPr>
            <p:spPr>
              <a:xfrm>
                <a:off x="1011308" y="21062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03" name="流程图: 接点 3702">
                <a:extLst>
                  <a:ext uri="{FF2B5EF4-FFF2-40B4-BE49-F238E27FC236}">
                    <a16:creationId xmlns:a16="http://schemas.microsoft.com/office/drawing/2014/main" id="{DC3180A3-04DD-497D-9149-13435EA57BB9}"/>
                  </a:ext>
                </a:extLst>
              </p:cNvPr>
              <p:cNvSpPr/>
              <p:nvPr/>
            </p:nvSpPr>
            <p:spPr>
              <a:xfrm>
                <a:off x="1080423" y="20836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04" name="流程图: 接点 3703">
                <a:extLst>
                  <a:ext uri="{FF2B5EF4-FFF2-40B4-BE49-F238E27FC236}">
                    <a16:creationId xmlns:a16="http://schemas.microsoft.com/office/drawing/2014/main" id="{7BE95C2E-5B2F-491F-97FB-7A9C2ED903A9}"/>
                  </a:ext>
                </a:extLst>
              </p:cNvPr>
              <p:cNvSpPr/>
              <p:nvPr/>
            </p:nvSpPr>
            <p:spPr>
              <a:xfrm>
                <a:off x="947912" y="210424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05" name="流程图: 接点 3704">
                <a:extLst>
                  <a:ext uri="{FF2B5EF4-FFF2-40B4-BE49-F238E27FC236}">
                    <a16:creationId xmlns:a16="http://schemas.microsoft.com/office/drawing/2014/main" id="{CEB4236D-C025-44FB-95FE-99F3C963EBE6}"/>
                  </a:ext>
                </a:extLst>
              </p:cNvPr>
              <p:cNvSpPr/>
              <p:nvPr/>
            </p:nvSpPr>
            <p:spPr>
              <a:xfrm>
                <a:off x="1017027" y="20816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06" name="流程图: 接点 3705">
                <a:extLst>
                  <a:ext uri="{FF2B5EF4-FFF2-40B4-BE49-F238E27FC236}">
                    <a16:creationId xmlns:a16="http://schemas.microsoft.com/office/drawing/2014/main" id="{4698FE09-824D-4D86-A09E-BFC0D71A925A}"/>
                  </a:ext>
                </a:extLst>
              </p:cNvPr>
              <p:cNvSpPr/>
              <p:nvPr/>
            </p:nvSpPr>
            <p:spPr>
              <a:xfrm>
                <a:off x="834250" y="206981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07" name="流程图: 接点 3706">
                <a:extLst>
                  <a:ext uri="{FF2B5EF4-FFF2-40B4-BE49-F238E27FC236}">
                    <a16:creationId xmlns:a16="http://schemas.microsoft.com/office/drawing/2014/main" id="{78B03832-AA5C-4E9F-87D4-3CBC1700A5CF}"/>
                  </a:ext>
                </a:extLst>
              </p:cNvPr>
              <p:cNvSpPr/>
              <p:nvPr/>
            </p:nvSpPr>
            <p:spPr>
              <a:xfrm>
                <a:off x="839857" y="211077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08" name="流程图: 接点 3707">
                <a:extLst>
                  <a:ext uri="{FF2B5EF4-FFF2-40B4-BE49-F238E27FC236}">
                    <a16:creationId xmlns:a16="http://schemas.microsoft.com/office/drawing/2014/main" id="{2128B2EF-28BA-49F0-BDD5-E5644679B671}"/>
                  </a:ext>
                </a:extLst>
              </p:cNvPr>
              <p:cNvSpPr/>
              <p:nvPr/>
            </p:nvSpPr>
            <p:spPr>
              <a:xfrm>
                <a:off x="978969" y="21212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09" name="流程图: 接点 3708">
                <a:extLst>
                  <a:ext uri="{FF2B5EF4-FFF2-40B4-BE49-F238E27FC236}">
                    <a16:creationId xmlns:a16="http://schemas.microsoft.com/office/drawing/2014/main" id="{067FB48F-ED73-4C10-AD3A-9C04F90869C7}"/>
                  </a:ext>
                </a:extLst>
              </p:cNvPr>
              <p:cNvSpPr/>
              <p:nvPr/>
            </p:nvSpPr>
            <p:spPr>
              <a:xfrm>
                <a:off x="1248472" y="184573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10" name="流程图: 接点 3709">
                <a:extLst>
                  <a:ext uri="{FF2B5EF4-FFF2-40B4-BE49-F238E27FC236}">
                    <a16:creationId xmlns:a16="http://schemas.microsoft.com/office/drawing/2014/main" id="{B4139A08-5C8E-4500-BFD8-73052093B5C5}"/>
                  </a:ext>
                </a:extLst>
              </p:cNvPr>
              <p:cNvSpPr/>
              <p:nvPr/>
            </p:nvSpPr>
            <p:spPr>
              <a:xfrm>
                <a:off x="1185076" y="184374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11" name="流程图: 接点 3710">
                <a:extLst>
                  <a:ext uri="{FF2B5EF4-FFF2-40B4-BE49-F238E27FC236}">
                    <a16:creationId xmlns:a16="http://schemas.microsoft.com/office/drawing/2014/main" id="{D1D1EA5E-117E-4E1C-A21E-F162B4C2F156}"/>
                  </a:ext>
                </a:extLst>
              </p:cNvPr>
              <p:cNvSpPr/>
              <p:nvPr/>
            </p:nvSpPr>
            <p:spPr>
              <a:xfrm>
                <a:off x="1184963" y="190929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12" name="流程图: 接点 3711">
                <a:extLst>
                  <a:ext uri="{FF2B5EF4-FFF2-40B4-BE49-F238E27FC236}">
                    <a16:creationId xmlns:a16="http://schemas.microsoft.com/office/drawing/2014/main" id="{454E1397-C0C6-40FB-AC83-A557D50E8F20}"/>
                  </a:ext>
                </a:extLst>
              </p:cNvPr>
              <p:cNvSpPr/>
              <p:nvPr/>
            </p:nvSpPr>
            <p:spPr>
              <a:xfrm>
                <a:off x="1254078" y="18866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13" name="流程图: 接点 3712">
                <a:extLst>
                  <a:ext uri="{FF2B5EF4-FFF2-40B4-BE49-F238E27FC236}">
                    <a16:creationId xmlns:a16="http://schemas.microsoft.com/office/drawing/2014/main" id="{9EF8647E-5361-4C98-8524-4CF433274371}"/>
                  </a:ext>
                </a:extLst>
              </p:cNvPr>
              <p:cNvSpPr/>
              <p:nvPr/>
            </p:nvSpPr>
            <p:spPr>
              <a:xfrm>
                <a:off x="1078799" y="19386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14" name="流程图: 接点 3713">
                <a:extLst>
                  <a:ext uri="{FF2B5EF4-FFF2-40B4-BE49-F238E27FC236}">
                    <a16:creationId xmlns:a16="http://schemas.microsoft.com/office/drawing/2014/main" id="{6B476F34-D79F-441C-90D7-F5A4C838E5A6}"/>
                  </a:ext>
                </a:extLst>
              </p:cNvPr>
              <p:cNvSpPr/>
              <p:nvPr/>
            </p:nvSpPr>
            <p:spPr>
              <a:xfrm>
                <a:off x="1151100" y="19822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15" name="流程图: 接点 3714">
                <a:extLst>
                  <a:ext uri="{FF2B5EF4-FFF2-40B4-BE49-F238E27FC236}">
                    <a16:creationId xmlns:a16="http://schemas.microsoft.com/office/drawing/2014/main" id="{55C91CBE-7C24-44D9-8B43-B50977E7A4C8}"/>
                  </a:ext>
                </a:extLst>
              </p:cNvPr>
              <p:cNvSpPr/>
              <p:nvPr/>
            </p:nvSpPr>
            <p:spPr>
              <a:xfrm>
                <a:off x="1220215" y="195965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16" name="流程图: 接点 3715">
                <a:extLst>
                  <a:ext uri="{FF2B5EF4-FFF2-40B4-BE49-F238E27FC236}">
                    <a16:creationId xmlns:a16="http://schemas.microsoft.com/office/drawing/2014/main" id="{B316C5F2-6373-4338-A679-A633CB27AD3B}"/>
                  </a:ext>
                </a:extLst>
              </p:cNvPr>
              <p:cNvSpPr/>
              <p:nvPr/>
            </p:nvSpPr>
            <p:spPr>
              <a:xfrm>
                <a:off x="1087704" y="19802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17" name="流程图: 接点 3716">
                <a:extLst>
                  <a:ext uri="{FF2B5EF4-FFF2-40B4-BE49-F238E27FC236}">
                    <a16:creationId xmlns:a16="http://schemas.microsoft.com/office/drawing/2014/main" id="{77497595-CFEC-4E2A-83BE-258B15C37C30}"/>
                  </a:ext>
                </a:extLst>
              </p:cNvPr>
              <p:cNvSpPr/>
              <p:nvPr/>
            </p:nvSpPr>
            <p:spPr>
              <a:xfrm>
                <a:off x="1156819" y="195767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18" name="流程图: 接点 3717">
                <a:extLst>
                  <a:ext uri="{FF2B5EF4-FFF2-40B4-BE49-F238E27FC236}">
                    <a16:creationId xmlns:a16="http://schemas.microsoft.com/office/drawing/2014/main" id="{C7609AD5-F628-44CD-B0D1-D642A2A0473E}"/>
                  </a:ext>
                </a:extLst>
              </p:cNvPr>
              <p:cNvSpPr/>
              <p:nvPr/>
            </p:nvSpPr>
            <p:spPr>
              <a:xfrm>
                <a:off x="1087591" y="20458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19" name="流程图: 接点 3718">
                <a:extLst>
                  <a:ext uri="{FF2B5EF4-FFF2-40B4-BE49-F238E27FC236}">
                    <a16:creationId xmlns:a16="http://schemas.microsoft.com/office/drawing/2014/main" id="{8CC6B87B-C206-4369-BA85-9F7A45812E3A}"/>
                  </a:ext>
                </a:extLst>
              </p:cNvPr>
              <p:cNvSpPr/>
              <p:nvPr/>
            </p:nvSpPr>
            <p:spPr>
              <a:xfrm>
                <a:off x="1156706" y="202322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0" name="流程图: 接点 3719">
                <a:extLst>
                  <a:ext uri="{FF2B5EF4-FFF2-40B4-BE49-F238E27FC236}">
                    <a16:creationId xmlns:a16="http://schemas.microsoft.com/office/drawing/2014/main" id="{D060010A-EC85-4659-854E-A88451283374}"/>
                  </a:ext>
                </a:extLst>
              </p:cNvPr>
              <p:cNvSpPr/>
              <p:nvPr/>
            </p:nvSpPr>
            <p:spPr>
              <a:xfrm>
                <a:off x="1257381" y="191708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1" name="流程图: 接点 3720">
                <a:extLst>
                  <a:ext uri="{FF2B5EF4-FFF2-40B4-BE49-F238E27FC236}">
                    <a16:creationId xmlns:a16="http://schemas.microsoft.com/office/drawing/2014/main" id="{1B13AEFA-6029-4DEC-8E45-42941E85A37D}"/>
                  </a:ext>
                </a:extLst>
              </p:cNvPr>
              <p:cNvSpPr/>
              <p:nvPr/>
            </p:nvSpPr>
            <p:spPr>
              <a:xfrm>
                <a:off x="1393190" y="18971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2" name="流程图: 接点 3721">
                <a:extLst>
                  <a:ext uri="{FF2B5EF4-FFF2-40B4-BE49-F238E27FC236}">
                    <a16:creationId xmlns:a16="http://schemas.microsoft.com/office/drawing/2014/main" id="{1A970DC0-DD37-42B0-A772-AE7EDE4C7630}"/>
                  </a:ext>
                </a:extLst>
              </p:cNvPr>
              <p:cNvSpPr/>
              <p:nvPr/>
            </p:nvSpPr>
            <p:spPr>
              <a:xfrm>
                <a:off x="1329682" y="19607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3" name="流程图: 接点 3722">
                <a:extLst>
                  <a:ext uri="{FF2B5EF4-FFF2-40B4-BE49-F238E27FC236}">
                    <a16:creationId xmlns:a16="http://schemas.microsoft.com/office/drawing/2014/main" id="{D976C6B5-B5F5-4488-BB7A-D6D782735F39}"/>
                  </a:ext>
                </a:extLst>
              </p:cNvPr>
              <p:cNvSpPr/>
              <p:nvPr/>
            </p:nvSpPr>
            <p:spPr>
              <a:xfrm>
                <a:off x="1398797" y="19381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4" name="流程图: 接点 3723">
                <a:extLst>
                  <a:ext uri="{FF2B5EF4-FFF2-40B4-BE49-F238E27FC236}">
                    <a16:creationId xmlns:a16="http://schemas.microsoft.com/office/drawing/2014/main" id="{54E3A5B5-4F3E-4933-A402-D6198E3EC8E4}"/>
                  </a:ext>
                </a:extLst>
              </p:cNvPr>
              <p:cNvSpPr/>
              <p:nvPr/>
            </p:nvSpPr>
            <p:spPr>
              <a:xfrm>
                <a:off x="1266286" y="195873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5" name="流程图: 接点 3724">
                <a:extLst>
                  <a:ext uri="{FF2B5EF4-FFF2-40B4-BE49-F238E27FC236}">
                    <a16:creationId xmlns:a16="http://schemas.microsoft.com/office/drawing/2014/main" id="{BF609BC9-61BB-4D02-84E9-27FCEEFE32B3}"/>
                  </a:ext>
                </a:extLst>
              </p:cNvPr>
              <p:cNvSpPr/>
              <p:nvPr/>
            </p:nvSpPr>
            <p:spPr>
              <a:xfrm>
                <a:off x="1335401" y="193613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6" name="流程图: 接点 3725">
                <a:extLst>
                  <a:ext uri="{FF2B5EF4-FFF2-40B4-BE49-F238E27FC236}">
                    <a16:creationId xmlns:a16="http://schemas.microsoft.com/office/drawing/2014/main" id="{86BD581C-67BD-4E5B-94A9-0551956BEF55}"/>
                  </a:ext>
                </a:extLst>
              </p:cNvPr>
              <p:cNvSpPr/>
              <p:nvPr/>
            </p:nvSpPr>
            <p:spPr>
              <a:xfrm>
                <a:off x="1266173" y="202428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7" name="流程图: 接点 3726">
                <a:extLst>
                  <a:ext uri="{FF2B5EF4-FFF2-40B4-BE49-F238E27FC236}">
                    <a16:creationId xmlns:a16="http://schemas.microsoft.com/office/drawing/2014/main" id="{9651EAC1-3BE6-4CE9-A6A9-B087527F1758}"/>
                  </a:ext>
                </a:extLst>
              </p:cNvPr>
              <p:cNvSpPr/>
              <p:nvPr/>
            </p:nvSpPr>
            <p:spPr>
              <a:xfrm>
                <a:off x="1335288" y="20016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8" name="流程图: 接点 3727">
                <a:extLst>
                  <a:ext uri="{FF2B5EF4-FFF2-40B4-BE49-F238E27FC236}">
                    <a16:creationId xmlns:a16="http://schemas.microsoft.com/office/drawing/2014/main" id="{3545B6E3-C9B4-4792-9FC6-9259A43B8FC8}"/>
                  </a:ext>
                </a:extLst>
              </p:cNvPr>
              <p:cNvSpPr/>
              <p:nvPr/>
            </p:nvSpPr>
            <p:spPr>
              <a:xfrm>
                <a:off x="1232310" y="209724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9" name="流程图: 接点 3728">
                <a:extLst>
                  <a:ext uri="{FF2B5EF4-FFF2-40B4-BE49-F238E27FC236}">
                    <a16:creationId xmlns:a16="http://schemas.microsoft.com/office/drawing/2014/main" id="{D27D875F-6945-4428-8CDB-EB72A3C85115}"/>
                  </a:ext>
                </a:extLst>
              </p:cNvPr>
              <p:cNvSpPr/>
              <p:nvPr/>
            </p:nvSpPr>
            <p:spPr>
              <a:xfrm>
                <a:off x="1301425" y="20746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30" name="流程图: 接点 3729">
                <a:extLst>
                  <a:ext uri="{FF2B5EF4-FFF2-40B4-BE49-F238E27FC236}">
                    <a16:creationId xmlns:a16="http://schemas.microsoft.com/office/drawing/2014/main" id="{5E78017D-504A-492B-87A9-BF95812D7166}"/>
                  </a:ext>
                </a:extLst>
              </p:cNvPr>
              <p:cNvSpPr/>
              <p:nvPr/>
            </p:nvSpPr>
            <p:spPr>
              <a:xfrm>
                <a:off x="1238029" y="20726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31" name="流程图: 接点 3730">
                <a:extLst>
                  <a:ext uri="{FF2B5EF4-FFF2-40B4-BE49-F238E27FC236}">
                    <a16:creationId xmlns:a16="http://schemas.microsoft.com/office/drawing/2014/main" id="{57AE4D30-0719-4B73-AB76-812DF23A6B2F}"/>
                  </a:ext>
                </a:extLst>
              </p:cNvPr>
              <p:cNvSpPr/>
              <p:nvPr/>
            </p:nvSpPr>
            <p:spPr>
              <a:xfrm>
                <a:off x="1237916" y="213821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32" name="流程图: 接点 3731">
                <a:extLst>
                  <a:ext uri="{FF2B5EF4-FFF2-40B4-BE49-F238E27FC236}">
                    <a16:creationId xmlns:a16="http://schemas.microsoft.com/office/drawing/2014/main" id="{2E0606B3-F740-4F8B-9BDF-F8B5D12A0591}"/>
                  </a:ext>
                </a:extLst>
              </p:cNvPr>
              <p:cNvSpPr/>
              <p:nvPr/>
            </p:nvSpPr>
            <p:spPr>
              <a:xfrm>
                <a:off x="1220756" y="183851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33" name="流程图: 接点 3732">
                <a:extLst>
                  <a:ext uri="{FF2B5EF4-FFF2-40B4-BE49-F238E27FC236}">
                    <a16:creationId xmlns:a16="http://schemas.microsoft.com/office/drawing/2014/main" id="{703E39FB-6EFB-4C8F-BC43-AA1666E697BB}"/>
                  </a:ext>
                </a:extLst>
              </p:cNvPr>
              <p:cNvSpPr/>
              <p:nvPr/>
            </p:nvSpPr>
            <p:spPr>
              <a:xfrm>
                <a:off x="1157248" y="190207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34" name="流程图: 接点 3733">
                <a:extLst>
                  <a:ext uri="{FF2B5EF4-FFF2-40B4-BE49-F238E27FC236}">
                    <a16:creationId xmlns:a16="http://schemas.microsoft.com/office/drawing/2014/main" id="{A8C373A0-DABD-448B-A473-4E490D761D7C}"/>
                  </a:ext>
                </a:extLst>
              </p:cNvPr>
              <p:cNvSpPr/>
              <p:nvPr/>
            </p:nvSpPr>
            <p:spPr>
              <a:xfrm>
                <a:off x="1226363" y="18794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35" name="流程图: 接点 3734">
                <a:extLst>
                  <a:ext uri="{FF2B5EF4-FFF2-40B4-BE49-F238E27FC236}">
                    <a16:creationId xmlns:a16="http://schemas.microsoft.com/office/drawing/2014/main" id="{A0A9D349-D670-4137-9CFF-57E59F74CBB2}"/>
                  </a:ext>
                </a:extLst>
              </p:cNvPr>
              <p:cNvSpPr/>
              <p:nvPr/>
            </p:nvSpPr>
            <p:spPr>
              <a:xfrm>
                <a:off x="1123385" y="197503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36" name="流程图: 接点 3735">
                <a:extLst>
                  <a:ext uri="{FF2B5EF4-FFF2-40B4-BE49-F238E27FC236}">
                    <a16:creationId xmlns:a16="http://schemas.microsoft.com/office/drawing/2014/main" id="{9EC3FE49-89DF-47A2-B6C9-DBA261B60B0B}"/>
                  </a:ext>
                </a:extLst>
              </p:cNvPr>
              <p:cNvSpPr/>
              <p:nvPr/>
            </p:nvSpPr>
            <p:spPr>
              <a:xfrm>
                <a:off x="1192500" y="19524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37" name="流程图: 接点 3736">
                <a:extLst>
                  <a:ext uri="{FF2B5EF4-FFF2-40B4-BE49-F238E27FC236}">
                    <a16:creationId xmlns:a16="http://schemas.microsoft.com/office/drawing/2014/main" id="{7333D89A-8923-4606-A4E5-C0945B0F1EEE}"/>
                  </a:ext>
                </a:extLst>
              </p:cNvPr>
              <p:cNvSpPr/>
              <p:nvPr/>
            </p:nvSpPr>
            <p:spPr>
              <a:xfrm>
                <a:off x="1129104" y="19504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38" name="流程图: 接点 3737">
                <a:extLst>
                  <a:ext uri="{FF2B5EF4-FFF2-40B4-BE49-F238E27FC236}">
                    <a16:creationId xmlns:a16="http://schemas.microsoft.com/office/drawing/2014/main" id="{31D06885-771B-4C81-81A9-FDBB8165442A}"/>
                  </a:ext>
                </a:extLst>
              </p:cNvPr>
              <p:cNvSpPr/>
              <p:nvPr/>
            </p:nvSpPr>
            <p:spPr>
              <a:xfrm>
                <a:off x="1128991" y="20160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39" name="流程图: 接点 3738">
                <a:extLst>
                  <a:ext uri="{FF2B5EF4-FFF2-40B4-BE49-F238E27FC236}">
                    <a16:creationId xmlns:a16="http://schemas.microsoft.com/office/drawing/2014/main" id="{22C4E94C-9F97-41EF-9D0F-7AAB7DA850DE}"/>
                  </a:ext>
                </a:extLst>
              </p:cNvPr>
              <p:cNvSpPr/>
              <p:nvPr/>
            </p:nvSpPr>
            <p:spPr>
              <a:xfrm>
                <a:off x="1080323" y="188066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0" name="流程图: 接点 3739">
                <a:extLst>
                  <a:ext uri="{FF2B5EF4-FFF2-40B4-BE49-F238E27FC236}">
                    <a16:creationId xmlns:a16="http://schemas.microsoft.com/office/drawing/2014/main" id="{12578371-5879-40B7-A85B-099CE06338D7}"/>
                  </a:ext>
                </a:extLst>
              </p:cNvPr>
              <p:cNvSpPr/>
              <p:nvPr/>
            </p:nvSpPr>
            <p:spPr>
              <a:xfrm>
                <a:off x="1216133" y="186073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1" name="流程图: 接点 3740">
                <a:extLst>
                  <a:ext uri="{FF2B5EF4-FFF2-40B4-BE49-F238E27FC236}">
                    <a16:creationId xmlns:a16="http://schemas.microsoft.com/office/drawing/2014/main" id="{1AADDC02-A792-4EBD-A50E-ECDD632FCD4D}"/>
                  </a:ext>
                </a:extLst>
              </p:cNvPr>
              <p:cNvSpPr/>
              <p:nvPr/>
            </p:nvSpPr>
            <p:spPr>
              <a:xfrm>
                <a:off x="1152624" y="192430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2" name="流程图: 接点 3741">
                <a:extLst>
                  <a:ext uri="{FF2B5EF4-FFF2-40B4-BE49-F238E27FC236}">
                    <a16:creationId xmlns:a16="http://schemas.microsoft.com/office/drawing/2014/main" id="{65748FBB-56A6-4D20-9943-BCB7184C3CEF}"/>
                  </a:ext>
                </a:extLst>
              </p:cNvPr>
              <p:cNvSpPr/>
              <p:nvPr/>
            </p:nvSpPr>
            <p:spPr>
              <a:xfrm>
                <a:off x="1221739" y="190170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3" name="流程图: 接点 3742">
                <a:extLst>
                  <a:ext uri="{FF2B5EF4-FFF2-40B4-BE49-F238E27FC236}">
                    <a16:creationId xmlns:a16="http://schemas.microsoft.com/office/drawing/2014/main" id="{F81E6ACB-E22E-4F66-A696-F8F5F5EF3222}"/>
                  </a:ext>
                </a:extLst>
              </p:cNvPr>
              <p:cNvSpPr/>
              <p:nvPr/>
            </p:nvSpPr>
            <p:spPr>
              <a:xfrm>
                <a:off x="1089228" y="19223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4" name="流程图: 接点 3743">
                <a:extLst>
                  <a:ext uri="{FF2B5EF4-FFF2-40B4-BE49-F238E27FC236}">
                    <a16:creationId xmlns:a16="http://schemas.microsoft.com/office/drawing/2014/main" id="{DAC2DBD0-FD61-4D08-8F3D-90CC4DB7A916}"/>
                  </a:ext>
                </a:extLst>
              </p:cNvPr>
              <p:cNvSpPr/>
              <p:nvPr/>
            </p:nvSpPr>
            <p:spPr>
              <a:xfrm>
                <a:off x="1158343" y="189972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5" name="流程图: 接点 3744">
                <a:extLst>
                  <a:ext uri="{FF2B5EF4-FFF2-40B4-BE49-F238E27FC236}">
                    <a16:creationId xmlns:a16="http://schemas.microsoft.com/office/drawing/2014/main" id="{46FA016F-705C-4D05-80C8-9DFA336EEDF4}"/>
                  </a:ext>
                </a:extLst>
              </p:cNvPr>
              <p:cNvSpPr/>
              <p:nvPr/>
            </p:nvSpPr>
            <p:spPr>
              <a:xfrm>
                <a:off x="1089116" y="198786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6" name="流程图: 接点 3745">
                <a:extLst>
                  <a:ext uri="{FF2B5EF4-FFF2-40B4-BE49-F238E27FC236}">
                    <a16:creationId xmlns:a16="http://schemas.microsoft.com/office/drawing/2014/main" id="{975B95A3-E323-4AF4-9779-9C33A4E85FA6}"/>
                  </a:ext>
                </a:extLst>
              </p:cNvPr>
              <p:cNvSpPr/>
              <p:nvPr/>
            </p:nvSpPr>
            <p:spPr>
              <a:xfrm>
                <a:off x="1158231" y="196527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7" name="流程图: 接点 3746">
                <a:extLst>
                  <a:ext uri="{FF2B5EF4-FFF2-40B4-BE49-F238E27FC236}">
                    <a16:creationId xmlns:a16="http://schemas.microsoft.com/office/drawing/2014/main" id="{F1A6D169-E57D-49B8-886B-F9E5848E94B9}"/>
                  </a:ext>
                </a:extLst>
              </p:cNvPr>
              <p:cNvSpPr/>
              <p:nvPr/>
            </p:nvSpPr>
            <p:spPr>
              <a:xfrm>
                <a:off x="1124367" y="203823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8" name="流程图: 接点 3747">
                <a:extLst>
                  <a:ext uri="{FF2B5EF4-FFF2-40B4-BE49-F238E27FC236}">
                    <a16:creationId xmlns:a16="http://schemas.microsoft.com/office/drawing/2014/main" id="{D4E61CEF-31B1-4F26-A4CF-4881112AAD3F}"/>
                  </a:ext>
                </a:extLst>
              </p:cNvPr>
              <p:cNvSpPr/>
              <p:nvPr/>
            </p:nvSpPr>
            <p:spPr>
              <a:xfrm>
                <a:off x="1060971" y="20362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9" name="流程图: 接点 3748">
                <a:extLst>
                  <a:ext uri="{FF2B5EF4-FFF2-40B4-BE49-F238E27FC236}">
                    <a16:creationId xmlns:a16="http://schemas.microsoft.com/office/drawing/2014/main" id="{A5A7247D-D53B-4E25-98A0-04D809E037EF}"/>
                  </a:ext>
                </a:extLst>
              </p:cNvPr>
              <p:cNvSpPr/>
              <p:nvPr/>
            </p:nvSpPr>
            <p:spPr>
              <a:xfrm>
                <a:off x="1060859" y="210179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0" name="流程图: 接点 3749">
                <a:extLst>
                  <a:ext uri="{FF2B5EF4-FFF2-40B4-BE49-F238E27FC236}">
                    <a16:creationId xmlns:a16="http://schemas.microsoft.com/office/drawing/2014/main" id="{5D6FAFC9-0A06-47E7-99EC-FD7EA214CCC8}"/>
                  </a:ext>
                </a:extLst>
              </p:cNvPr>
              <p:cNvSpPr/>
              <p:nvPr/>
            </p:nvSpPr>
            <p:spPr>
              <a:xfrm>
                <a:off x="1161533" y="19956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1" name="流程图: 接点 3750">
                <a:extLst>
                  <a:ext uri="{FF2B5EF4-FFF2-40B4-BE49-F238E27FC236}">
                    <a16:creationId xmlns:a16="http://schemas.microsoft.com/office/drawing/2014/main" id="{398FE8A4-CB57-4C2B-9512-1F48F362F643}"/>
                  </a:ext>
                </a:extLst>
              </p:cNvPr>
              <p:cNvSpPr/>
              <p:nvPr/>
            </p:nvSpPr>
            <p:spPr>
              <a:xfrm>
                <a:off x="1297343" y="19757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2" name="流程图: 接点 3751">
                <a:extLst>
                  <a:ext uri="{FF2B5EF4-FFF2-40B4-BE49-F238E27FC236}">
                    <a16:creationId xmlns:a16="http://schemas.microsoft.com/office/drawing/2014/main" id="{3114FC51-5F8D-49A4-A891-2F39AAEB6940}"/>
                  </a:ext>
                </a:extLst>
              </p:cNvPr>
              <p:cNvSpPr/>
              <p:nvPr/>
            </p:nvSpPr>
            <p:spPr>
              <a:xfrm>
                <a:off x="1233834" y="203929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3" name="流程图: 接点 3752">
                <a:extLst>
                  <a:ext uri="{FF2B5EF4-FFF2-40B4-BE49-F238E27FC236}">
                    <a16:creationId xmlns:a16="http://schemas.microsoft.com/office/drawing/2014/main" id="{62E26C15-465D-481C-8AF5-C112788A044F}"/>
                  </a:ext>
                </a:extLst>
              </p:cNvPr>
              <p:cNvSpPr/>
              <p:nvPr/>
            </p:nvSpPr>
            <p:spPr>
              <a:xfrm>
                <a:off x="1302949" y="201669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4" name="流程图: 接点 3753">
                <a:extLst>
                  <a:ext uri="{FF2B5EF4-FFF2-40B4-BE49-F238E27FC236}">
                    <a16:creationId xmlns:a16="http://schemas.microsoft.com/office/drawing/2014/main" id="{FF7657C6-3427-4FE8-9499-CF3C382498AD}"/>
                  </a:ext>
                </a:extLst>
              </p:cNvPr>
              <p:cNvSpPr/>
              <p:nvPr/>
            </p:nvSpPr>
            <p:spPr>
              <a:xfrm>
                <a:off x="1170438" y="203730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5" name="流程图: 接点 3754">
                <a:extLst>
                  <a:ext uri="{FF2B5EF4-FFF2-40B4-BE49-F238E27FC236}">
                    <a16:creationId xmlns:a16="http://schemas.microsoft.com/office/drawing/2014/main" id="{0A60FC6E-FCEF-40F5-907C-6B2FAA113FF2}"/>
                  </a:ext>
                </a:extLst>
              </p:cNvPr>
              <p:cNvSpPr/>
              <p:nvPr/>
            </p:nvSpPr>
            <p:spPr>
              <a:xfrm>
                <a:off x="1239553" y="201471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6" name="流程图: 接点 3755">
                <a:extLst>
                  <a:ext uri="{FF2B5EF4-FFF2-40B4-BE49-F238E27FC236}">
                    <a16:creationId xmlns:a16="http://schemas.microsoft.com/office/drawing/2014/main" id="{0925728F-B7C8-4E26-95C5-4A9ECB73C84D}"/>
                  </a:ext>
                </a:extLst>
              </p:cNvPr>
              <p:cNvSpPr/>
              <p:nvPr/>
            </p:nvSpPr>
            <p:spPr>
              <a:xfrm>
                <a:off x="1170326" y="21028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7" name="流程图: 接点 3756">
                <a:extLst>
                  <a:ext uri="{FF2B5EF4-FFF2-40B4-BE49-F238E27FC236}">
                    <a16:creationId xmlns:a16="http://schemas.microsoft.com/office/drawing/2014/main" id="{E97CA1AC-DF63-41FC-9B3F-A599AC3DF32A}"/>
                  </a:ext>
                </a:extLst>
              </p:cNvPr>
              <p:cNvSpPr/>
              <p:nvPr/>
            </p:nvSpPr>
            <p:spPr>
              <a:xfrm>
                <a:off x="1239441" y="20802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8" name="流程图: 接点 3757">
                <a:extLst>
                  <a:ext uri="{FF2B5EF4-FFF2-40B4-BE49-F238E27FC236}">
                    <a16:creationId xmlns:a16="http://schemas.microsoft.com/office/drawing/2014/main" id="{7EF96D80-6282-4ABE-AA29-DB40860D4BA1}"/>
                  </a:ext>
                </a:extLst>
              </p:cNvPr>
              <p:cNvSpPr/>
              <p:nvPr/>
            </p:nvSpPr>
            <p:spPr>
              <a:xfrm>
                <a:off x="1136462" y="217581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9" name="流程图: 接点 3758">
                <a:extLst>
                  <a:ext uri="{FF2B5EF4-FFF2-40B4-BE49-F238E27FC236}">
                    <a16:creationId xmlns:a16="http://schemas.microsoft.com/office/drawing/2014/main" id="{FE9F2A7A-0A89-4014-A792-B04B64EEF765}"/>
                  </a:ext>
                </a:extLst>
              </p:cNvPr>
              <p:cNvSpPr/>
              <p:nvPr/>
            </p:nvSpPr>
            <p:spPr>
              <a:xfrm>
                <a:off x="1205577" y="21532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0" name="流程图: 接点 3759">
                <a:extLst>
                  <a:ext uri="{FF2B5EF4-FFF2-40B4-BE49-F238E27FC236}">
                    <a16:creationId xmlns:a16="http://schemas.microsoft.com/office/drawing/2014/main" id="{914B0ECB-87EF-4477-BFBB-4F82A9C1F70F}"/>
                  </a:ext>
                </a:extLst>
              </p:cNvPr>
              <p:cNvSpPr/>
              <p:nvPr/>
            </p:nvSpPr>
            <p:spPr>
              <a:xfrm>
                <a:off x="1142181" y="21512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1" name="流程图: 接点 3760">
                <a:extLst>
                  <a:ext uri="{FF2B5EF4-FFF2-40B4-BE49-F238E27FC236}">
                    <a16:creationId xmlns:a16="http://schemas.microsoft.com/office/drawing/2014/main" id="{C4A86508-CCC6-4F80-951C-3782A5A9E03B}"/>
                  </a:ext>
                </a:extLst>
              </p:cNvPr>
              <p:cNvSpPr/>
              <p:nvPr/>
            </p:nvSpPr>
            <p:spPr>
              <a:xfrm>
                <a:off x="1188417" y="18535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2" name="流程图: 接点 3761">
                <a:extLst>
                  <a:ext uri="{FF2B5EF4-FFF2-40B4-BE49-F238E27FC236}">
                    <a16:creationId xmlns:a16="http://schemas.microsoft.com/office/drawing/2014/main" id="{4A7B181C-05B3-434E-ACBB-3F2EDEBF82E1}"/>
                  </a:ext>
                </a:extLst>
              </p:cNvPr>
              <p:cNvSpPr/>
              <p:nvPr/>
            </p:nvSpPr>
            <p:spPr>
              <a:xfrm>
                <a:off x="1124909" y="19170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3" name="流程图: 接点 3762">
                <a:extLst>
                  <a:ext uri="{FF2B5EF4-FFF2-40B4-BE49-F238E27FC236}">
                    <a16:creationId xmlns:a16="http://schemas.microsoft.com/office/drawing/2014/main" id="{59C6C832-1F14-4941-ADE2-46125CB40EFC}"/>
                  </a:ext>
                </a:extLst>
              </p:cNvPr>
              <p:cNvSpPr/>
              <p:nvPr/>
            </p:nvSpPr>
            <p:spPr>
              <a:xfrm>
                <a:off x="1194024" y="189448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4" name="流程图: 接点 3763">
                <a:extLst>
                  <a:ext uri="{FF2B5EF4-FFF2-40B4-BE49-F238E27FC236}">
                    <a16:creationId xmlns:a16="http://schemas.microsoft.com/office/drawing/2014/main" id="{30664076-D700-4D9A-B147-298ABFA97741}"/>
                  </a:ext>
                </a:extLst>
              </p:cNvPr>
              <p:cNvSpPr/>
              <p:nvPr/>
            </p:nvSpPr>
            <p:spPr>
              <a:xfrm>
                <a:off x="1061513" y="19151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5" name="流程图: 接点 3764">
                <a:extLst>
                  <a:ext uri="{FF2B5EF4-FFF2-40B4-BE49-F238E27FC236}">
                    <a16:creationId xmlns:a16="http://schemas.microsoft.com/office/drawing/2014/main" id="{4D151256-2B6F-4C1C-A461-CA66A1615053}"/>
                  </a:ext>
                </a:extLst>
              </p:cNvPr>
              <p:cNvSpPr/>
              <p:nvPr/>
            </p:nvSpPr>
            <p:spPr>
              <a:xfrm>
                <a:off x="1130628" y="189250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6" name="流程图: 接点 3765">
                <a:extLst>
                  <a:ext uri="{FF2B5EF4-FFF2-40B4-BE49-F238E27FC236}">
                    <a16:creationId xmlns:a16="http://schemas.microsoft.com/office/drawing/2014/main" id="{318046DA-0C54-4E00-B982-E27D6BE554D7}"/>
                  </a:ext>
                </a:extLst>
              </p:cNvPr>
              <p:cNvSpPr/>
              <p:nvPr/>
            </p:nvSpPr>
            <p:spPr>
              <a:xfrm>
                <a:off x="1061400" y="198065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7" name="流程图: 接点 3766">
                <a:extLst>
                  <a:ext uri="{FF2B5EF4-FFF2-40B4-BE49-F238E27FC236}">
                    <a16:creationId xmlns:a16="http://schemas.microsoft.com/office/drawing/2014/main" id="{A38CFA93-18D9-4087-B705-6F1DC474E12C}"/>
                  </a:ext>
                </a:extLst>
              </p:cNvPr>
              <p:cNvSpPr/>
              <p:nvPr/>
            </p:nvSpPr>
            <p:spPr>
              <a:xfrm>
                <a:off x="1130515" y="195805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8" name="流程图: 接点 3767">
                <a:extLst>
                  <a:ext uri="{FF2B5EF4-FFF2-40B4-BE49-F238E27FC236}">
                    <a16:creationId xmlns:a16="http://schemas.microsoft.com/office/drawing/2014/main" id="{D91C1449-E151-49BF-B9E6-E0B31E5B44AD}"/>
                  </a:ext>
                </a:extLst>
              </p:cNvPr>
              <p:cNvSpPr/>
              <p:nvPr/>
            </p:nvSpPr>
            <p:spPr>
              <a:xfrm>
                <a:off x="1096652" y="20310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9" name="流程图: 接点 3768">
                <a:extLst>
                  <a:ext uri="{FF2B5EF4-FFF2-40B4-BE49-F238E27FC236}">
                    <a16:creationId xmlns:a16="http://schemas.microsoft.com/office/drawing/2014/main" id="{9755FB4F-1B07-4056-953B-762718666C31}"/>
                  </a:ext>
                </a:extLst>
              </p:cNvPr>
              <p:cNvSpPr/>
              <p:nvPr/>
            </p:nvSpPr>
            <p:spPr>
              <a:xfrm>
                <a:off x="1183774" y="204630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70" name="流程图: 接点 3769">
                <a:extLst>
                  <a:ext uri="{FF2B5EF4-FFF2-40B4-BE49-F238E27FC236}">
                    <a16:creationId xmlns:a16="http://schemas.microsoft.com/office/drawing/2014/main" id="{DE4923B5-2022-4AFA-BFE5-1DFCC1608EB5}"/>
                  </a:ext>
                </a:extLst>
              </p:cNvPr>
              <p:cNvSpPr/>
              <p:nvPr/>
            </p:nvSpPr>
            <p:spPr>
              <a:xfrm>
                <a:off x="1120265" y="210987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71" name="流程图: 接点 3770">
                <a:extLst>
                  <a:ext uri="{FF2B5EF4-FFF2-40B4-BE49-F238E27FC236}">
                    <a16:creationId xmlns:a16="http://schemas.microsoft.com/office/drawing/2014/main" id="{67754A0C-D589-4567-8052-8F8258BABB47}"/>
                  </a:ext>
                </a:extLst>
              </p:cNvPr>
              <p:cNvSpPr/>
              <p:nvPr/>
            </p:nvSpPr>
            <p:spPr>
              <a:xfrm>
                <a:off x="1189380" y="20872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72" name="流程图: 接点 3771">
                <a:extLst>
                  <a:ext uri="{FF2B5EF4-FFF2-40B4-BE49-F238E27FC236}">
                    <a16:creationId xmlns:a16="http://schemas.microsoft.com/office/drawing/2014/main" id="{BBCB05DA-B136-457C-99D5-4E6DD1032AA9}"/>
                  </a:ext>
                </a:extLst>
              </p:cNvPr>
              <p:cNvSpPr/>
              <p:nvPr/>
            </p:nvSpPr>
            <p:spPr>
              <a:xfrm>
                <a:off x="1056869" y="21078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73" name="流程图: 接点 3772">
                <a:extLst>
                  <a:ext uri="{FF2B5EF4-FFF2-40B4-BE49-F238E27FC236}">
                    <a16:creationId xmlns:a16="http://schemas.microsoft.com/office/drawing/2014/main" id="{5D8C9188-2A1C-42DC-8B88-8F8A6938EB08}"/>
                  </a:ext>
                </a:extLst>
              </p:cNvPr>
              <p:cNvSpPr/>
              <p:nvPr/>
            </p:nvSpPr>
            <p:spPr>
              <a:xfrm>
                <a:off x="1125984" y="208528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74" name="流程图: 接点 3773">
                <a:extLst>
                  <a:ext uri="{FF2B5EF4-FFF2-40B4-BE49-F238E27FC236}">
                    <a16:creationId xmlns:a16="http://schemas.microsoft.com/office/drawing/2014/main" id="{783376CC-4BDC-4840-8864-52771E6330EA}"/>
                  </a:ext>
                </a:extLst>
              </p:cNvPr>
              <p:cNvSpPr/>
              <p:nvPr/>
            </p:nvSpPr>
            <p:spPr>
              <a:xfrm>
                <a:off x="1056756" y="21734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75" name="流程图: 接点 3774">
                <a:extLst>
                  <a:ext uri="{FF2B5EF4-FFF2-40B4-BE49-F238E27FC236}">
                    <a16:creationId xmlns:a16="http://schemas.microsoft.com/office/drawing/2014/main" id="{602738B6-C808-4840-AE48-6332D4D0CAA6}"/>
                  </a:ext>
                </a:extLst>
              </p:cNvPr>
              <p:cNvSpPr/>
              <p:nvPr/>
            </p:nvSpPr>
            <p:spPr>
              <a:xfrm>
                <a:off x="1125871" y="215083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76" name="流程图: 接点 3775">
                <a:extLst>
                  <a:ext uri="{FF2B5EF4-FFF2-40B4-BE49-F238E27FC236}">
                    <a16:creationId xmlns:a16="http://schemas.microsoft.com/office/drawing/2014/main" id="{DABBE28F-3F01-4549-955B-1F6C85714C4B}"/>
                  </a:ext>
                </a:extLst>
              </p:cNvPr>
              <p:cNvSpPr/>
              <p:nvPr/>
            </p:nvSpPr>
            <p:spPr>
              <a:xfrm>
                <a:off x="1129174" y="21812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77" name="流程图: 接点 3776">
                <a:extLst>
                  <a:ext uri="{FF2B5EF4-FFF2-40B4-BE49-F238E27FC236}">
                    <a16:creationId xmlns:a16="http://schemas.microsoft.com/office/drawing/2014/main" id="{10D533C7-7FBA-49BD-91EE-2AEFE380B369}"/>
                  </a:ext>
                </a:extLst>
              </p:cNvPr>
              <p:cNvSpPr/>
              <p:nvPr/>
            </p:nvSpPr>
            <p:spPr>
              <a:xfrm>
                <a:off x="1264984" y="216129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78" name="流程图: 接点 3777">
                <a:extLst>
                  <a:ext uri="{FF2B5EF4-FFF2-40B4-BE49-F238E27FC236}">
                    <a16:creationId xmlns:a16="http://schemas.microsoft.com/office/drawing/2014/main" id="{463C4A47-61F4-425F-832D-64BBAE584DAE}"/>
                  </a:ext>
                </a:extLst>
              </p:cNvPr>
              <p:cNvSpPr/>
              <p:nvPr/>
            </p:nvSpPr>
            <p:spPr>
              <a:xfrm>
                <a:off x="1270590" y="220226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79" name="流程图: 接点 3778">
                <a:extLst>
                  <a:ext uri="{FF2B5EF4-FFF2-40B4-BE49-F238E27FC236}">
                    <a16:creationId xmlns:a16="http://schemas.microsoft.com/office/drawing/2014/main" id="{22DB03E7-136F-4811-BA83-C931F105A20E}"/>
                  </a:ext>
                </a:extLst>
              </p:cNvPr>
              <p:cNvSpPr/>
              <p:nvPr/>
            </p:nvSpPr>
            <p:spPr>
              <a:xfrm>
                <a:off x="1207194" y="220027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0" name="流程图: 接点 3779">
                <a:extLst>
                  <a:ext uri="{FF2B5EF4-FFF2-40B4-BE49-F238E27FC236}">
                    <a16:creationId xmlns:a16="http://schemas.microsoft.com/office/drawing/2014/main" id="{F9F0FE53-391D-42E8-8C62-71DF60853669}"/>
                  </a:ext>
                </a:extLst>
              </p:cNvPr>
              <p:cNvSpPr/>
              <p:nvPr/>
            </p:nvSpPr>
            <p:spPr>
              <a:xfrm>
                <a:off x="1156058" y="203908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1" name="流程图: 接点 3780">
                <a:extLst>
                  <a:ext uri="{FF2B5EF4-FFF2-40B4-BE49-F238E27FC236}">
                    <a16:creationId xmlns:a16="http://schemas.microsoft.com/office/drawing/2014/main" id="{B62D5107-7A72-402E-9208-7927ACF08B57}"/>
                  </a:ext>
                </a:extLst>
              </p:cNvPr>
              <p:cNvSpPr/>
              <p:nvPr/>
            </p:nvSpPr>
            <p:spPr>
              <a:xfrm>
                <a:off x="1092550" y="210265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2" name="流程图: 接点 3781">
                <a:extLst>
                  <a:ext uri="{FF2B5EF4-FFF2-40B4-BE49-F238E27FC236}">
                    <a16:creationId xmlns:a16="http://schemas.microsoft.com/office/drawing/2014/main" id="{57179C77-40D8-4ED0-BF6B-88DCB45B68D6}"/>
                  </a:ext>
                </a:extLst>
              </p:cNvPr>
              <p:cNvSpPr/>
              <p:nvPr/>
            </p:nvSpPr>
            <p:spPr>
              <a:xfrm>
                <a:off x="1161665" y="20800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3" name="流程图: 接点 3782">
                <a:extLst>
                  <a:ext uri="{FF2B5EF4-FFF2-40B4-BE49-F238E27FC236}">
                    <a16:creationId xmlns:a16="http://schemas.microsoft.com/office/drawing/2014/main" id="{1D09BB89-0D42-4C75-B663-9E5CD3C562B7}"/>
                  </a:ext>
                </a:extLst>
              </p:cNvPr>
              <p:cNvSpPr/>
              <p:nvPr/>
            </p:nvSpPr>
            <p:spPr>
              <a:xfrm>
                <a:off x="1098269" y="20780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4" name="流程图: 接点 3783">
                <a:extLst>
                  <a:ext uri="{FF2B5EF4-FFF2-40B4-BE49-F238E27FC236}">
                    <a16:creationId xmlns:a16="http://schemas.microsoft.com/office/drawing/2014/main" id="{E200C73F-63DD-4D1B-8F3D-649D98FC3416}"/>
                  </a:ext>
                </a:extLst>
              </p:cNvPr>
              <p:cNvSpPr/>
              <p:nvPr/>
            </p:nvSpPr>
            <p:spPr>
              <a:xfrm>
                <a:off x="1098156" y="21436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5" name="流程图: 接点 3784">
                <a:extLst>
                  <a:ext uri="{FF2B5EF4-FFF2-40B4-BE49-F238E27FC236}">
                    <a16:creationId xmlns:a16="http://schemas.microsoft.com/office/drawing/2014/main" id="{31D074EF-8A6D-4DBE-A0B5-97718220A638}"/>
                  </a:ext>
                </a:extLst>
              </p:cNvPr>
              <p:cNvSpPr/>
              <p:nvPr/>
            </p:nvSpPr>
            <p:spPr>
              <a:xfrm>
                <a:off x="1087926" y="21248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6" name="流程图: 接点 3785">
                <a:extLst>
                  <a:ext uri="{FF2B5EF4-FFF2-40B4-BE49-F238E27FC236}">
                    <a16:creationId xmlns:a16="http://schemas.microsoft.com/office/drawing/2014/main" id="{24E887A1-F956-440F-AEA5-1D3D86D8C65E}"/>
                  </a:ext>
                </a:extLst>
              </p:cNvPr>
              <p:cNvSpPr/>
              <p:nvPr/>
            </p:nvSpPr>
            <p:spPr>
              <a:xfrm>
                <a:off x="1093532" y="216584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7" name="流程图: 接点 3786">
                <a:extLst>
                  <a:ext uri="{FF2B5EF4-FFF2-40B4-BE49-F238E27FC236}">
                    <a16:creationId xmlns:a16="http://schemas.microsoft.com/office/drawing/2014/main" id="{63015859-861F-49C4-9DCE-19E15F3B30F4}"/>
                  </a:ext>
                </a:extLst>
              </p:cNvPr>
              <p:cNvSpPr/>
              <p:nvPr/>
            </p:nvSpPr>
            <p:spPr>
              <a:xfrm>
                <a:off x="1060211" y="211766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8" name="流程图: 接点 3787">
                <a:extLst>
                  <a:ext uri="{FF2B5EF4-FFF2-40B4-BE49-F238E27FC236}">
                    <a16:creationId xmlns:a16="http://schemas.microsoft.com/office/drawing/2014/main" id="{0DFAB8A1-F3E3-4FAC-A2F8-653D4C8061A7}"/>
                  </a:ext>
                </a:extLst>
              </p:cNvPr>
              <p:cNvSpPr/>
              <p:nvPr/>
            </p:nvSpPr>
            <p:spPr>
              <a:xfrm>
                <a:off x="1065817" y="21586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9" name="流程图: 接点 3788">
                <a:extLst>
                  <a:ext uri="{FF2B5EF4-FFF2-40B4-BE49-F238E27FC236}">
                    <a16:creationId xmlns:a16="http://schemas.microsoft.com/office/drawing/2014/main" id="{D5581416-37FF-4577-AF4B-59AA25EF1C36}"/>
                  </a:ext>
                </a:extLst>
              </p:cNvPr>
              <p:cNvSpPr/>
              <p:nvPr/>
            </p:nvSpPr>
            <p:spPr>
              <a:xfrm>
                <a:off x="1155776" y="18994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90" name="流程图: 接点 3789">
                <a:extLst>
                  <a:ext uri="{FF2B5EF4-FFF2-40B4-BE49-F238E27FC236}">
                    <a16:creationId xmlns:a16="http://schemas.microsoft.com/office/drawing/2014/main" id="{D463DB0F-8F80-4232-8436-F0F7B38BC0BF}"/>
                  </a:ext>
                </a:extLst>
              </p:cNvPr>
              <p:cNvSpPr/>
              <p:nvPr/>
            </p:nvSpPr>
            <p:spPr>
              <a:xfrm>
                <a:off x="1224891" y="18768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91" name="流程图: 接点 3790">
                <a:extLst>
                  <a:ext uri="{FF2B5EF4-FFF2-40B4-BE49-F238E27FC236}">
                    <a16:creationId xmlns:a16="http://schemas.microsoft.com/office/drawing/2014/main" id="{9FC54FE5-B881-4769-A742-F712F78B4685}"/>
                  </a:ext>
                </a:extLst>
              </p:cNvPr>
              <p:cNvSpPr/>
              <p:nvPr/>
            </p:nvSpPr>
            <p:spPr>
              <a:xfrm>
                <a:off x="1161495" y="187488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92" name="流程图: 接点 3791">
                <a:extLst>
                  <a:ext uri="{FF2B5EF4-FFF2-40B4-BE49-F238E27FC236}">
                    <a16:creationId xmlns:a16="http://schemas.microsoft.com/office/drawing/2014/main" id="{A3DC4D14-D68D-49F1-AD44-09D1E268FCF9}"/>
                  </a:ext>
                </a:extLst>
              </p:cNvPr>
              <p:cNvSpPr/>
              <p:nvPr/>
            </p:nvSpPr>
            <p:spPr>
              <a:xfrm>
                <a:off x="1161382" y="19404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93" name="流程图: 接点 3792">
                <a:extLst>
                  <a:ext uri="{FF2B5EF4-FFF2-40B4-BE49-F238E27FC236}">
                    <a16:creationId xmlns:a16="http://schemas.microsoft.com/office/drawing/2014/main" id="{A4DF4648-4A66-4F77-AA36-2086C53A02DB}"/>
                  </a:ext>
                </a:extLst>
              </p:cNvPr>
              <p:cNvSpPr/>
              <p:nvPr/>
            </p:nvSpPr>
            <p:spPr>
              <a:xfrm>
                <a:off x="1157300" y="184151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94" name="流程图: 接点 3793">
                <a:extLst>
                  <a:ext uri="{FF2B5EF4-FFF2-40B4-BE49-F238E27FC236}">
                    <a16:creationId xmlns:a16="http://schemas.microsoft.com/office/drawing/2014/main" id="{7D9E91F3-49BD-43FF-80A1-9662BE53D103}"/>
                  </a:ext>
                </a:extLst>
              </p:cNvPr>
              <p:cNvSpPr/>
              <p:nvPr/>
            </p:nvSpPr>
            <p:spPr>
              <a:xfrm>
                <a:off x="1093904" y="18395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95" name="流程图: 接点 3794">
                <a:extLst>
                  <a:ext uri="{FF2B5EF4-FFF2-40B4-BE49-F238E27FC236}">
                    <a16:creationId xmlns:a16="http://schemas.microsoft.com/office/drawing/2014/main" id="{BF7DDDC1-F488-433E-BA38-A632CE806DA6}"/>
                  </a:ext>
                </a:extLst>
              </p:cNvPr>
              <p:cNvSpPr/>
              <p:nvPr/>
            </p:nvSpPr>
            <p:spPr>
              <a:xfrm>
                <a:off x="1093791" y="19050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96" name="流程图: 接点 3795">
                <a:extLst>
                  <a:ext uri="{FF2B5EF4-FFF2-40B4-BE49-F238E27FC236}">
                    <a16:creationId xmlns:a16="http://schemas.microsoft.com/office/drawing/2014/main" id="{E9099D4D-B9EF-4423-9F75-134A571D2060}"/>
                  </a:ext>
                </a:extLst>
              </p:cNvPr>
              <p:cNvSpPr/>
              <p:nvPr/>
            </p:nvSpPr>
            <p:spPr>
              <a:xfrm>
                <a:off x="1162906" y="18824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97" name="流程图: 接点 3796">
                <a:extLst>
                  <a:ext uri="{FF2B5EF4-FFF2-40B4-BE49-F238E27FC236}">
                    <a16:creationId xmlns:a16="http://schemas.microsoft.com/office/drawing/2014/main" id="{8DD01EA8-9E91-42D7-B30C-6518C2BFD9E4}"/>
                  </a:ext>
                </a:extLst>
              </p:cNvPr>
              <p:cNvSpPr/>
              <p:nvPr/>
            </p:nvSpPr>
            <p:spPr>
              <a:xfrm>
                <a:off x="1129043" y="19554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98" name="流程图: 接点 3797">
                <a:extLst>
                  <a:ext uri="{FF2B5EF4-FFF2-40B4-BE49-F238E27FC236}">
                    <a16:creationId xmlns:a16="http://schemas.microsoft.com/office/drawing/2014/main" id="{BA5ADF43-95FC-4E31-ADFE-BE100C5CB506}"/>
                  </a:ext>
                </a:extLst>
              </p:cNvPr>
              <p:cNvSpPr/>
              <p:nvPr/>
            </p:nvSpPr>
            <p:spPr>
              <a:xfrm>
                <a:off x="1107239" y="184852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99" name="流程图: 接点 3798">
                <a:extLst>
                  <a:ext uri="{FF2B5EF4-FFF2-40B4-BE49-F238E27FC236}">
                    <a16:creationId xmlns:a16="http://schemas.microsoft.com/office/drawing/2014/main" id="{A28A9238-7624-496D-AED7-E6A7F306B8E2}"/>
                  </a:ext>
                </a:extLst>
              </p:cNvPr>
              <p:cNvSpPr/>
              <p:nvPr/>
            </p:nvSpPr>
            <p:spPr>
              <a:xfrm>
                <a:off x="1112846" y="188949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00" name="流程图: 接点 3799">
                <a:extLst>
                  <a:ext uri="{FF2B5EF4-FFF2-40B4-BE49-F238E27FC236}">
                    <a16:creationId xmlns:a16="http://schemas.microsoft.com/office/drawing/2014/main" id="{15586560-3744-4162-8692-14921840DDA8}"/>
                  </a:ext>
                </a:extLst>
              </p:cNvPr>
              <p:cNvSpPr/>
              <p:nvPr/>
            </p:nvSpPr>
            <p:spPr>
              <a:xfrm>
                <a:off x="1079524" y="18413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01" name="流程图: 接点 3800">
                <a:extLst>
                  <a:ext uri="{FF2B5EF4-FFF2-40B4-BE49-F238E27FC236}">
                    <a16:creationId xmlns:a16="http://schemas.microsoft.com/office/drawing/2014/main" id="{6F990654-18AD-4A98-A3D5-49F80C7CEA24}"/>
                  </a:ext>
                </a:extLst>
              </p:cNvPr>
              <p:cNvSpPr/>
              <p:nvPr/>
            </p:nvSpPr>
            <p:spPr>
              <a:xfrm>
                <a:off x="1085130" y="188227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02" name="流程图: 接点 3801">
                <a:extLst>
                  <a:ext uri="{FF2B5EF4-FFF2-40B4-BE49-F238E27FC236}">
                    <a16:creationId xmlns:a16="http://schemas.microsoft.com/office/drawing/2014/main" id="{89A0321E-F868-4C4E-B62D-465668D2DDB7}"/>
                  </a:ext>
                </a:extLst>
              </p:cNvPr>
              <p:cNvSpPr/>
              <p:nvPr/>
            </p:nvSpPr>
            <p:spPr>
              <a:xfrm>
                <a:off x="1054686" y="178514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03" name="流程图: 接点 3802">
                <a:extLst>
                  <a:ext uri="{FF2B5EF4-FFF2-40B4-BE49-F238E27FC236}">
                    <a16:creationId xmlns:a16="http://schemas.microsoft.com/office/drawing/2014/main" id="{45DFB5A1-FDC2-4722-952F-68E5EEED7A53}"/>
                  </a:ext>
                </a:extLst>
              </p:cNvPr>
              <p:cNvSpPr/>
              <p:nvPr/>
            </p:nvSpPr>
            <p:spPr>
              <a:xfrm>
                <a:off x="1054573" y="185069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04" name="流程图: 接点 3803">
                <a:extLst>
                  <a:ext uri="{FF2B5EF4-FFF2-40B4-BE49-F238E27FC236}">
                    <a16:creationId xmlns:a16="http://schemas.microsoft.com/office/drawing/2014/main" id="{539CEF76-87D0-4D49-B7D9-370C97D7890B}"/>
                  </a:ext>
                </a:extLst>
              </p:cNvPr>
              <p:cNvSpPr/>
              <p:nvPr/>
            </p:nvSpPr>
            <p:spPr>
              <a:xfrm>
                <a:off x="1126413" y="18729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05" name="流程图: 接点 3804">
                <a:extLst>
                  <a:ext uri="{FF2B5EF4-FFF2-40B4-BE49-F238E27FC236}">
                    <a16:creationId xmlns:a16="http://schemas.microsoft.com/office/drawing/2014/main" id="{E8DCD700-F47A-4E11-B9E5-DD3C6C5EA60A}"/>
                  </a:ext>
                </a:extLst>
              </p:cNvPr>
              <p:cNvSpPr/>
              <p:nvPr/>
            </p:nvSpPr>
            <p:spPr>
              <a:xfrm>
                <a:off x="1195528" y="18503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06" name="流程图: 接点 3805">
                <a:extLst>
                  <a:ext uri="{FF2B5EF4-FFF2-40B4-BE49-F238E27FC236}">
                    <a16:creationId xmlns:a16="http://schemas.microsoft.com/office/drawing/2014/main" id="{D94DB681-BC0A-46D6-A3CA-142C49137AEC}"/>
                  </a:ext>
                </a:extLst>
              </p:cNvPr>
              <p:cNvSpPr/>
              <p:nvPr/>
            </p:nvSpPr>
            <p:spPr>
              <a:xfrm>
                <a:off x="1126300" y="193850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07" name="流程图: 接点 3806">
                <a:extLst>
                  <a:ext uri="{FF2B5EF4-FFF2-40B4-BE49-F238E27FC236}">
                    <a16:creationId xmlns:a16="http://schemas.microsoft.com/office/drawing/2014/main" id="{B8E4ED8B-7748-4642-8E03-01378D9E3471}"/>
                  </a:ext>
                </a:extLst>
              </p:cNvPr>
              <p:cNvSpPr/>
              <p:nvPr/>
            </p:nvSpPr>
            <p:spPr>
              <a:xfrm>
                <a:off x="1195416" y="19159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08" name="流程图: 接点 3807">
                <a:extLst>
                  <a:ext uri="{FF2B5EF4-FFF2-40B4-BE49-F238E27FC236}">
                    <a16:creationId xmlns:a16="http://schemas.microsoft.com/office/drawing/2014/main" id="{24655C3B-2F9A-4748-98B8-E323DC9EFA3A}"/>
                  </a:ext>
                </a:extLst>
              </p:cNvPr>
              <p:cNvSpPr/>
              <p:nvPr/>
            </p:nvSpPr>
            <p:spPr>
              <a:xfrm>
                <a:off x="1062904" y="19365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09" name="流程图: 接点 3808">
                <a:extLst>
                  <a:ext uri="{FF2B5EF4-FFF2-40B4-BE49-F238E27FC236}">
                    <a16:creationId xmlns:a16="http://schemas.microsoft.com/office/drawing/2014/main" id="{718218F1-7FC6-414D-87D1-D112D5216720}"/>
                  </a:ext>
                </a:extLst>
              </p:cNvPr>
              <p:cNvSpPr/>
              <p:nvPr/>
            </p:nvSpPr>
            <p:spPr>
              <a:xfrm>
                <a:off x="1132019" y="19139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0" name="流程图: 接点 3809">
                <a:extLst>
                  <a:ext uri="{FF2B5EF4-FFF2-40B4-BE49-F238E27FC236}">
                    <a16:creationId xmlns:a16="http://schemas.microsoft.com/office/drawing/2014/main" id="{D45588E2-622D-4005-9353-FBAFDC318F15}"/>
                  </a:ext>
                </a:extLst>
              </p:cNvPr>
              <p:cNvSpPr/>
              <p:nvPr/>
            </p:nvSpPr>
            <p:spPr>
              <a:xfrm>
                <a:off x="1062792" y="200206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1" name="流程图: 接点 3810">
                <a:extLst>
                  <a:ext uri="{FF2B5EF4-FFF2-40B4-BE49-F238E27FC236}">
                    <a16:creationId xmlns:a16="http://schemas.microsoft.com/office/drawing/2014/main" id="{559F4C5E-4A89-459A-8398-85A79E8144BB}"/>
                  </a:ext>
                </a:extLst>
              </p:cNvPr>
              <p:cNvSpPr/>
              <p:nvPr/>
            </p:nvSpPr>
            <p:spPr>
              <a:xfrm>
                <a:off x="1131907" y="197947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2" name="流程图: 接点 3811">
                <a:extLst>
                  <a:ext uri="{FF2B5EF4-FFF2-40B4-BE49-F238E27FC236}">
                    <a16:creationId xmlns:a16="http://schemas.microsoft.com/office/drawing/2014/main" id="{712FBEC4-60CF-4BA4-BB87-D11CC9698B11}"/>
                  </a:ext>
                </a:extLst>
              </p:cNvPr>
              <p:cNvSpPr/>
              <p:nvPr/>
            </p:nvSpPr>
            <p:spPr>
              <a:xfrm>
                <a:off x="999396" y="20000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3" name="流程图: 接点 3812">
                <a:extLst>
                  <a:ext uri="{FF2B5EF4-FFF2-40B4-BE49-F238E27FC236}">
                    <a16:creationId xmlns:a16="http://schemas.microsoft.com/office/drawing/2014/main" id="{A4826C34-1F10-47A1-855D-63AA99515D26}"/>
                  </a:ext>
                </a:extLst>
              </p:cNvPr>
              <p:cNvSpPr/>
              <p:nvPr/>
            </p:nvSpPr>
            <p:spPr>
              <a:xfrm>
                <a:off x="1068511" y="19774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4" name="流程图: 接点 3813">
                <a:extLst>
                  <a:ext uri="{FF2B5EF4-FFF2-40B4-BE49-F238E27FC236}">
                    <a16:creationId xmlns:a16="http://schemas.microsoft.com/office/drawing/2014/main" id="{CE43880C-A4E4-46E4-94D1-8FB2DD2715C9}"/>
                  </a:ext>
                </a:extLst>
              </p:cNvPr>
              <p:cNvSpPr/>
              <p:nvPr/>
            </p:nvSpPr>
            <p:spPr>
              <a:xfrm>
                <a:off x="999283" y="20656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5" name="流程图: 接点 3814">
                <a:extLst>
                  <a:ext uri="{FF2B5EF4-FFF2-40B4-BE49-F238E27FC236}">
                    <a16:creationId xmlns:a16="http://schemas.microsoft.com/office/drawing/2014/main" id="{999CB719-BB91-447E-9C56-3A8B228933A7}"/>
                  </a:ext>
                </a:extLst>
              </p:cNvPr>
              <p:cNvSpPr/>
              <p:nvPr/>
            </p:nvSpPr>
            <p:spPr>
              <a:xfrm>
                <a:off x="1068398" y="20430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6" name="流程图: 接点 3815">
                <a:extLst>
                  <a:ext uri="{FF2B5EF4-FFF2-40B4-BE49-F238E27FC236}">
                    <a16:creationId xmlns:a16="http://schemas.microsoft.com/office/drawing/2014/main" id="{8811C443-15D1-4B58-B645-BDD0CECC30E4}"/>
                  </a:ext>
                </a:extLst>
              </p:cNvPr>
              <p:cNvSpPr/>
              <p:nvPr/>
            </p:nvSpPr>
            <p:spPr>
              <a:xfrm>
                <a:off x="994363" y="19149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7" name="流程图: 接点 3816">
                <a:extLst>
                  <a:ext uri="{FF2B5EF4-FFF2-40B4-BE49-F238E27FC236}">
                    <a16:creationId xmlns:a16="http://schemas.microsoft.com/office/drawing/2014/main" id="{2517EBEB-A553-47F0-8745-07C221F7BA77}"/>
                  </a:ext>
                </a:extLst>
              </p:cNvPr>
              <p:cNvSpPr/>
              <p:nvPr/>
            </p:nvSpPr>
            <p:spPr>
              <a:xfrm>
                <a:off x="1063478" y="189234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8" name="流程图: 接点 3817">
                <a:extLst>
                  <a:ext uri="{FF2B5EF4-FFF2-40B4-BE49-F238E27FC236}">
                    <a16:creationId xmlns:a16="http://schemas.microsoft.com/office/drawing/2014/main" id="{04AFAA33-42CE-48F0-8638-0B02A5460D58}"/>
                  </a:ext>
                </a:extLst>
              </p:cNvPr>
              <p:cNvSpPr/>
              <p:nvPr/>
            </p:nvSpPr>
            <p:spPr>
              <a:xfrm>
                <a:off x="994251" y="198048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9" name="流程图: 接点 3818">
                <a:extLst>
                  <a:ext uri="{FF2B5EF4-FFF2-40B4-BE49-F238E27FC236}">
                    <a16:creationId xmlns:a16="http://schemas.microsoft.com/office/drawing/2014/main" id="{97484F5E-3F47-49B4-8557-696816715E22}"/>
                  </a:ext>
                </a:extLst>
              </p:cNvPr>
              <p:cNvSpPr/>
              <p:nvPr/>
            </p:nvSpPr>
            <p:spPr>
              <a:xfrm>
                <a:off x="1063366" y="195789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20" name="流程图: 接点 3819">
                <a:extLst>
                  <a:ext uri="{FF2B5EF4-FFF2-40B4-BE49-F238E27FC236}">
                    <a16:creationId xmlns:a16="http://schemas.microsoft.com/office/drawing/2014/main" id="{7128A712-3BB0-484E-B5DF-4DD7E44187D8}"/>
                  </a:ext>
                </a:extLst>
              </p:cNvPr>
              <p:cNvSpPr/>
              <p:nvPr/>
            </p:nvSpPr>
            <p:spPr>
              <a:xfrm>
                <a:off x="999970" y="195590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21" name="流程图: 接点 3820">
                <a:extLst>
                  <a:ext uri="{FF2B5EF4-FFF2-40B4-BE49-F238E27FC236}">
                    <a16:creationId xmlns:a16="http://schemas.microsoft.com/office/drawing/2014/main" id="{0B4671F0-5ED5-4341-9B00-D8F4EFC0CCAA}"/>
                  </a:ext>
                </a:extLst>
              </p:cNvPr>
              <p:cNvSpPr/>
              <p:nvPr/>
            </p:nvSpPr>
            <p:spPr>
              <a:xfrm>
                <a:off x="999857" y="20214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22" name="流程图: 接点 3821">
                <a:extLst>
                  <a:ext uri="{FF2B5EF4-FFF2-40B4-BE49-F238E27FC236}">
                    <a16:creationId xmlns:a16="http://schemas.microsoft.com/office/drawing/2014/main" id="{AF7E7733-B680-4A38-B34D-2072FA6305E9}"/>
                  </a:ext>
                </a:extLst>
              </p:cNvPr>
              <p:cNvSpPr/>
              <p:nvPr/>
            </p:nvSpPr>
            <p:spPr>
              <a:xfrm>
                <a:off x="1135205" y="19801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23" name="流程图: 接点 3822">
                <a:extLst>
                  <a:ext uri="{FF2B5EF4-FFF2-40B4-BE49-F238E27FC236}">
                    <a16:creationId xmlns:a16="http://schemas.microsoft.com/office/drawing/2014/main" id="{29BA0818-6D63-46B7-82B0-371B65E08273}"/>
                  </a:ext>
                </a:extLst>
              </p:cNvPr>
              <p:cNvSpPr/>
              <p:nvPr/>
            </p:nvSpPr>
            <p:spPr>
              <a:xfrm>
                <a:off x="1204321" y="19575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24" name="流程图: 接点 3823">
                <a:extLst>
                  <a:ext uri="{FF2B5EF4-FFF2-40B4-BE49-F238E27FC236}">
                    <a16:creationId xmlns:a16="http://schemas.microsoft.com/office/drawing/2014/main" id="{723DA911-F59A-48D9-8AAB-64BCCF33A2CA}"/>
                  </a:ext>
                </a:extLst>
              </p:cNvPr>
              <p:cNvSpPr/>
              <p:nvPr/>
            </p:nvSpPr>
            <p:spPr>
              <a:xfrm>
                <a:off x="1135093" y="204570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25" name="流程图: 接点 3824">
                <a:extLst>
                  <a:ext uri="{FF2B5EF4-FFF2-40B4-BE49-F238E27FC236}">
                    <a16:creationId xmlns:a16="http://schemas.microsoft.com/office/drawing/2014/main" id="{93AFA633-83B4-4CA6-AE0A-042939BB5514}"/>
                  </a:ext>
                </a:extLst>
              </p:cNvPr>
              <p:cNvSpPr/>
              <p:nvPr/>
            </p:nvSpPr>
            <p:spPr>
              <a:xfrm>
                <a:off x="1204208" y="20231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26" name="流程图: 接点 3825">
                <a:extLst>
                  <a:ext uri="{FF2B5EF4-FFF2-40B4-BE49-F238E27FC236}">
                    <a16:creationId xmlns:a16="http://schemas.microsoft.com/office/drawing/2014/main" id="{5B7C2923-F29E-4DC8-AF67-91A2672055B6}"/>
                  </a:ext>
                </a:extLst>
              </p:cNvPr>
              <p:cNvSpPr/>
              <p:nvPr/>
            </p:nvSpPr>
            <p:spPr>
              <a:xfrm>
                <a:off x="1071697" y="20437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27" name="流程图: 接点 3826">
                <a:extLst>
                  <a:ext uri="{FF2B5EF4-FFF2-40B4-BE49-F238E27FC236}">
                    <a16:creationId xmlns:a16="http://schemas.microsoft.com/office/drawing/2014/main" id="{705A3043-48C4-431B-8626-F5515DB95C8E}"/>
                  </a:ext>
                </a:extLst>
              </p:cNvPr>
              <p:cNvSpPr/>
              <p:nvPr/>
            </p:nvSpPr>
            <p:spPr>
              <a:xfrm>
                <a:off x="1140812" y="20211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28" name="流程图: 接点 3827">
                <a:extLst>
                  <a:ext uri="{FF2B5EF4-FFF2-40B4-BE49-F238E27FC236}">
                    <a16:creationId xmlns:a16="http://schemas.microsoft.com/office/drawing/2014/main" id="{D32E87A0-A857-4237-A5D3-438218BA620D}"/>
                  </a:ext>
                </a:extLst>
              </p:cNvPr>
              <p:cNvSpPr/>
              <p:nvPr/>
            </p:nvSpPr>
            <p:spPr>
              <a:xfrm>
                <a:off x="1071584" y="210926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29" name="流程图: 接点 3828">
                <a:extLst>
                  <a:ext uri="{FF2B5EF4-FFF2-40B4-BE49-F238E27FC236}">
                    <a16:creationId xmlns:a16="http://schemas.microsoft.com/office/drawing/2014/main" id="{484F003C-10F8-4DDE-82AF-D7ACD53D9800}"/>
                  </a:ext>
                </a:extLst>
              </p:cNvPr>
              <p:cNvSpPr/>
              <p:nvPr/>
            </p:nvSpPr>
            <p:spPr>
              <a:xfrm>
                <a:off x="1140699" y="208667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0" name="流程图: 接点 3829">
                <a:extLst>
                  <a:ext uri="{FF2B5EF4-FFF2-40B4-BE49-F238E27FC236}">
                    <a16:creationId xmlns:a16="http://schemas.microsoft.com/office/drawing/2014/main" id="{FDF38373-0514-4239-8BEE-403604691784}"/>
                  </a:ext>
                </a:extLst>
              </p:cNvPr>
              <p:cNvSpPr/>
              <p:nvPr/>
            </p:nvSpPr>
            <p:spPr>
              <a:xfrm>
                <a:off x="1008188" y="21072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1" name="流程图: 接点 3830">
                <a:extLst>
                  <a:ext uri="{FF2B5EF4-FFF2-40B4-BE49-F238E27FC236}">
                    <a16:creationId xmlns:a16="http://schemas.microsoft.com/office/drawing/2014/main" id="{DDA10EBA-2AD7-4552-879E-352DDE0364FE}"/>
                  </a:ext>
                </a:extLst>
              </p:cNvPr>
              <p:cNvSpPr/>
              <p:nvPr/>
            </p:nvSpPr>
            <p:spPr>
              <a:xfrm>
                <a:off x="1077303" y="20846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2" name="流程图: 接点 3831">
                <a:extLst>
                  <a:ext uri="{FF2B5EF4-FFF2-40B4-BE49-F238E27FC236}">
                    <a16:creationId xmlns:a16="http://schemas.microsoft.com/office/drawing/2014/main" id="{5DDCCF7B-FC0D-4F1D-A014-824FA9C4FCE0}"/>
                  </a:ext>
                </a:extLst>
              </p:cNvPr>
              <p:cNvSpPr/>
              <p:nvPr/>
            </p:nvSpPr>
            <p:spPr>
              <a:xfrm>
                <a:off x="1008076" y="21728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3" name="流程图: 接点 3832">
                <a:extLst>
                  <a:ext uri="{FF2B5EF4-FFF2-40B4-BE49-F238E27FC236}">
                    <a16:creationId xmlns:a16="http://schemas.microsoft.com/office/drawing/2014/main" id="{EA259C50-0CAE-42D1-BEFC-2A18F864CC84}"/>
                  </a:ext>
                </a:extLst>
              </p:cNvPr>
              <p:cNvSpPr/>
              <p:nvPr/>
            </p:nvSpPr>
            <p:spPr>
              <a:xfrm>
                <a:off x="1077191" y="21502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4" name="流程图: 接点 3833">
                <a:extLst>
                  <a:ext uri="{FF2B5EF4-FFF2-40B4-BE49-F238E27FC236}">
                    <a16:creationId xmlns:a16="http://schemas.microsoft.com/office/drawing/2014/main" id="{097B339A-168F-4151-825A-4C0672308B14}"/>
                  </a:ext>
                </a:extLst>
              </p:cNvPr>
              <p:cNvSpPr/>
              <p:nvPr/>
            </p:nvSpPr>
            <p:spPr>
              <a:xfrm>
                <a:off x="1355132" y="193632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5" name="流程图: 接点 3834">
                <a:extLst>
                  <a:ext uri="{FF2B5EF4-FFF2-40B4-BE49-F238E27FC236}">
                    <a16:creationId xmlns:a16="http://schemas.microsoft.com/office/drawing/2014/main" id="{39FF5859-B7D3-4870-B451-8150D6D1E6D8}"/>
                  </a:ext>
                </a:extLst>
              </p:cNvPr>
              <p:cNvSpPr/>
              <p:nvPr/>
            </p:nvSpPr>
            <p:spPr>
              <a:xfrm>
                <a:off x="1223083" y="197831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6" name="流程图: 接点 3835">
                <a:extLst>
                  <a:ext uri="{FF2B5EF4-FFF2-40B4-BE49-F238E27FC236}">
                    <a16:creationId xmlns:a16="http://schemas.microsoft.com/office/drawing/2014/main" id="{02C03406-B685-4861-8258-DFE8AB76948C}"/>
                  </a:ext>
                </a:extLst>
              </p:cNvPr>
              <p:cNvSpPr/>
              <p:nvPr/>
            </p:nvSpPr>
            <p:spPr>
              <a:xfrm>
                <a:off x="1292198" y="195571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7" name="流程图: 接点 3836">
                <a:extLst>
                  <a:ext uri="{FF2B5EF4-FFF2-40B4-BE49-F238E27FC236}">
                    <a16:creationId xmlns:a16="http://schemas.microsoft.com/office/drawing/2014/main" id="{FE134D83-DD91-48AF-9FC6-68FB1BD7FE81}"/>
                  </a:ext>
                </a:extLst>
              </p:cNvPr>
              <p:cNvSpPr/>
              <p:nvPr/>
            </p:nvSpPr>
            <p:spPr>
              <a:xfrm>
                <a:off x="1490942" y="19163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8" name="流程图: 接点 3837">
                <a:extLst>
                  <a:ext uri="{FF2B5EF4-FFF2-40B4-BE49-F238E27FC236}">
                    <a16:creationId xmlns:a16="http://schemas.microsoft.com/office/drawing/2014/main" id="{4EA4B3E1-E9CB-497D-A26B-8B3BBF3C98B4}"/>
                  </a:ext>
                </a:extLst>
              </p:cNvPr>
              <p:cNvSpPr/>
              <p:nvPr/>
            </p:nvSpPr>
            <p:spPr>
              <a:xfrm>
                <a:off x="1427434" y="197996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9" name="流程图: 接点 3838">
                <a:extLst>
                  <a:ext uri="{FF2B5EF4-FFF2-40B4-BE49-F238E27FC236}">
                    <a16:creationId xmlns:a16="http://schemas.microsoft.com/office/drawing/2014/main" id="{A533E75F-F0F3-4E09-9B3F-37695EB04759}"/>
                  </a:ext>
                </a:extLst>
              </p:cNvPr>
              <p:cNvSpPr/>
              <p:nvPr/>
            </p:nvSpPr>
            <p:spPr>
              <a:xfrm>
                <a:off x="1496549" y="195736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40" name="流程图: 接点 3839">
                <a:extLst>
                  <a:ext uri="{FF2B5EF4-FFF2-40B4-BE49-F238E27FC236}">
                    <a16:creationId xmlns:a16="http://schemas.microsoft.com/office/drawing/2014/main" id="{CDE12A8A-DED8-44F6-959C-D4036B234B74}"/>
                  </a:ext>
                </a:extLst>
              </p:cNvPr>
              <p:cNvSpPr/>
              <p:nvPr/>
            </p:nvSpPr>
            <p:spPr>
              <a:xfrm>
                <a:off x="1364037" y="19779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41" name="流程图: 接点 3840">
                <a:extLst>
                  <a:ext uri="{FF2B5EF4-FFF2-40B4-BE49-F238E27FC236}">
                    <a16:creationId xmlns:a16="http://schemas.microsoft.com/office/drawing/2014/main" id="{64BC3A2E-915C-48C2-9908-A08E5C8573DB}"/>
                  </a:ext>
                </a:extLst>
              </p:cNvPr>
              <p:cNvSpPr/>
              <p:nvPr/>
            </p:nvSpPr>
            <p:spPr>
              <a:xfrm>
                <a:off x="1433153" y="19553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42" name="流程图: 接点 3841">
                <a:extLst>
                  <a:ext uri="{FF2B5EF4-FFF2-40B4-BE49-F238E27FC236}">
                    <a16:creationId xmlns:a16="http://schemas.microsoft.com/office/drawing/2014/main" id="{CFC42D53-0953-4246-8E98-79D5C7A6F912}"/>
                  </a:ext>
                </a:extLst>
              </p:cNvPr>
              <p:cNvSpPr/>
              <p:nvPr/>
            </p:nvSpPr>
            <p:spPr>
              <a:xfrm>
                <a:off x="1363925" y="204352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43" name="流程图: 接点 3842">
                <a:extLst>
                  <a:ext uri="{FF2B5EF4-FFF2-40B4-BE49-F238E27FC236}">
                    <a16:creationId xmlns:a16="http://schemas.microsoft.com/office/drawing/2014/main" id="{0A7F163F-ABEE-4E7B-B603-A87907A40C9B}"/>
                  </a:ext>
                </a:extLst>
              </p:cNvPr>
              <p:cNvSpPr/>
              <p:nvPr/>
            </p:nvSpPr>
            <p:spPr>
              <a:xfrm>
                <a:off x="1433040" y="20209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44" name="流程图: 接点 3843">
                <a:extLst>
                  <a:ext uri="{FF2B5EF4-FFF2-40B4-BE49-F238E27FC236}">
                    <a16:creationId xmlns:a16="http://schemas.microsoft.com/office/drawing/2014/main" id="{8304D83C-A898-4BBE-A38F-4655860474CC}"/>
                  </a:ext>
                </a:extLst>
              </p:cNvPr>
              <p:cNvSpPr/>
              <p:nvPr/>
            </p:nvSpPr>
            <p:spPr>
              <a:xfrm>
                <a:off x="1257761" y="207284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45" name="流程图: 接点 3844">
                <a:extLst>
                  <a:ext uri="{FF2B5EF4-FFF2-40B4-BE49-F238E27FC236}">
                    <a16:creationId xmlns:a16="http://schemas.microsoft.com/office/drawing/2014/main" id="{6838BC81-8D57-4D7B-9EEE-5627F97E4A4C}"/>
                  </a:ext>
                </a:extLst>
              </p:cNvPr>
              <p:cNvSpPr/>
              <p:nvPr/>
            </p:nvSpPr>
            <p:spPr>
              <a:xfrm>
                <a:off x="1125711" y="21148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46" name="流程图: 接点 3845">
                <a:extLst>
                  <a:ext uri="{FF2B5EF4-FFF2-40B4-BE49-F238E27FC236}">
                    <a16:creationId xmlns:a16="http://schemas.microsoft.com/office/drawing/2014/main" id="{8459B86C-1A93-4E67-9D32-8D86D9B5446C}"/>
                  </a:ext>
                </a:extLst>
              </p:cNvPr>
              <p:cNvSpPr/>
              <p:nvPr/>
            </p:nvSpPr>
            <p:spPr>
              <a:xfrm>
                <a:off x="1194826" y="20922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47" name="流程图: 接点 3846">
                <a:extLst>
                  <a:ext uri="{FF2B5EF4-FFF2-40B4-BE49-F238E27FC236}">
                    <a16:creationId xmlns:a16="http://schemas.microsoft.com/office/drawing/2014/main" id="{6844D2BA-08A0-4BEA-AEBB-6534FF0DCC49}"/>
                  </a:ext>
                </a:extLst>
              </p:cNvPr>
              <p:cNvSpPr/>
              <p:nvPr/>
            </p:nvSpPr>
            <p:spPr>
              <a:xfrm>
                <a:off x="1330062" y="21164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48" name="流程图: 接点 3847">
                <a:extLst>
                  <a:ext uri="{FF2B5EF4-FFF2-40B4-BE49-F238E27FC236}">
                    <a16:creationId xmlns:a16="http://schemas.microsoft.com/office/drawing/2014/main" id="{2ED8ADA9-EB7C-441F-8B24-5B71C3FD8535}"/>
                  </a:ext>
                </a:extLst>
              </p:cNvPr>
              <p:cNvSpPr/>
              <p:nvPr/>
            </p:nvSpPr>
            <p:spPr>
              <a:xfrm>
                <a:off x="1399177" y="209388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49" name="流程图: 接点 3848">
                <a:extLst>
                  <a:ext uri="{FF2B5EF4-FFF2-40B4-BE49-F238E27FC236}">
                    <a16:creationId xmlns:a16="http://schemas.microsoft.com/office/drawing/2014/main" id="{CD7AB6DE-4727-4D33-B5D3-BF849971FEF9}"/>
                  </a:ext>
                </a:extLst>
              </p:cNvPr>
              <p:cNvSpPr/>
              <p:nvPr/>
            </p:nvSpPr>
            <p:spPr>
              <a:xfrm>
                <a:off x="1266666" y="21145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50" name="流程图: 接点 3849">
                <a:extLst>
                  <a:ext uri="{FF2B5EF4-FFF2-40B4-BE49-F238E27FC236}">
                    <a16:creationId xmlns:a16="http://schemas.microsoft.com/office/drawing/2014/main" id="{81999CFB-13A2-48AD-8F81-F9C1D179DBEA}"/>
                  </a:ext>
                </a:extLst>
              </p:cNvPr>
              <p:cNvSpPr/>
              <p:nvPr/>
            </p:nvSpPr>
            <p:spPr>
              <a:xfrm>
                <a:off x="1335781" y="209190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51" name="流程图: 接点 3850">
                <a:extLst>
                  <a:ext uri="{FF2B5EF4-FFF2-40B4-BE49-F238E27FC236}">
                    <a16:creationId xmlns:a16="http://schemas.microsoft.com/office/drawing/2014/main" id="{979ADCF9-F04E-4587-9789-9E441408936B}"/>
                  </a:ext>
                </a:extLst>
              </p:cNvPr>
              <p:cNvSpPr/>
              <p:nvPr/>
            </p:nvSpPr>
            <p:spPr>
              <a:xfrm>
                <a:off x="1266553" y="218004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52" name="流程图: 接点 3851">
                <a:extLst>
                  <a:ext uri="{FF2B5EF4-FFF2-40B4-BE49-F238E27FC236}">
                    <a16:creationId xmlns:a16="http://schemas.microsoft.com/office/drawing/2014/main" id="{568714B3-0B74-45BC-BB49-74C24E3E490C}"/>
                  </a:ext>
                </a:extLst>
              </p:cNvPr>
              <p:cNvSpPr/>
              <p:nvPr/>
            </p:nvSpPr>
            <p:spPr>
              <a:xfrm>
                <a:off x="1335668" y="215745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53" name="流程图: 接点 3852">
                <a:extLst>
                  <a:ext uri="{FF2B5EF4-FFF2-40B4-BE49-F238E27FC236}">
                    <a16:creationId xmlns:a16="http://schemas.microsoft.com/office/drawing/2014/main" id="{461DEBD2-9487-45B0-B5F2-74353C6E2738}"/>
                  </a:ext>
                </a:extLst>
              </p:cNvPr>
              <p:cNvSpPr/>
              <p:nvPr/>
            </p:nvSpPr>
            <p:spPr>
              <a:xfrm>
                <a:off x="1436342" y="205131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54" name="流程图: 接点 3853">
                <a:extLst>
                  <a:ext uri="{FF2B5EF4-FFF2-40B4-BE49-F238E27FC236}">
                    <a16:creationId xmlns:a16="http://schemas.microsoft.com/office/drawing/2014/main" id="{D35F0DB0-034C-46FE-BFA9-516C7223ECEA}"/>
                  </a:ext>
                </a:extLst>
              </p:cNvPr>
              <p:cNvSpPr/>
              <p:nvPr/>
            </p:nvSpPr>
            <p:spPr>
              <a:xfrm>
                <a:off x="1572152" y="20313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55" name="流程图: 接点 3854">
                <a:extLst>
                  <a:ext uri="{FF2B5EF4-FFF2-40B4-BE49-F238E27FC236}">
                    <a16:creationId xmlns:a16="http://schemas.microsoft.com/office/drawing/2014/main" id="{A812F43A-2907-4226-A04B-4F9ABA7AAE6E}"/>
                  </a:ext>
                </a:extLst>
              </p:cNvPr>
              <p:cNvSpPr/>
              <p:nvPr/>
            </p:nvSpPr>
            <p:spPr>
              <a:xfrm>
                <a:off x="1508644" y="209494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56" name="流程图: 接点 3855">
                <a:extLst>
                  <a:ext uri="{FF2B5EF4-FFF2-40B4-BE49-F238E27FC236}">
                    <a16:creationId xmlns:a16="http://schemas.microsoft.com/office/drawing/2014/main" id="{C9779FDF-8F59-4E78-85BC-197CAD8D69C6}"/>
                  </a:ext>
                </a:extLst>
              </p:cNvPr>
              <p:cNvSpPr/>
              <p:nvPr/>
            </p:nvSpPr>
            <p:spPr>
              <a:xfrm>
                <a:off x="1577759" y="207235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57" name="流程图: 接点 3856">
                <a:extLst>
                  <a:ext uri="{FF2B5EF4-FFF2-40B4-BE49-F238E27FC236}">
                    <a16:creationId xmlns:a16="http://schemas.microsoft.com/office/drawing/2014/main" id="{1130951A-4CBA-4104-9583-F2EEAE401A17}"/>
                  </a:ext>
                </a:extLst>
              </p:cNvPr>
              <p:cNvSpPr/>
              <p:nvPr/>
            </p:nvSpPr>
            <p:spPr>
              <a:xfrm>
                <a:off x="1445248" y="20929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58" name="流程图: 接点 3857">
                <a:extLst>
                  <a:ext uri="{FF2B5EF4-FFF2-40B4-BE49-F238E27FC236}">
                    <a16:creationId xmlns:a16="http://schemas.microsoft.com/office/drawing/2014/main" id="{D748615C-D107-4FF5-889C-A846F1F637F8}"/>
                  </a:ext>
                </a:extLst>
              </p:cNvPr>
              <p:cNvSpPr/>
              <p:nvPr/>
            </p:nvSpPr>
            <p:spPr>
              <a:xfrm>
                <a:off x="1514363" y="207036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59" name="流程图: 接点 3858">
                <a:extLst>
                  <a:ext uri="{FF2B5EF4-FFF2-40B4-BE49-F238E27FC236}">
                    <a16:creationId xmlns:a16="http://schemas.microsoft.com/office/drawing/2014/main" id="{82A9748C-2EC4-4491-BABF-646EEFF5C2AA}"/>
                  </a:ext>
                </a:extLst>
              </p:cNvPr>
              <p:cNvSpPr/>
              <p:nvPr/>
            </p:nvSpPr>
            <p:spPr>
              <a:xfrm>
                <a:off x="1445135" y="215851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0" name="流程图: 接点 3859">
                <a:extLst>
                  <a:ext uri="{FF2B5EF4-FFF2-40B4-BE49-F238E27FC236}">
                    <a16:creationId xmlns:a16="http://schemas.microsoft.com/office/drawing/2014/main" id="{7C748DE0-12E3-49C9-8E6F-ADEC86D8CA9B}"/>
                  </a:ext>
                </a:extLst>
              </p:cNvPr>
              <p:cNvSpPr/>
              <p:nvPr/>
            </p:nvSpPr>
            <p:spPr>
              <a:xfrm>
                <a:off x="1514250" y="213591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1" name="流程图: 接点 3860">
                <a:extLst>
                  <a:ext uri="{FF2B5EF4-FFF2-40B4-BE49-F238E27FC236}">
                    <a16:creationId xmlns:a16="http://schemas.microsoft.com/office/drawing/2014/main" id="{306AB66B-9468-45B8-B455-B704363BF58C}"/>
                  </a:ext>
                </a:extLst>
              </p:cNvPr>
              <p:cNvSpPr/>
              <p:nvPr/>
            </p:nvSpPr>
            <p:spPr>
              <a:xfrm>
                <a:off x="1411272" y="223147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2" name="流程图: 接点 3861">
                <a:extLst>
                  <a:ext uri="{FF2B5EF4-FFF2-40B4-BE49-F238E27FC236}">
                    <a16:creationId xmlns:a16="http://schemas.microsoft.com/office/drawing/2014/main" id="{72EEFD55-1CFB-4E26-BDB8-58F7CA6B9F0B}"/>
                  </a:ext>
                </a:extLst>
              </p:cNvPr>
              <p:cNvSpPr/>
              <p:nvPr/>
            </p:nvSpPr>
            <p:spPr>
              <a:xfrm>
                <a:off x="1480387" y="22088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3" name="流程图: 接点 3862">
                <a:extLst>
                  <a:ext uri="{FF2B5EF4-FFF2-40B4-BE49-F238E27FC236}">
                    <a16:creationId xmlns:a16="http://schemas.microsoft.com/office/drawing/2014/main" id="{E44C44AA-1CF1-4928-AFEA-5F228EB7B6D0}"/>
                  </a:ext>
                </a:extLst>
              </p:cNvPr>
              <p:cNvSpPr/>
              <p:nvPr/>
            </p:nvSpPr>
            <p:spPr>
              <a:xfrm>
                <a:off x="1416991" y="220689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4" name="流程图: 接点 3863">
                <a:extLst>
                  <a:ext uri="{FF2B5EF4-FFF2-40B4-BE49-F238E27FC236}">
                    <a16:creationId xmlns:a16="http://schemas.microsoft.com/office/drawing/2014/main" id="{2A9D97E8-2622-4542-86C5-D45EB74A9748}"/>
                  </a:ext>
                </a:extLst>
              </p:cNvPr>
              <p:cNvSpPr/>
              <p:nvPr/>
            </p:nvSpPr>
            <p:spPr>
              <a:xfrm>
                <a:off x="1416878" y="22724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5" name="流程图: 接点 3864">
                <a:extLst>
                  <a:ext uri="{FF2B5EF4-FFF2-40B4-BE49-F238E27FC236}">
                    <a16:creationId xmlns:a16="http://schemas.microsoft.com/office/drawing/2014/main" id="{1E142A49-BF7E-4259-B2DB-698D58480BC1}"/>
                  </a:ext>
                </a:extLst>
              </p:cNvPr>
              <p:cNvSpPr/>
              <p:nvPr/>
            </p:nvSpPr>
            <p:spPr>
              <a:xfrm>
                <a:off x="1143120" y="211463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6" name="流程图: 接点 3865">
                <a:extLst>
                  <a:ext uri="{FF2B5EF4-FFF2-40B4-BE49-F238E27FC236}">
                    <a16:creationId xmlns:a16="http://schemas.microsoft.com/office/drawing/2014/main" id="{E7E7C500-D5FF-4E55-A964-FB38C87E0831}"/>
                  </a:ext>
                </a:extLst>
              </p:cNvPr>
              <p:cNvSpPr/>
              <p:nvPr/>
            </p:nvSpPr>
            <p:spPr>
              <a:xfrm>
                <a:off x="1036956" y="214396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7" name="流程图: 接点 3866">
                <a:extLst>
                  <a:ext uri="{FF2B5EF4-FFF2-40B4-BE49-F238E27FC236}">
                    <a16:creationId xmlns:a16="http://schemas.microsoft.com/office/drawing/2014/main" id="{5E2C6016-F38F-42E8-8CFF-BF5CE519DC29}"/>
                  </a:ext>
                </a:extLst>
              </p:cNvPr>
              <p:cNvSpPr/>
              <p:nvPr/>
            </p:nvSpPr>
            <p:spPr>
              <a:xfrm>
                <a:off x="1109257" y="21875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8" name="流程图: 接点 3867">
                <a:extLst>
                  <a:ext uri="{FF2B5EF4-FFF2-40B4-BE49-F238E27FC236}">
                    <a16:creationId xmlns:a16="http://schemas.microsoft.com/office/drawing/2014/main" id="{C1817313-23A0-4E7F-A4D9-F9714E86FFF5}"/>
                  </a:ext>
                </a:extLst>
              </p:cNvPr>
              <p:cNvSpPr/>
              <p:nvPr/>
            </p:nvSpPr>
            <p:spPr>
              <a:xfrm>
                <a:off x="1178372" y="21650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9" name="流程图: 接点 3868">
                <a:extLst>
                  <a:ext uri="{FF2B5EF4-FFF2-40B4-BE49-F238E27FC236}">
                    <a16:creationId xmlns:a16="http://schemas.microsoft.com/office/drawing/2014/main" id="{6584A03E-03FC-460F-AB4D-13A1984B3C8B}"/>
                  </a:ext>
                </a:extLst>
              </p:cNvPr>
              <p:cNvSpPr/>
              <p:nvPr/>
            </p:nvSpPr>
            <p:spPr>
              <a:xfrm>
                <a:off x="1045861" y="218561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70" name="流程图: 接点 3869">
                <a:extLst>
                  <a:ext uri="{FF2B5EF4-FFF2-40B4-BE49-F238E27FC236}">
                    <a16:creationId xmlns:a16="http://schemas.microsoft.com/office/drawing/2014/main" id="{2BE6880E-8BA4-47D3-A053-4A006C89D836}"/>
                  </a:ext>
                </a:extLst>
              </p:cNvPr>
              <p:cNvSpPr/>
              <p:nvPr/>
            </p:nvSpPr>
            <p:spPr>
              <a:xfrm>
                <a:off x="1114976" y="21630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71" name="流程图: 接点 3870">
                <a:extLst>
                  <a:ext uri="{FF2B5EF4-FFF2-40B4-BE49-F238E27FC236}">
                    <a16:creationId xmlns:a16="http://schemas.microsoft.com/office/drawing/2014/main" id="{BBD11109-F14F-447B-A270-9FCACC4F9B0B}"/>
                  </a:ext>
                </a:extLst>
              </p:cNvPr>
              <p:cNvSpPr/>
              <p:nvPr/>
            </p:nvSpPr>
            <p:spPr>
              <a:xfrm>
                <a:off x="1045748" y="22511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72" name="流程图: 接点 3871">
                <a:extLst>
                  <a:ext uri="{FF2B5EF4-FFF2-40B4-BE49-F238E27FC236}">
                    <a16:creationId xmlns:a16="http://schemas.microsoft.com/office/drawing/2014/main" id="{374C7827-CB53-43B5-8F8C-EE5305ACA063}"/>
                  </a:ext>
                </a:extLst>
              </p:cNvPr>
              <p:cNvSpPr/>
              <p:nvPr/>
            </p:nvSpPr>
            <p:spPr>
              <a:xfrm>
                <a:off x="1114863" y="22285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73" name="流程图: 接点 3872">
                <a:extLst>
                  <a:ext uri="{FF2B5EF4-FFF2-40B4-BE49-F238E27FC236}">
                    <a16:creationId xmlns:a16="http://schemas.microsoft.com/office/drawing/2014/main" id="{B41084D7-67D9-4798-9196-0C49C0113A22}"/>
                  </a:ext>
                </a:extLst>
              </p:cNvPr>
              <p:cNvSpPr/>
              <p:nvPr/>
            </p:nvSpPr>
            <p:spPr>
              <a:xfrm>
                <a:off x="1215538" y="21224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74" name="流程图: 接点 3873">
                <a:extLst>
                  <a:ext uri="{FF2B5EF4-FFF2-40B4-BE49-F238E27FC236}">
                    <a16:creationId xmlns:a16="http://schemas.microsoft.com/office/drawing/2014/main" id="{A92B9995-5DE1-47D9-AFCD-86157B98D39F}"/>
                  </a:ext>
                </a:extLst>
              </p:cNvPr>
              <p:cNvSpPr/>
              <p:nvPr/>
            </p:nvSpPr>
            <p:spPr>
              <a:xfrm>
                <a:off x="1190467" y="23025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75" name="流程图: 接点 3874">
                <a:extLst>
                  <a:ext uri="{FF2B5EF4-FFF2-40B4-BE49-F238E27FC236}">
                    <a16:creationId xmlns:a16="http://schemas.microsoft.com/office/drawing/2014/main" id="{1DC3ACE1-4A31-48FE-B1DE-76FA42CA22EA}"/>
                  </a:ext>
                </a:extLst>
              </p:cNvPr>
              <p:cNvSpPr/>
              <p:nvPr/>
            </p:nvSpPr>
            <p:spPr>
              <a:xfrm>
                <a:off x="1196186" y="22780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76" name="流程图: 接点 3875">
                <a:extLst>
                  <a:ext uri="{FF2B5EF4-FFF2-40B4-BE49-F238E27FC236}">
                    <a16:creationId xmlns:a16="http://schemas.microsoft.com/office/drawing/2014/main" id="{8DB2DB08-7133-465A-AAB6-DCB871352626}"/>
                  </a:ext>
                </a:extLst>
              </p:cNvPr>
              <p:cNvSpPr/>
              <p:nvPr/>
            </p:nvSpPr>
            <p:spPr>
              <a:xfrm>
                <a:off x="1318508" y="18577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77" name="流程图: 接点 3876">
                <a:extLst>
                  <a:ext uri="{FF2B5EF4-FFF2-40B4-BE49-F238E27FC236}">
                    <a16:creationId xmlns:a16="http://schemas.microsoft.com/office/drawing/2014/main" id="{AC52A952-4081-4563-BF3A-64199EE987A0}"/>
                  </a:ext>
                </a:extLst>
              </p:cNvPr>
              <p:cNvSpPr/>
              <p:nvPr/>
            </p:nvSpPr>
            <p:spPr>
              <a:xfrm>
                <a:off x="1255112" y="18557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78" name="流程图: 接点 3877">
                <a:extLst>
                  <a:ext uri="{FF2B5EF4-FFF2-40B4-BE49-F238E27FC236}">
                    <a16:creationId xmlns:a16="http://schemas.microsoft.com/office/drawing/2014/main" id="{5995DC04-F636-4BFD-8C95-80A2DE9AA2DE}"/>
                  </a:ext>
                </a:extLst>
              </p:cNvPr>
              <p:cNvSpPr/>
              <p:nvPr/>
            </p:nvSpPr>
            <p:spPr>
              <a:xfrm>
                <a:off x="1255000" y="19213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79" name="流程图: 接点 3878">
                <a:extLst>
                  <a:ext uri="{FF2B5EF4-FFF2-40B4-BE49-F238E27FC236}">
                    <a16:creationId xmlns:a16="http://schemas.microsoft.com/office/drawing/2014/main" id="{6C97EAE7-BC89-4362-B161-B97153A65E49}"/>
                  </a:ext>
                </a:extLst>
              </p:cNvPr>
              <p:cNvSpPr/>
              <p:nvPr/>
            </p:nvSpPr>
            <p:spPr>
              <a:xfrm>
                <a:off x="1324115" y="189872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80" name="流程图: 接点 3879">
                <a:extLst>
                  <a:ext uri="{FF2B5EF4-FFF2-40B4-BE49-F238E27FC236}">
                    <a16:creationId xmlns:a16="http://schemas.microsoft.com/office/drawing/2014/main" id="{A28F5272-2943-4989-B9E6-9328BD0B9074}"/>
                  </a:ext>
                </a:extLst>
              </p:cNvPr>
              <p:cNvSpPr/>
              <p:nvPr/>
            </p:nvSpPr>
            <p:spPr>
              <a:xfrm>
                <a:off x="1221136" y="19942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81" name="流程图: 接点 3880">
                <a:extLst>
                  <a:ext uri="{FF2B5EF4-FFF2-40B4-BE49-F238E27FC236}">
                    <a16:creationId xmlns:a16="http://schemas.microsoft.com/office/drawing/2014/main" id="{ABC85D43-BA92-44C9-B373-81508E619069}"/>
                  </a:ext>
                </a:extLst>
              </p:cNvPr>
              <p:cNvSpPr/>
              <p:nvPr/>
            </p:nvSpPr>
            <p:spPr>
              <a:xfrm>
                <a:off x="1290251" y="19716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82" name="流程图: 接点 3881">
                <a:extLst>
                  <a:ext uri="{FF2B5EF4-FFF2-40B4-BE49-F238E27FC236}">
                    <a16:creationId xmlns:a16="http://schemas.microsoft.com/office/drawing/2014/main" id="{2184C9F6-0EE7-47D5-9472-FD964DAF7523}"/>
                  </a:ext>
                </a:extLst>
              </p:cNvPr>
              <p:cNvSpPr/>
              <p:nvPr/>
            </p:nvSpPr>
            <p:spPr>
              <a:xfrm>
                <a:off x="1226855" y="19696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83" name="流程图: 接点 3882">
                <a:extLst>
                  <a:ext uri="{FF2B5EF4-FFF2-40B4-BE49-F238E27FC236}">
                    <a16:creationId xmlns:a16="http://schemas.microsoft.com/office/drawing/2014/main" id="{70AC8059-994F-4CBF-8F42-6BBC4780A7F8}"/>
                  </a:ext>
                </a:extLst>
              </p:cNvPr>
              <p:cNvSpPr/>
              <p:nvPr/>
            </p:nvSpPr>
            <p:spPr>
              <a:xfrm>
                <a:off x="1226743" y="20352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84" name="流程图: 接点 3883">
                <a:extLst>
                  <a:ext uri="{FF2B5EF4-FFF2-40B4-BE49-F238E27FC236}">
                    <a16:creationId xmlns:a16="http://schemas.microsoft.com/office/drawing/2014/main" id="{D9E871C9-E1DF-4C81-A4BC-FA3743690D5F}"/>
                  </a:ext>
                </a:extLst>
              </p:cNvPr>
              <p:cNvSpPr/>
              <p:nvPr/>
            </p:nvSpPr>
            <p:spPr>
              <a:xfrm>
                <a:off x="1327417" y="19291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85" name="流程图: 接点 3884">
                <a:extLst>
                  <a:ext uri="{FF2B5EF4-FFF2-40B4-BE49-F238E27FC236}">
                    <a16:creationId xmlns:a16="http://schemas.microsoft.com/office/drawing/2014/main" id="{74132557-1BE3-48DA-8A65-37D9DAB97017}"/>
                  </a:ext>
                </a:extLst>
              </p:cNvPr>
              <p:cNvSpPr/>
              <p:nvPr/>
            </p:nvSpPr>
            <p:spPr>
              <a:xfrm>
                <a:off x="1463227" y="19091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86" name="流程图: 接点 3885">
                <a:extLst>
                  <a:ext uri="{FF2B5EF4-FFF2-40B4-BE49-F238E27FC236}">
                    <a16:creationId xmlns:a16="http://schemas.microsoft.com/office/drawing/2014/main" id="{40564D12-DB75-4B54-9860-16E74F8B55CE}"/>
                  </a:ext>
                </a:extLst>
              </p:cNvPr>
              <p:cNvSpPr/>
              <p:nvPr/>
            </p:nvSpPr>
            <p:spPr>
              <a:xfrm>
                <a:off x="1399718" y="197274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87" name="流程图: 接点 3886">
                <a:extLst>
                  <a:ext uri="{FF2B5EF4-FFF2-40B4-BE49-F238E27FC236}">
                    <a16:creationId xmlns:a16="http://schemas.microsoft.com/office/drawing/2014/main" id="{52D2D210-581E-4433-B095-07ED4298238F}"/>
                  </a:ext>
                </a:extLst>
              </p:cNvPr>
              <p:cNvSpPr/>
              <p:nvPr/>
            </p:nvSpPr>
            <p:spPr>
              <a:xfrm>
                <a:off x="1468833" y="19501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88" name="流程图: 接点 3887">
                <a:extLst>
                  <a:ext uri="{FF2B5EF4-FFF2-40B4-BE49-F238E27FC236}">
                    <a16:creationId xmlns:a16="http://schemas.microsoft.com/office/drawing/2014/main" id="{B96F327C-D253-4600-9F18-125E5927E9FF}"/>
                  </a:ext>
                </a:extLst>
              </p:cNvPr>
              <p:cNvSpPr/>
              <p:nvPr/>
            </p:nvSpPr>
            <p:spPr>
              <a:xfrm>
                <a:off x="1336322" y="197076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89" name="流程图: 接点 3888">
                <a:extLst>
                  <a:ext uri="{FF2B5EF4-FFF2-40B4-BE49-F238E27FC236}">
                    <a16:creationId xmlns:a16="http://schemas.microsoft.com/office/drawing/2014/main" id="{FFFECC8F-D5FB-4661-9C4C-005D48E0F1FF}"/>
                  </a:ext>
                </a:extLst>
              </p:cNvPr>
              <p:cNvSpPr/>
              <p:nvPr/>
            </p:nvSpPr>
            <p:spPr>
              <a:xfrm>
                <a:off x="1405437" y="194816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90" name="流程图: 接点 3889">
                <a:extLst>
                  <a:ext uri="{FF2B5EF4-FFF2-40B4-BE49-F238E27FC236}">
                    <a16:creationId xmlns:a16="http://schemas.microsoft.com/office/drawing/2014/main" id="{15C0461F-2173-4A90-95E5-EE49D6D4FBD8}"/>
                  </a:ext>
                </a:extLst>
              </p:cNvPr>
              <p:cNvSpPr/>
              <p:nvPr/>
            </p:nvSpPr>
            <p:spPr>
              <a:xfrm>
                <a:off x="1336210" y="20363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91" name="流程图: 接点 3890">
                <a:extLst>
                  <a:ext uri="{FF2B5EF4-FFF2-40B4-BE49-F238E27FC236}">
                    <a16:creationId xmlns:a16="http://schemas.microsoft.com/office/drawing/2014/main" id="{7C37BBB9-CDCB-40A6-96DB-61EEC4716898}"/>
                  </a:ext>
                </a:extLst>
              </p:cNvPr>
              <p:cNvSpPr/>
              <p:nvPr/>
            </p:nvSpPr>
            <p:spPr>
              <a:xfrm>
                <a:off x="1405325" y="201371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92" name="流程图: 接点 3891">
                <a:extLst>
                  <a:ext uri="{FF2B5EF4-FFF2-40B4-BE49-F238E27FC236}">
                    <a16:creationId xmlns:a16="http://schemas.microsoft.com/office/drawing/2014/main" id="{585AFFD6-B94B-4B04-8072-7C600AB17E2A}"/>
                  </a:ext>
                </a:extLst>
              </p:cNvPr>
              <p:cNvSpPr/>
              <p:nvPr/>
            </p:nvSpPr>
            <p:spPr>
              <a:xfrm>
                <a:off x="1302346" y="210926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93" name="流程图: 接点 3892">
                <a:extLst>
                  <a:ext uri="{FF2B5EF4-FFF2-40B4-BE49-F238E27FC236}">
                    <a16:creationId xmlns:a16="http://schemas.microsoft.com/office/drawing/2014/main" id="{C93D092B-5699-44EB-BA65-3F50113525CE}"/>
                  </a:ext>
                </a:extLst>
              </p:cNvPr>
              <p:cNvSpPr/>
              <p:nvPr/>
            </p:nvSpPr>
            <p:spPr>
              <a:xfrm>
                <a:off x="1371462" y="208667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94" name="流程图: 接点 3893">
                <a:extLst>
                  <a:ext uri="{FF2B5EF4-FFF2-40B4-BE49-F238E27FC236}">
                    <a16:creationId xmlns:a16="http://schemas.microsoft.com/office/drawing/2014/main" id="{DC5F5415-94DD-46D4-84E4-B46A75EF7367}"/>
                  </a:ext>
                </a:extLst>
              </p:cNvPr>
              <p:cNvSpPr/>
              <p:nvPr/>
            </p:nvSpPr>
            <p:spPr>
              <a:xfrm>
                <a:off x="1308065" y="20846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95" name="流程图: 接点 3894">
                <a:extLst>
                  <a:ext uri="{FF2B5EF4-FFF2-40B4-BE49-F238E27FC236}">
                    <a16:creationId xmlns:a16="http://schemas.microsoft.com/office/drawing/2014/main" id="{4472F3DE-04FC-4AE5-8226-239B2A184760}"/>
                  </a:ext>
                </a:extLst>
              </p:cNvPr>
              <p:cNvSpPr/>
              <p:nvPr/>
            </p:nvSpPr>
            <p:spPr>
              <a:xfrm>
                <a:off x="1307953" y="21502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96" name="流程图: 接点 3895">
                <a:extLst>
                  <a:ext uri="{FF2B5EF4-FFF2-40B4-BE49-F238E27FC236}">
                    <a16:creationId xmlns:a16="http://schemas.microsoft.com/office/drawing/2014/main" id="{B853843E-05E0-487B-A5B5-41B36306EE7D}"/>
                  </a:ext>
                </a:extLst>
              </p:cNvPr>
              <p:cNvSpPr/>
              <p:nvPr/>
            </p:nvSpPr>
            <p:spPr>
              <a:xfrm>
                <a:off x="1017291" y="18507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97" name="流程图: 接点 3896">
                <a:extLst>
                  <a:ext uri="{FF2B5EF4-FFF2-40B4-BE49-F238E27FC236}">
                    <a16:creationId xmlns:a16="http://schemas.microsoft.com/office/drawing/2014/main" id="{FF73A227-A683-423C-BCC1-436E569FF7BF}"/>
                  </a:ext>
                </a:extLst>
              </p:cNvPr>
              <p:cNvSpPr/>
              <p:nvPr/>
            </p:nvSpPr>
            <p:spPr>
              <a:xfrm>
                <a:off x="1022898" y="189166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98" name="流程图: 接点 3897">
                <a:extLst>
                  <a:ext uri="{FF2B5EF4-FFF2-40B4-BE49-F238E27FC236}">
                    <a16:creationId xmlns:a16="http://schemas.microsoft.com/office/drawing/2014/main" id="{B353E5BF-CFB2-4306-AC69-9A1BA1E25C62}"/>
                  </a:ext>
                </a:extLst>
              </p:cNvPr>
              <p:cNvSpPr/>
              <p:nvPr/>
            </p:nvSpPr>
            <p:spPr>
              <a:xfrm>
                <a:off x="1132365" y="189273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99" name="流程图: 接点 3898">
                <a:extLst>
                  <a:ext uri="{FF2B5EF4-FFF2-40B4-BE49-F238E27FC236}">
                    <a16:creationId xmlns:a16="http://schemas.microsoft.com/office/drawing/2014/main" id="{10F0E8E5-9D86-4C70-B823-58D25685624F}"/>
                  </a:ext>
                </a:extLst>
              </p:cNvPr>
              <p:cNvSpPr/>
              <p:nvPr/>
            </p:nvSpPr>
            <p:spPr>
              <a:xfrm>
                <a:off x="1201480" y="18701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00" name="流程图: 接点 3899">
                <a:extLst>
                  <a:ext uri="{FF2B5EF4-FFF2-40B4-BE49-F238E27FC236}">
                    <a16:creationId xmlns:a16="http://schemas.microsoft.com/office/drawing/2014/main" id="{8C8A8A97-9B45-46C7-919A-21906696AD53}"/>
                  </a:ext>
                </a:extLst>
              </p:cNvPr>
              <p:cNvSpPr/>
              <p:nvPr/>
            </p:nvSpPr>
            <p:spPr>
              <a:xfrm>
                <a:off x="1098501" y="196569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01" name="流程图: 接点 3900">
                <a:extLst>
                  <a:ext uri="{FF2B5EF4-FFF2-40B4-BE49-F238E27FC236}">
                    <a16:creationId xmlns:a16="http://schemas.microsoft.com/office/drawing/2014/main" id="{E7EB7F2C-39BB-4980-A390-7A15622B1C58}"/>
                  </a:ext>
                </a:extLst>
              </p:cNvPr>
              <p:cNvSpPr/>
              <p:nvPr/>
            </p:nvSpPr>
            <p:spPr>
              <a:xfrm>
                <a:off x="1167617" y="194309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02" name="流程图: 接点 3901">
                <a:extLst>
                  <a:ext uri="{FF2B5EF4-FFF2-40B4-BE49-F238E27FC236}">
                    <a16:creationId xmlns:a16="http://schemas.microsoft.com/office/drawing/2014/main" id="{025B6162-8198-4F77-A46F-BDDC5C8D1EFB}"/>
                  </a:ext>
                </a:extLst>
              </p:cNvPr>
              <p:cNvSpPr/>
              <p:nvPr/>
            </p:nvSpPr>
            <p:spPr>
              <a:xfrm>
                <a:off x="1104221" y="194111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03" name="流程图: 接点 3902">
                <a:extLst>
                  <a:ext uri="{FF2B5EF4-FFF2-40B4-BE49-F238E27FC236}">
                    <a16:creationId xmlns:a16="http://schemas.microsoft.com/office/drawing/2014/main" id="{841788CF-C24D-45C2-AB0F-7A63E0EB461C}"/>
                  </a:ext>
                </a:extLst>
              </p:cNvPr>
              <p:cNvSpPr/>
              <p:nvPr/>
            </p:nvSpPr>
            <p:spPr>
              <a:xfrm>
                <a:off x="1104108" y="20066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04" name="流程图: 接点 3903">
                <a:extLst>
                  <a:ext uri="{FF2B5EF4-FFF2-40B4-BE49-F238E27FC236}">
                    <a16:creationId xmlns:a16="http://schemas.microsoft.com/office/drawing/2014/main" id="{5FCCD6C7-AC87-46D5-8005-5DBA9827C661}"/>
                  </a:ext>
                </a:extLst>
              </p:cNvPr>
              <p:cNvSpPr/>
              <p:nvPr/>
            </p:nvSpPr>
            <p:spPr>
              <a:xfrm>
                <a:off x="995183" y="188445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05" name="流程图: 接点 3904">
                <a:extLst>
                  <a:ext uri="{FF2B5EF4-FFF2-40B4-BE49-F238E27FC236}">
                    <a16:creationId xmlns:a16="http://schemas.microsoft.com/office/drawing/2014/main" id="{1382159E-7637-427A-BBB8-E47791A52DE8}"/>
                  </a:ext>
                </a:extLst>
              </p:cNvPr>
              <p:cNvSpPr/>
              <p:nvPr/>
            </p:nvSpPr>
            <p:spPr>
              <a:xfrm>
                <a:off x="1099680" y="192893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06" name="流程图: 接点 3905">
                <a:extLst>
                  <a:ext uri="{FF2B5EF4-FFF2-40B4-BE49-F238E27FC236}">
                    <a16:creationId xmlns:a16="http://schemas.microsoft.com/office/drawing/2014/main" id="{2BD61031-7F5E-4E56-8F38-AA14F66E07CA}"/>
                  </a:ext>
                </a:extLst>
              </p:cNvPr>
              <p:cNvSpPr/>
              <p:nvPr/>
            </p:nvSpPr>
            <p:spPr>
              <a:xfrm>
                <a:off x="1099568" y="19944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07" name="流程图: 接点 3906">
                <a:extLst>
                  <a:ext uri="{FF2B5EF4-FFF2-40B4-BE49-F238E27FC236}">
                    <a16:creationId xmlns:a16="http://schemas.microsoft.com/office/drawing/2014/main" id="{D9564447-181B-46A9-B4D8-422C402A06C3}"/>
                  </a:ext>
                </a:extLst>
              </p:cNvPr>
              <p:cNvSpPr/>
              <p:nvPr/>
            </p:nvSpPr>
            <p:spPr>
              <a:xfrm>
                <a:off x="1108473" y="203613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08" name="流程图: 接点 3907">
                <a:extLst>
                  <a:ext uri="{FF2B5EF4-FFF2-40B4-BE49-F238E27FC236}">
                    <a16:creationId xmlns:a16="http://schemas.microsoft.com/office/drawing/2014/main" id="{E280B524-5091-4EE7-A982-4FEFB53A608E}"/>
                  </a:ext>
                </a:extLst>
              </p:cNvPr>
              <p:cNvSpPr/>
              <p:nvPr/>
            </p:nvSpPr>
            <p:spPr>
              <a:xfrm>
                <a:off x="1108360" y="21016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09" name="流程图: 接点 3908">
                <a:extLst>
                  <a:ext uri="{FF2B5EF4-FFF2-40B4-BE49-F238E27FC236}">
                    <a16:creationId xmlns:a16="http://schemas.microsoft.com/office/drawing/2014/main" id="{2582FDC1-EAB8-4E89-B19C-3C43CDB929BB}"/>
                  </a:ext>
                </a:extLst>
              </p:cNvPr>
              <p:cNvSpPr/>
              <p:nvPr/>
            </p:nvSpPr>
            <p:spPr>
              <a:xfrm>
                <a:off x="1259285" y="20148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10" name="流程图: 接点 3909">
                <a:extLst>
                  <a:ext uri="{FF2B5EF4-FFF2-40B4-BE49-F238E27FC236}">
                    <a16:creationId xmlns:a16="http://schemas.microsoft.com/office/drawing/2014/main" id="{181F6876-2A46-4528-8D1A-16453437B24F}"/>
                  </a:ext>
                </a:extLst>
              </p:cNvPr>
              <p:cNvSpPr/>
              <p:nvPr/>
            </p:nvSpPr>
            <p:spPr>
              <a:xfrm>
                <a:off x="1127235" y="205688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11" name="流程图: 接点 3910">
                <a:extLst>
                  <a:ext uri="{FF2B5EF4-FFF2-40B4-BE49-F238E27FC236}">
                    <a16:creationId xmlns:a16="http://schemas.microsoft.com/office/drawing/2014/main" id="{B7BCCCE9-5233-4A99-879B-DA3773567BF5}"/>
                  </a:ext>
                </a:extLst>
              </p:cNvPr>
              <p:cNvSpPr/>
              <p:nvPr/>
            </p:nvSpPr>
            <p:spPr>
              <a:xfrm>
                <a:off x="1196350" y="20342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12" name="流程图: 接点 3911">
                <a:extLst>
                  <a:ext uri="{FF2B5EF4-FFF2-40B4-BE49-F238E27FC236}">
                    <a16:creationId xmlns:a16="http://schemas.microsoft.com/office/drawing/2014/main" id="{8405C3E4-41D7-4858-AFA6-BDF12E3EF2CB}"/>
                  </a:ext>
                </a:extLst>
              </p:cNvPr>
              <p:cNvSpPr/>
              <p:nvPr/>
            </p:nvSpPr>
            <p:spPr>
              <a:xfrm>
                <a:off x="1395095" y="199496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13" name="流程图: 接点 3912">
                <a:extLst>
                  <a:ext uri="{FF2B5EF4-FFF2-40B4-BE49-F238E27FC236}">
                    <a16:creationId xmlns:a16="http://schemas.microsoft.com/office/drawing/2014/main" id="{5E205AAD-E62C-4EF9-AFFC-C028EFB980C5}"/>
                  </a:ext>
                </a:extLst>
              </p:cNvPr>
              <p:cNvSpPr/>
              <p:nvPr/>
            </p:nvSpPr>
            <p:spPr>
              <a:xfrm>
                <a:off x="1331586" y="20585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14" name="流程图: 接点 3913">
                <a:extLst>
                  <a:ext uri="{FF2B5EF4-FFF2-40B4-BE49-F238E27FC236}">
                    <a16:creationId xmlns:a16="http://schemas.microsoft.com/office/drawing/2014/main" id="{E0AF05F9-7920-4DAB-B24C-0BD40BDC7BFB}"/>
                  </a:ext>
                </a:extLst>
              </p:cNvPr>
              <p:cNvSpPr/>
              <p:nvPr/>
            </p:nvSpPr>
            <p:spPr>
              <a:xfrm>
                <a:off x="1400701" y="20359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15" name="流程图: 接点 3914">
                <a:extLst>
                  <a:ext uri="{FF2B5EF4-FFF2-40B4-BE49-F238E27FC236}">
                    <a16:creationId xmlns:a16="http://schemas.microsoft.com/office/drawing/2014/main" id="{D47DFF50-25BB-4B26-A3B2-636A89895336}"/>
                  </a:ext>
                </a:extLst>
              </p:cNvPr>
              <p:cNvSpPr/>
              <p:nvPr/>
            </p:nvSpPr>
            <p:spPr>
              <a:xfrm>
                <a:off x="1268190" y="205655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16" name="流程图: 接点 3915">
                <a:extLst>
                  <a:ext uri="{FF2B5EF4-FFF2-40B4-BE49-F238E27FC236}">
                    <a16:creationId xmlns:a16="http://schemas.microsoft.com/office/drawing/2014/main" id="{10871E20-008C-453A-A4AA-9D8B515FF17A}"/>
                  </a:ext>
                </a:extLst>
              </p:cNvPr>
              <p:cNvSpPr/>
              <p:nvPr/>
            </p:nvSpPr>
            <p:spPr>
              <a:xfrm>
                <a:off x="1337305" y="203395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17" name="流程图: 接点 3916">
                <a:extLst>
                  <a:ext uri="{FF2B5EF4-FFF2-40B4-BE49-F238E27FC236}">
                    <a16:creationId xmlns:a16="http://schemas.microsoft.com/office/drawing/2014/main" id="{CF1D9A2B-26B3-4E7C-9C9C-58360C28E3E3}"/>
                  </a:ext>
                </a:extLst>
              </p:cNvPr>
              <p:cNvSpPr/>
              <p:nvPr/>
            </p:nvSpPr>
            <p:spPr>
              <a:xfrm>
                <a:off x="1268077" y="21220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18" name="流程图: 接点 3917">
                <a:extLst>
                  <a:ext uri="{FF2B5EF4-FFF2-40B4-BE49-F238E27FC236}">
                    <a16:creationId xmlns:a16="http://schemas.microsoft.com/office/drawing/2014/main" id="{CF80BBCE-D810-4416-8257-EEB830926770}"/>
                  </a:ext>
                </a:extLst>
              </p:cNvPr>
              <p:cNvSpPr/>
              <p:nvPr/>
            </p:nvSpPr>
            <p:spPr>
              <a:xfrm>
                <a:off x="1337192" y="20995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19" name="流程图: 接点 3918">
                <a:extLst>
                  <a:ext uri="{FF2B5EF4-FFF2-40B4-BE49-F238E27FC236}">
                    <a16:creationId xmlns:a16="http://schemas.microsoft.com/office/drawing/2014/main" id="{29A6C2DE-1DDD-499B-A1DD-367A5CC4EDF4}"/>
                  </a:ext>
                </a:extLst>
              </p:cNvPr>
              <p:cNvSpPr/>
              <p:nvPr/>
            </p:nvSpPr>
            <p:spPr>
              <a:xfrm>
                <a:off x="1161913" y="21514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20" name="流程图: 接点 3919">
                <a:extLst>
                  <a:ext uri="{FF2B5EF4-FFF2-40B4-BE49-F238E27FC236}">
                    <a16:creationId xmlns:a16="http://schemas.microsoft.com/office/drawing/2014/main" id="{A40C44C8-0A9F-4E52-9AF0-30958F5A9568}"/>
                  </a:ext>
                </a:extLst>
              </p:cNvPr>
              <p:cNvSpPr/>
              <p:nvPr/>
            </p:nvSpPr>
            <p:spPr>
              <a:xfrm>
                <a:off x="1098978" y="21708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21" name="流程图: 接点 3920">
                <a:extLst>
                  <a:ext uri="{FF2B5EF4-FFF2-40B4-BE49-F238E27FC236}">
                    <a16:creationId xmlns:a16="http://schemas.microsoft.com/office/drawing/2014/main" id="{234AA545-C8A6-4639-B0F5-0DCB233158FE}"/>
                  </a:ext>
                </a:extLst>
              </p:cNvPr>
              <p:cNvSpPr/>
              <p:nvPr/>
            </p:nvSpPr>
            <p:spPr>
              <a:xfrm>
                <a:off x="1234214" y="21950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22" name="流程图: 接点 3921">
                <a:extLst>
                  <a:ext uri="{FF2B5EF4-FFF2-40B4-BE49-F238E27FC236}">
                    <a16:creationId xmlns:a16="http://schemas.microsoft.com/office/drawing/2014/main" id="{F927E0B4-370A-49C5-AD79-5CBEA136598A}"/>
                  </a:ext>
                </a:extLst>
              </p:cNvPr>
              <p:cNvSpPr/>
              <p:nvPr/>
            </p:nvSpPr>
            <p:spPr>
              <a:xfrm>
                <a:off x="1303329" y="217246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23" name="流程图: 接点 3922">
                <a:extLst>
                  <a:ext uri="{FF2B5EF4-FFF2-40B4-BE49-F238E27FC236}">
                    <a16:creationId xmlns:a16="http://schemas.microsoft.com/office/drawing/2014/main" id="{7B1812F4-EC7E-4844-9CA5-3424B2519C46}"/>
                  </a:ext>
                </a:extLst>
              </p:cNvPr>
              <p:cNvSpPr/>
              <p:nvPr/>
            </p:nvSpPr>
            <p:spPr>
              <a:xfrm>
                <a:off x="1170818" y="21930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24" name="流程图: 接点 3923">
                <a:extLst>
                  <a:ext uri="{FF2B5EF4-FFF2-40B4-BE49-F238E27FC236}">
                    <a16:creationId xmlns:a16="http://schemas.microsoft.com/office/drawing/2014/main" id="{E707D85F-175F-4224-92EA-32CC521F3FDC}"/>
                  </a:ext>
                </a:extLst>
              </p:cNvPr>
              <p:cNvSpPr/>
              <p:nvPr/>
            </p:nvSpPr>
            <p:spPr>
              <a:xfrm>
                <a:off x="1239933" y="217047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25" name="流程图: 接点 3924">
                <a:extLst>
                  <a:ext uri="{FF2B5EF4-FFF2-40B4-BE49-F238E27FC236}">
                    <a16:creationId xmlns:a16="http://schemas.microsoft.com/office/drawing/2014/main" id="{D61A3882-6C44-40D7-A073-310E230366C1}"/>
                  </a:ext>
                </a:extLst>
              </p:cNvPr>
              <p:cNvSpPr/>
              <p:nvPr/>
            </p:nvSpPr>
            <p:spPr>
              <a:xfrm>
                <a:off x="1170705" y="22586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26" name="流程图: 接点 3925">
                <a:extLst>
                  <a:ext uri="{FF2B5EF4-FFF2-40B4-BE49-F238E27FC236}">
                    <a16:creationId xmlns:a16="http://schemas.microsoft.com/office/drawing/2014/main" id="{877A9F60-61BC-4277-9A63-A3FF01F5F2B4}"/>
                  </a:ext>
                </a:extLst>
              </p:cNvPr>
              <p:cNvSpPr/>
              <p:nvPr/>
            </p:nvSpPr>
            <p:spPr>
              <a:xfrm>
                <a:off x="1239821" y="223602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27" name="流程图: 接点 3926">
                <a:extLst>
                  <a:ext uri="{FF2B5EF4-FFF2-40B4-BE49-F238E27FC236}">
                    <a16:creationId xmlns:a16="http://schemas.microsoft.com/office/drawing/2014/main" id="{ECB1D7CE-2E4F-4101-89CF-B7852BD0CE24}"/>
                  </a:ext>
                </a:extLst>
              </p:cNvPr>
              <p:cNvSpPr/>
              <p:nvPr/>
            </p:nvSpPr>
            <p:spPr>
              <a:xfrm>
                <a:off x="1340495" y="21298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28" name="流程图: 接点 3927">
                <a:extLst>
                  <a:ext uri="{FF2B5EF4-FFF2-40B4-BE49-F238E27FC236}">
                    <a16:creationId xmlns:a16="http://schemas.microsoft.com/office/drawing/2014/main" id="{20ED3FC4-CBA7-426F-850A-CFD56E42D6A1}"/>
                  </a:ext>
                </a:extLst>
              </p:cNvPr>
              <p:cNvSpPr/>
              <p:nvPr/>
            </p:nvSpPr>
            <p:spPr>
              <a:xfrm>
                <a:off x="1476305" y="21099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29" name="流程图: 接点 3928">
                <a:extLst>
                  <a:ext uri="{FF2B5EF4-FFF2-40B4-BE49-F238E27FC236}">
                    <a16:creationId xmlns:a16="http://schemas.microsoft.com/office/drawing/2014/main" id="{87D52D59-E645-4ED3-9A87-022C502B3D21}"/>
                  </a:ext>
                </a:extLst>
              </p:cNvPr>
              <p:cNvSpPr/>
              <p:nvPr/>
            </p:nvSpPr>
            <p:spPr>
              <a:xfrm>
                <a:off x="1412796" y="21735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30" name="流程图: 接点 3929">
                <a:extLst>
                  <a:ext uri="{FF2B5EF4-FFF2-40B4-BE49-F238E27FC236}">
                    <a16:creationId xmlns:a16="http://schemas.microsoft.com/office/drawing/2014/main" id="{20B81B59-EC59-4D7B-910E-1C95FE4B1695}"/>
                  </a:ext>
                </a:extLst>
              </p:cNvPr>
              <p:cNvSpPr/>
              <p:nvPr/>
            </p:nvSpPr>
            <p:spPr>
              <a:xfrm>
                <a:off x="1481911" y="21509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31" name="流程图: 接点 3930">
                <a:extLst>
                  <a:ext uri="{FF2B5EF4-FFF2-40B4-BE49-F238E27FC236}">
                    <a16:creationId xmlns:a16="http://schemas.microsoft.com/office/drawing/2014/main" id="{FC4B33FA-D24F-4601-A748-FDB0D0E0E1DD}"/>
                  </a:ext>
                </a:extLst>
              </p:cNvPr>
              <p:cNvSpPr/>
              <p:nvPr/>
            </p:nvSpPr>
            <p:spPr>
              <a:xfrm>
                <a:off x="1349400" y="217153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32" name="流程图: 接点 3931">
                <a:extLst>
                  <a:ext uri="{FF2B5EF4-FFF2-40B4-BE49-F238E27FC236}">
                    <a16:creationId xmlns:a16="http://schemas.microsoft.com/office/drawing/2014/main" id="{04E82750-41CE-4A0C-9FFC-948C0E4F4CB2}"/>
                  </a:ext>
                </a:extLst>
              </p:cNvPr>
              <p:cNvSpPr/>
              <p:nvPr/>
            </p:nvSpPr>
            <p:spPr>
              <a:xfrm>
                <a:off x="1418515" y="21489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33" name="流程图: 接点 3932">
                <a:extLst>
                  <a:ext uri="{FF2B5EF4-FFF2-40B4-BE49-F238E27FC236}">
                    <a16:creationId xmlns:a16="http://schemas.microsoft.com/office/drawing/2014/main" id="{44BC751C-9C1E-4BD8-8E03-7625CC291CDA}"/>
                  </a:ext>
                </a:extLst>
              </p:cNvPr>
              <p:cNvSpPr/>
              <p:nvPr/>
            </p:nvSpPr>
            <p:spPr>
              <a:xfrm>
                <a:off x="1349287" y="22370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34" name="流程图: 接点 3933">
                <a:extLst>
                  <a:ext uri="{FF2B5EF4-FFF2-40B4-BE49-F238E27FC236}">
                    <a16:creationId xmlns:a16="http://schemas.microsoft.com/office/drawing/2014/main" id="{8FE116AF-6FE9-4A39-9BF3-3A99BBDB6777}"/>
                  </a:ext>
                </a:extLst>
              </p:cNvPr>
              <p:cNvSpPr/>
              <p:nvPr/>
            </p:nvSpPr>
            <p:spPr>
              <a:xfrm>
                <a:off x="1418403" y="22144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35" name="流程图: 接点 3934">
                <a:extLst>
                  <a:ext uri="{FF2B5EF4-FFF2-40B4-BE49-F238E27FC236}">
                    <a16:creationId xmlns:a16="http://schemas.microsoft.com/office/drawing/2014/main" id="{74C6DAF3-85BD-4325-A7B1-7FB7A75011B0}"/>
                  </a:ext>
                </a:extLst>
              </p:cNvPr>
              <p:cNvSpPr/>
              <p:nvPr/>
            </p:nvSpPr>
            <p:spPr>
              <a:xfrm>
                <a:off x="1384539" y="228744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36" name="流程图: 接点 3935">
                <a:extLst>
                  <a:ext uri="{FF2B5EF4-FFF2-40B4-BE49-F238E27FC236}">
                    <a16:creationId xmlns:a16="http://schemas.microsoft.com/office/drawing/2014/main" id="{94529253-2466-49B1-94B6-57C862E8FA83}"/>
                  </a:ext>
                </a:extLst>
              </p:cNvPr>
              <p:cNvSpPr/>
              <p:nvPr/>
            </p:nvSpPr>
            <p:spPr>
              <a:xfrm>
                <a:off x="1321143" y="228546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37" name="流程图: 接点 3936">
                <a:extLst>
                  <a:ext uri="{FF2B5EF4-FFF2-40B4-BE49-F238E27FC236}">
                    <a16:creationId xmlns:a16="http://schemas.microsoft.com/office/drawing/2014/main" id="{87F328C7-F284-4457-AD08-633F710CEDC9}"/>
                  </a:ext>
                </a:extLst>
              </p:cNvPr>
              <p:cNvSpPr/>
              <p:nvPr/>
            </p:nvSpPr>
            <p:spPr>
              <a:xfrm>
                <a:off x="1082524" y="22435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38" name="流程图: 接点 3937">
                <a:extLst>
                  <a:ext uri="{FF2B5EF4-FFF2-40B4-BE49-F238E27FC236}">
                    <a16:creationId xmlns:a16="http://schemas.microsoft.com/office/drawing/2014/main" id="{C1851DE3-6083-4223-94C9-104B384C9545}"/>
                  </a:ext>
                </a:extLst>
              </p:cNvPr>
              <p:cNvSpPr/>
              <p:nvPr/>
            </p:nvSpPr>
            <p:spPr>
              <a:xfrm>
                <a:off x="1119690" y="22009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39" name="流程图: 接点 3938">
                <a:extLst>
                  <a:ext uri="{FF2B5EF4-FFF2-40B4-BE49-F238E27FC236}">
                    <a16:creationId xmlns:a16="http://schemas.microsoft.com/office/drawing/2014/main" id="{976F6189-BC59-4B26-BE13-582CD15D952E}"/>
                  </a:ext>
                </a:extLst>
              </p:cNvPr>
              <p:cNvSpPr/>
              <p:nvPr/>
            </p:nvSpPr>
            <p:spPr>
              <a:xfrm>
                <a:off x="1222661" y="193632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0" name="流程图: 接点 3939">
                <a:extLst>
                  <a:ext uri="{FF2B5EF4-FFF2-40B4-BE49-F238E27FC236}">
                    <a16:creationId xmlns:a16="http://schemas.microsoft.com/office/drawing/2014/main" id="{B675D9C7-8E0B-4D6E-B4A3-508C371A74EB}"/>
                  </a:ext>
                </a:extLst>
              </p:cNvPr>
              <p:cNvSpPr/>
              <p:nvPr/>
            </p:nvSpPr>
            <p:spPr>
              <a:xfrm>
                <a:off x="1159265" y="193434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1" name="流程图: 接点 3940">
                <a:extLst>
                  <a:ext uri="{FF2B5EF4-FFF2-40B4-BE49-F238E27FC236}">
                    <a16:creationId xmlns:a16="http://schemas.microsoft.com/office/drawing/2014/main" id="{622A240B-91B5-404C-A990-D6B86CDEEA10}"/>
                  </a:ext>
                </a:extLst>
              </p:cNvPr>
              <p:cNvSpPr/>
              <p:nvPr/>
            </p:nvSpPr>
            <p:spPr>
              <a:xfrm>
                <a:off x="1159152" y="199989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2" name="流程图: 接点 3941">
                <a:extLst>
                  <a:ext uri="{FF2B5EF4-FFF2-40B4-BE49-F238E27FC236}">
                    <a16:creationId xmlns:a16="http://schemas.microsoft.com/office/drawing/2014/main" id="{8FC55BE2-C327-4C1F-A1E0-EEB67C17F47E}"/>
                  </a:ext>
                </a:extLst>
              </p:cNvPr>
              <p:cNvSpPr/>
              <p:nvPr/>
            </p:nvSpPr>
            <p:spPr>
              <a:xfrm>
                <a:off x="1228267" y="197729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3" name="流程图: 接点 3942">
                <a:extLst>
                  <a:ext uri="{FF2B5EF4-FFF2-40B4-BE49-F238E27FC236}">
                    <a16:creationId xmlns:a16="http://schemas.microsoft.com/office/drawing/2014/main" id="{C3490983-8B96-483A-A061-5A81AC42DC66}"/>
                  </a:ext>
                </a:extLst>
              </p:cNvPr>
              <p:cNvSpPr/>
              <p:nvPr/>
            </p:nvSpPr>
            <p:spPr>
              <a:xfrm>
                <a:off x="1125289" y="207285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4" name="流程图: 接点 3943">
                <a:extLst>
                  <a:ext uri="{FF2B5EF4-FFF2-40B4-BE49-F238E27FC236}">
                    <a16:creationId xmlns:a16="http://schemas.microsoft.com/office/drawing/2014/main" id="{96F1F2A8-1B39-4D0F-A8D5-363AA295F0A9}"/>
                  </a:ext>
                </a:extLst>
              </p:cNvPr>
              <p:cNvSpPr/>
              <p:nvPr/>
            </p:nvSpPr>
            <p:spPr>
              <a:xfrm>
                <a:off x="1194404" y="20502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5" name="流程图: 接点 3944">
                <a:extLst>
                  <a:ext uri="{FF2B5EF4-FFF2-40B4-BE49-F238E27FC236}">
                    <a16:creationId xmlns:a16="http://schemas.microsoft.com/office/drawing/2014/main" id="{6DC10600-5F60-4B31-B760-04446C56080C}"/>
                  </a:ext>
                </a:extLst>
              </p:cNvPr>
              <p:cNvSpPr/>
              <p:nvPr/>
            </p:nvSpPr>
            <p:spPr>
              <a:xfrm>
                <a:off x="1131008" y="204827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6" name="流程图: 接点 3945">
                <a:extLst>
                  <a:ext uri="{FF2B5EF4-FFF2-40B4-BE49-F238E27FC236}">
                    <a16:creationId xmlns:a16="http://schemas.microsoft.com/office/drawing/2014/main" id="{9D09265F-476B-4B1F-9646-ED76C6D10217}"/>
                  </a:ext>
                </a:extLst>
              </p:cNvPr>
              <p:cNvSpPr/>
              <p:nvPr/>
            </p:nvSpPr>
            <p:spPr>
              <a:xfrm>
                <a:off x="1130895" y="21138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7" name="流程图: 接点 3946">
                <a:extLst>
                  <a:ext uri="{FF2B5EF4-FFF2-40B4-BE49-F238E27FC236}">
                    <a16:creationId xmlns:a16="http://schemas.microsoft.com/office/drawing/2014/main" id="{010ADB6E-A6E6-46D0-B638-12C1A161FDB5}"/>
                  </a:ext>
                </a:extLst>
              </p:cNvPr>
              <p:cNvSpPr/>
              <p:nvPr/>
            </p:nvSpPr>
            <p:spPr>
              <a:xfrm>
                <a:off x="1231570" y="20076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8" name="流程图: 接点 3947">
                <a:extLst>
                  <a:ext uri="{FF2B5EF4-FFF2-40B4-BE49-F238E27FC236}">
                    <a16:creationId xmlns:a16="http://schemas.microsoft.com/office/drawing/2014/main" id="{B4AEA456-063B-49BE-BA54-CF08444391F6}"/>
                  </a:ext>
                </a:extLst>
              </p:cNvPr>
              <p:cNvSpPr/>
              <p:nvPr/>
            </p:nvSpPr>
            <p:spPr>
              <a:xfrm>
                <a:off x="1367379" y="198775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9" name="流程图: 接点 3948">
                <a:extLst>
                  <a:ext uri="{FF2B5EF4-FFF2-40B4-BE49-F238E27FC236}">
                    <a16:creationId xmlns:a16="http://schemas.microsoft.com/office/drawing/2014/main" id="{C4C69226-97A6-4A0F-BBE9-FBD2FBBD14AF}"/>
                  </a:ext>
                </a:extLst>
              </p:cNvPr>
              <p:cNvSpPr/>
              <p:nvPr/>
            </p:nvSpPr>
            <p:spPr>
              <a:xfrm>
                <a:off x="1303871" y="205131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0" name="流程图: 接点 3949">
                <a:extLst>
                  <a:ext uri="{FF2B5EF4-FFF2-40B4-BE49-F238E27FC236}">
                    <a16:creationId xmlns:a16="http://schemas.microsoft.com/office/drawing/2014/main" id="{6066C2EA-9A86-4512-A403-9FC979A10653}"/>
                  </a:ext>
                </a:extLst>
              </p:cNvPr>
              <p:cNvSpPr/>
              <p:nvPr/>
            </p:nvSpPr>
            <p:spPr>
              <a:xfrm>
                <a:off x="1372986" y="20287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1" name="流程图: 接点 3950">
                <a:extLst>
                  <a:ext uri="{FF2B5EF4-FFF2-40B4-BE49-F238E27FC236}">
                    <a16:creationId xmlns:a16="http://schemas.microsoft.com/office/drawing/2014/main" id="{A7788015-987B-4E5C-91A4-41637ED7BD59}"/>
                  </a:ext>
                </a:extLst>
              </p:cNvPr>
              <p:cNvSpPr/>
              <p:nvPr/>
            </p:nvSpPr>
            <p:spPr>
              <a:xfrm>
                <a:off x="1240475" y="20493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2" name="流程图: 接点 3951">
                <a:extLst>
                  <a:ext uri="{FF2B5EF4-FFF2-40B4-BE49-F238E27FC236}">
                    <a16:creationId xmlns:a16="http://schemas.microsoft.com/office/drawing/2014/main" id="{8AFB862A-56B4-490C-952C-0AC4FB10EF27}"/>
                  </a:ext>
                </a:extLst>
              </p:cNvPr>
              <p:cNvSpPr/>
              <p:nvPr/>
            </p:nvSpPr>
            <p:spPr>
              <a:xfrm>
                <a:off x="1309590" y="20267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3" name="流程图: 接点 3952">
                <a:extLst>
                  <a:ext uri="{FF2B5EF4-FFF2-40B4-BE49-F238E27FC236}">
                    <a16:creationId xmlns:a16="http://schemas.microsoft.com/office/drawing/2014/main" id="{FBDC74C4-D8D4-40CE-AA45-03D631013860}"/>
                  </a:ext>
                </a:extLst>
              </p:cNvPr>
              <p:cNvSpPr/>
              <p:nvPr/>
            </p:nvSpPr>
            <p:spPr>
              <a:xfrm>
                <a:off x="1240362" y="21148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4" name="流程图: 接点 3953">
                <a:extLst>
                  <a:ext uri="{FF2B5EF4-FFF2-40B4-BE49-F238E27FC236}">
                    <a16:creationId xmlns:a16="http://schemas.microsoft.com/office/drawing/2014/main" id="{71F48502-EE0F-482E-9AE8-A189AAEF4FF6}"/>
                  </a:ext>
                </a:extLst>
              </p:cNvPr>
              <p:cNvSpPr/>
              <p:nvPr/>
            </p:nvSpPr>
            <p:spPr>
              <a:xfrm>
                <a:off x="1309477" y="20922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5" name="流程图: 接点 3954">
                <a:extLst>
                  <a:ext uri="{FF2B5EF4-FFF2-40B4-BE49-F238E27FC236}">
                    <a16:creationId xmlns:a16="http://schemas.microsoft.com/office/drawing/2014/main" id="{E07E2A3A-52D3-4097-AB32-E39F48B9AAB0}"/>
                  </a:ext>
                </a:extLst>
              </p:cNvPr>
              <p:cNvSpPr/>
              <p:nvPr/>
            </p:nvSpPr>
            <p:spPr>
              <a:xfrm>
                <a:off x="1206499" y="21878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6" name="流程图: 接点 3955">
                <a:extLst>
                  <a:ext uri="{FF2B5EF4-FFF2-40B4-BE49-F238E27FC236}">
                    <a16:creationId xmlns:a16="http://schemas.microsoft.com/office/drawing/2014/main" id="{93167A5F-6876-45EA-9D08-4B8AFCA5C176}"/>
                  </a:ext>
                </a:extLst>
              </p:cNvPr>
              <p:cNvSpPr/>
              <p:nvPr/>
            </p:nvSpPr>
            <p:spPr>
              <a:xfrm>
                <a:off x="1275614" y="21652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7" name="流程图: 接点 3956">
                <a:extLst>
                  <a:ext uri="{FF2B5EF4-FFF2-40B4-BE49-F238E27FC236}">
                    <a16:creationId xmlns:a16="http://schemas.microsoft.com/office/drawing/2014/main" id="{33FF0C62-6904-404E-B3C1-F36B7AB829B2}"/>
                  </a:ext>
                </a:extLst>
              </p:cNvPr>
              <p:cNvSpPr/>
              <p:nvPr/>
            </p:nvSpPr>
            <p:spPr>
              <a:xfrm>
                <a:off x="1212218" y="21632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8" name="流程图: 接点 3957">
                <a:extLst>
                  <a:ext uri="{FF2B5EF4-FFF2-40B4-BE49-F238E27FC236}">
                    <a16:creationId xmlns:a16="http://schemas.microsoft.com/office/drawing/2014/main" id="{3A948697-DBE7-48FA-B487-B9E407B4476D}"/>
                  </a:ext>
                </a:extLst>
              </p:cNvPr>
              <p:cNvSpPr/>
              <p:nvPr/>
            </p:nvSpPr>
            <p:spPr>
              <a:xfrm>
                <a:off x="1212105" y="22288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9" name="流程图: 接点 3958">
                <a:extLst>
                  <a:ext uri="{FF2B5EF4-FFF2-40B4-BE49-F238E27FC236}">
                    <a16:creationId xmlns:a16="http://schemas.microsoft.com/office/drawing/2014/main" id="{CA16F2E0-AB7A-4B20-A311-E587AAE470AD}"/>
                  </a:ext>
                </a:extLst>
              </p:cNvPr>
              <p:cNvSpPr/>
              <p:nvPr/>
            </p:nvSpPr>
            <p:spPr>
              <a:xfrm>
                <a:off x="1105632" y="194870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60" name="流程图: 接点 3959">
                <a:extLst>
                  <a:ext uri="{FF2B5EF4-FFF2-40B4-BE49-F238E27FC236}">
                    <a16:creationId xmlns:a16="http://schemas.microsoft.com/office/drawing/2014/main" id="{4E6EC3E4-7DCC-4FC6-B1FC-403343CF995F}"/>
                  </a:ext>
                </a:extLst>
              </p:cNvPr>
              <p:cNvSpPr/>
              <p:nvPr/>
            </p:nvSpPr>
            <p:spPr>
              <a:xfrm>
                <a:off x="1164289" y="223994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61" name="流程图: 接点 3960">
                <a:extLst>
                  <a:ext uri="{FF2B5EF4-FFF2-40B4-BE49-F238E27FC236}">
                    <a16:creationId xmlns:a16="http://schemas.microsoft.com/office/drawing/2014/main" id="{8E717A33-D19D-4A7E-A17D-6E8C14547D7D}"/>
                  </a:ext>
                </a:extLst>
              </p:cNvPr>
              <p:cNvSpPr/>
              <p:nvPr/>
            </p:nvSpPr>
            <p:spPr>
              <a:xfrm>
                <a:off x="1233404" y="221734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62" name="流程图: 接点 3961">
                <a:extLst>
                  <a:ext uri="{FF2B5EF4-FFF2-40B4-BE49-F238E27FC236}">
                    <a16:creationId xmlns:a16="http://schemas.microsoft.com/office/drawing/2014/main" id="{6584BC98-D3B2-4802-BB00-6B50EBB86A1D}"/>
                  </a:ext>
                </a:extLst>
              </p:cNvPr>
              <p:cNvSpPr/>
              <p:nvPr/>
            </p:nvSpPr>
            <p:spPr>
              <a:xfrm>
                <a:off x="1170008" y="221536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63" name="流程图: 接点 3962">
                <a:extLst>
                  <a:ext uri="{FF2B5EF4-FFF2-40B4-BE49-F238E27FC236}">
                    <a16:creationId xmlns:a16="http://schemas.microsoft.com/office/drawing/2014/main" id="{A1962891-AF84-4A30-81DC-4F7C31205A44}"/>
                  </a:ext>
                </a:extLst>
              </p:cNvPr>
              <p:cNvSpPr/>
              <p:nvPr/>
            </p:nvSpPr>
            <p:spPr>
              <a:xfrm>
                <a:off x="1169896" y="22809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64" name="流程图: 接点 3963">
                <a:extLst>
                  <a:ext uri="{FF2B5EF4-FFF2-40B4-BE49-F238E27FC236}">
                    <a16:creationId xmlns:a16="http://schemas.microsoft.com/office/drawing/2014/main" id="{DEB3A016-C479-4C7D-A70F-F8A1C6D3F678}"/>
                  </a:ext>
                </a:extLst>
              </p:cNvPr>
              <p:cNvSpPr/>
              <p:nvPr/>
            </p:nvSpPr>
            <p:spPr>
              <a:xfrm>
                <a:off x="992838" y="224449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65" name="流程图: 接点 3964">
                <a:extLst>
                  <a:ext uri="{FF2B5EF4-FFF2-40B4-BE49-F238E27FC236}">
                    <a16:creationId xmlns:a16="http://schemas.microsoft.com/office/drawing/2014/main" id="{1F83428B-1299-4177-A593-33623A6CF9C2}"/>
                  </a:ext>
                </a:extLst>
              </p:cNvPr>
              <p:cNvSpPr/>
              <p:nvPr/>
            </p:nvSpPr>
            <p:spPr>
              <a:xfrm>
                <a:off x="1102305" y="22455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66" name="流程图: 接点 3965">
                <a:extLst>
                  <a:ext uri="{FF2B5EF4-FFF2-40B4-BE49-F238E27FC236}">
                    <a16:creationId xmlns:a16="http://schemas.microsoft.com/office/drawing/2014/main" id="{136DBA76-4FDB-4BF9-873E-E36256BF59A8}"/>
                  </a:ext>
                </a:extLst>
              </p:cNvPr>
              <p:cNvSpPr/>
              <p:nvPr/>
            </p:nvSpPr>
            <p:spPr>
              <a:xfrm>
                <a:off x="1171420" y="222296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67" name="流程图: 接点 3966">
                <a:extLst>
                  <a:ext uri="{FF2B5EF4-FFF2-40B4-BE49-F238E27FC236}">
                    <a16:creationId xmlns:a16="http://schemas.microsoft.com/office/drawing/2014/main" id="{8E95FCD0-D229-4CC9-8B9F-851CC2994579}"/>
                  </a:ext>
                </a:extLst>
              </p:cNvPr>
              <p:cNvSpPr/>
              <p:nvPr/>
            </p:nvSpPr>
            <p:spPr>
              <a:xfrm>
                <a:off x="1137557" y="22959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68" name="流程图: 接点 3967">
                <a:extLst>
                  <a:ext uri="{FF2B5EF4-FFF2-40B4-BE49-F238E27FC236}">
                    <a16:creationId xmlns:a16="http://schemas.microsoft.com/office/drawing/2014/main" id="{560722BB-E5BB-466D-B48F-7649D69FF411}"/>
                  </a:ext>
                </a:extLst>
              </p:cNvPr>
              <p:cNvSpPr/>
              <p:nvPr/>
            </p:nvSpPr>
            <p:spPr>
              <a:xfrm>
                <a:off x="1074161" y="22939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69" name="流程图: 接点 3968">
                <a:extLst>
                  <a:ext uri="{FF2B5EF4-FFF2-40B4-BE49-F238E27FC236}">
                    <a16:creationId xmlns:a16="http://schemas.microsoft.com/office/drawing/2014/main" id="{9501103A-50D4-49D2-91E4-DBD77BE3F575}"/>
                  </a:ext>
                </a:extLst>
              </p:cNvPr>
              <p:cNvSpPr/>
              <p:nvPr/>
            </p:nvSpPr>
            <p:spPr>
              <a:xfrm>
                <a:off x="1027648" y="19401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0" name="流程图: 接点 3969">
                <a:extLst>
                  <a:ext uri="{FF2B5EF4-FFF2-40B4-BE49-F238E27FC236}">
                    <a16:creationId xmlns:a16="http://schemas.microsoft.com/office/drawing/2014/main" id="{FD6383F7-2265-4C1C-B0E7-74479BCC918C}"/>
                  </a:ext>
                </a:extLst>
              </p:cNvPr>
              <p:cNvSpPr/>
              <p:nvPr/>
            </p:nvSpPr>
            <p:spPr>
              <a:xfrm>
                <a:off x="1027535" y="200564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1" name="流程图: 接点 3970">
                <a:extLst>
                  <a:ext uri="{FF2B5EF4-FFF2-40B4-BE49-F238E27FC236}">
                    <a16:creationId xmlns:a16="http://schemas.microsoft.com/office/drawing/2014/main" id="{48465013-AC57-4BEB-9C9D-50A795D56D29}"/>
                  </a:ext>
                </a:extLst>
              </p:cNvPr>
              <p:cNvSpPr/>
              <p:nvPr/>
            </p:nvSpPr>
            <p:spPr>
              <a:xfrm>
                <a:off x="1150628" y="19474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2" name="流程图: 接点 3971">
                <a:extLst>
                  <a:ext uri="{FF2B5EF4-FFF2-40B4-BE49-F238E27FC236}">
                    <a16:creationId xmlns:a16="http://schemas.microsoft.com/office/drawing/2014/main" id="{8F71181B-A212-4834-A8C1-325F632C4E01}"/>
                  </a:ext>
                </a:extLst>
              </p:cNvPr>
              <p:cNvSpPr/>
              <p:nvPr/>
            </p:nvSpPr>
            <p:spPr>
              <a:xfrm>
                <a:off x="1087232" y="194551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3" name="流程图: 接点 3972">
                <a:extLst>
                  <a:ext uri="{FF2B5EF4-FFF2-40B4-BE49-F238E27FC236}">
                    <a16:creationId xmlns:a16="http://schemas.microsoft.com/office/drawing/2014/main" id="{E11230A3-F61F-4055-9671-B5103C70CEEA}"/>
                  </a:ext>
                </a:extLst>
              </p:cNvPr>
              <p:cNvSpPr/>
              <p:nvPr/>
            </p:nvSpPr>
            <p:spPr>
              <a:xfrm>
                <a:off x="1087119" y="20110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4" name="流程图: 接点 3973">
                <a:extLst>
                  <a:ext uri="{FF2B5EF4-FFF2-40B4-BE49-F238E27FC236}">
                    <a16:creationId xmlns:a16="http://schemas.microsoft.com/office/drawing/2014/main" id="{0C2D8EA2-FBE5-4CEF-A9E0-F63726EC5CD3}"/>
                  </a:ext>
                </a:extLst>
              </p:cNvPr>
              <p:cNvSpPr/>
              <p:nvPr/>
            </p:nvSpPr>
            <p:spPr>
              <a:xfrm>
                <a:off x="1156234" y="19884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5" name="流程图: 接点 3974">
                <a:extLst>
                  <a:ext uri="{FF2B5EF4-FFF2-40B4-BE49-F238E27FC236}">
                    <a16:creationId xmlns:a16="http://schemas.microsoft.com/office/drawing/2014/main" id="{EE5B7791-51F2-4661-99DD-B8A2CE2293AB}"/>
                  </a:ext>
                </a:extLst>
              </p:cNvPr>
              <p:cNvSpPr/>
              <p:nvPr/>
            </p:nvSpPr>
            <p:spPr>
              <a:xfrm>
                <a:off x="1033599" y="19598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6" name="流程图: 接点 3975">
                <a:extLst>
                  <a:ext uri="{FF2B5EF4-FFF2-40B4-BE49-F238E27FC236}">
                    <a16:creationId xmlns:a16="http://schemas.microsoft.com/office/drawing/2014/main" id="{3CD0FC6D-207E-4BD5-83BE-9043F76D3ABD}"/>
                  </a:ext>
                </a:extLst>
              </p:cNvPr>
              <p:cNvSpPr/>
              <p:nvPr/>
            </p:nvSpPr>
            <p:spPr>
              <a:xfrm>
                <a:off x="1100398" y="21536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7" name="流程图: 接点 3976">
                <a:extLst>
                  <a:ext uri="{FF2B5EF4-FFF2-40B4-BE49-F238E27FC236}">
                    <a16:creationId xmlns:a16="http://schemas.microsoft.com/office/drawing/2014/main" id="{74422227-C638-4307-8584-E5C173769F9A}"/>
                  </a:ext>
                </a:extLst>
              </p:cNvPr>
              <p:cNvSpPr/>
              <p:nvPr/>
            </p:nvSpPr>
            <p:spPr>
              <a:xfrm>
                <a:off x="993058" y="22188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8" name="流程图: 接点 3977">
                <a:extLst>
                  <a:ext uri="{FF2B5EF4-FFF2-40B4-BE49-F238E27FC236}">
                    <a16:creationId xmlns:a16="http://schemas.microsoft.com/office/drawing/2014/main" id="{B0128EEF-4D32-483A-8B34-3128E6191050}"/>
                  </a:ext>
                </a:extLst>
              </p:cNvPr>
              <p:cNvSpPr/>
              <p:nvPr/>
            </p:nvSpPr>
            <p:spPr>
              <a:xfrm>
                <a:off x="1137777" y="22702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9" name="流程图: 接点 3978">
                <a:extLst>
                  <a:ext uri="{FF2B5EF4-FFF2-40B4-BE49-F238E27FC236}">
                    <a16:creationId xmlns:a16="http://schemas.microsoft.com/office/drawing/2014/main" id="{D345B74E-D483-453A-A173-B2E6F6B2D4A0}"/>
                  </a:ext>
                </a:extLst>
              </p:cNvPr>
              <p:cNvSpPr/>
              <p:nvPr/>
            </p:nvSpPr>
            <p:spPr>
              <a:xfrm>
                <a:off x="1206892" y="224766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80" name="流程图: 接点 3979">
                <a:extLst>
                  <a:ext uri="{FF2B5EF4-FFF2-40B4-BE49-F238E27FC236}">
                    <a16:creationId xmlns:a16="http://schemas.microsoft.com/office/drawing/2014/main" id="{3C8B0721-94D3-48CD-9D30-320C8846B1AB}"/>
                  </a:ext>
                </a:extLst>
              </p:cNvPr>
              <p:cNvSpPr/>
              <p:nvPr/>
            </p:nvSpPr>
            <p:spPr>
              <a:xfrm>
                <a:off x="1143496" y="22456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81" name="流程图: 接点 3980">
                <a:extLst>
                  <a:ext uri="{FF2B5EF4-FFF2-40B4-BE49-F238E27FC236}">
                    <a16:creationId xmlns:a16="http://schemas.microsoft.com/office/drawing/2014/main" id="{E4D8BC8A-541C-4DCD-90F4-8DD1286A27CC}"/>
                  </a:ext>
                </a:extLst>
              </p:cNvPr>
              <p:cNvSpPr/>
              <p:nvPr/>
            </p:nvSpPr>
            <p:spPr>
              <a:xfrm>
                <a:off x="1029834" y="221125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82" name="流程图: 接点 3981">
                <a:extLst>
                  <a:ext uri="{FF2B5EF4-FFF2-40B4-BE49-F238E27FC236}">
                    <a16:creationId xmlns:a16="http://schemas.microsoft.com/office/drawing/2014/main" id="{25F708A5-4F09-403A-A1E4-87C3378ACD4C}"/>
                  </a:ext>
                </a:extLst>
              </p:cNvPr>
              <p:cNvSpPr/>
              <p:nvPr/>
            </p:nvSpPr>
            <p:spPr>
              <a:xfrm>
                <a:off x="1139301" y="221231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83" name="流程图: 接点 3982">
                <a:extLst>
                  <a:ext uri="{FF2B5EF4-FFF2-40B4-BE49-F238E27FC236}">
                    <a16:creationId xmlns:a16="http://schemas.microsoft.com/office/drawing/2014/main" id="{E958F676-BF13-454B-BAA0-C7E7AA6DCC4B}"/>
                  </a:ext>
                </a:extLst>
              </p:cNvPr>
              <p:cNvSpPr/>
              <p:nvPr/>
            </p:nvSpPr>
            <p:spPr>
              <a:xfrm>
                <a:off x="1075905" y="221033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84" name="流程图: 接点 3983">
                <a:extLst>
                  <a:ext uri="{FF2B5EF4-FFF2-40B4-BE49-F238E27FC236}">
                    <a16:creationId xmlns:a16="http://schemas.microsoft.com/office/drawing/2014/main" id="{6F5537F8-D2F8-4A0B-9219-FAF67B16AB75}"/>
                  </a:ext>
                </a:extLst>
              </p:cNvPr>
              <p:cNvSpPr/>
              <p:nvPr/>
            </p:nvSpPr>
            <p:spPr>
              <a:xfrm>
                <a:off x="1075793" y="22758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85" name="流程图: 接点 3984">
                <a:extLst>
                  <a:ext uri="{FF2B5EF4-FFF2-40B4-BE49-F238E27FC236}">
                    <a16:creationId xmlns:a16="http://schemas.microsoft.com/office/drawing/2014/main" id="{AD97F7F8-EF3B-4B42-B6C3-857D74F20235}"/>
                  </a:ext>
                </a:extLst>
              </p:cNvPr>
              <p:cNvSpPr/>
              <p:nvPr/>
            </p:nvSpPr>
            <p:spPr>
              <a:xfrm>
                <a:off x="1144908" y="22532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86" name="流程图: 接点 3985">
                <a:extLst>
                  <a:ext uri="{FF2B5EF4-FFF2-40B4-BE49-F238E27FC236}">
                    <a16:creationId xmlns:a16="http://schemas.microsoft.com/office/drawing/2014/main" id="{A0863C81-8F7A-45C7-B037-30FA4396C757}"/>
                  </a:ext>
                </a:extLst>
              </p:cNvPr>
              <p:cNvSpPr/>
              <p:nvPr/>
            </p:nvSpPr>
            <p:spPr>
              <a:xfrm>
                <a:off x="1226926" y="22004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87" name="流程图: 接点 3986">
                <a:extLst>
                  <a:ext uri="{FF2B5EF4-FFF2-40B4-BE49-F238E27FC236}">
                    <a16:creationId xmlns:a16="http://schemas.microsoft.com/office/drawing/2014/main" id="{4A1130B2-8A60-4CDE-AE67-11A57BFB45F0}"/>
                  </a:ext>
                </a:extLst>
              </p:cNvPr>
              <p:cNvSpPr/>
              <p:nvPr/>
            </p:nvSpPr>
            <p:spPr>
              <a:xfrm>
                <a:off x="1362735" y="21805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88" name="流程图: 接点 3987">
                <a:extLst>
                  <a:ext uri="{FF2B5EF4-FFF2-40B4-BE49-F238E27FC236}">
                    <a16:creationId xmlns:a16="http://schemas.microsoft.com/office/drawing/2014/main" id="{3F968DA1-7E1B-4074-B745-28CF102E614A}"/>
                  </a:ext>
                </a:extLst>
              </p:cNvPr>
              <p:cNvSpPr/>
              <p:nvPr/>
            </p:nvSpPr>
            <p:spPr>
              <a:xfrm>
                <a:off x="1299227" y="22441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89" name="流程图: 接点 3988">
                <a:extLst>
                  <a:ext uri="{FF2B5EF4-FFF2-40B4-BE49-F238E27FC236}">
                    <a16:creationId xmlns:a16="http://schemas.microsoft.com/office/drawing/2014/main" id="{5A46D2C6-EC61-40DA-AA72-6F7813CDD4AE}"/>
                  </a:ext>
                </a:extLst>
              </p:cNvPr>
              <p:cNvSpPr/>
              <p:nvPr/>
            </p:nvSpPr>
            <p:spPr>
              <a:xfrm>
                <a:off x="1368342" y="22215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90" name="流程图: 接点 3989">
                <a:extLst>
                  <a:ext uri="{FF2B5EF4-FFF2-40B4-BE49-F238E27FC236}">
                    <a16:creationId xmlns:a16="http://schemas.microsoft.com/office/drawing/2014/main" id="{F45D9CA0-73E6-46A5-A00F-76A693077DB9}"/>
                  </a:ext>
                </a:extLst>
              </p:cNvPr>
              <p:cNvSpPr/>
              <p:nvPr/>
            </p:nvSpPr>
            <p:spPr>
              <a:xfrm>
                <a:off x="1235831" y="224211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91" name="流程图: 接点 3990">
                <a:extLst>
                  <a:ext uri="{FF2B5EF4-FFF2-40B4-BE49-F238E27FC236}">
                    <a16:creationId xmlns:a16="http://schemas.microsoft.com/office/drawing/2014/main" id="{F27C4BA4-93EE-40E3-B356-A510BA673472}"/>
                  </a:ext>
                </a:extLst>
              </p:cNvPr>
              <p:cNvSpPr/>
              <p:nvPr/>
            </p:nvSpPr>
            <p:spPr>
              <a:xfrm>
                <a:off x="1304946" y="22195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92" name="流程图: 接点 3991">
                <a:extLst>
                  <a:ext uri="{FF2B5EF4-FFF2-40B4-BE49-F238E27FC236}">
                    <a16:creationId xmlns:a16="http://schemas.microsoft.com/office/drawing/2014/main" id="{9F37724A-E51E-458D-831B-2270E8E4A001}"/>
                  </a:ext>
                </a:extLst>
              </p:cNvPr>
              <p:cNvSpPr/>
              <p:nvPr/>
            </p:nvSpPr>
            <p:spPr>
              <a:xfrm>
                <a:off x="1235718" y="23076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93" name="流程图: 接点 3992">
                <a:extLst>
                  <a:ext uri="{FF2B5EF4-FFF2-40B4-BE49-F238E27FC236}">
                    <a16:creationId xmlns:a16="http://schemas.microsoft.com/office/drawing/2014/main" id="{3D6FB27A-BEA7-4788-A0F3-C8C43EC07532}"/>
                  </a:ext>
                </a:extLst>
              </p:cNvPr>
              <p:cNvSpPr/>
              <p:nvPr/>
            </p:nvSpPr>
            <p:spPr>
              <a:xfrm>
                <a:off x="1304833" y="22850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94" name="流程图: 接点 3993">
                <a:extLst>
                  <a:ext uri="{FF2B5EF4-FFF2-40B4-BE49-F238E27FC236}">
                    <a16:creationId xmlns:a16="http://schemas.microsoft.com/office/drawing/2014/main" id="{6819AA45-CEBB-4E4B-B3FE-302CEFA67E97}"/>
                  </a:ext>
                </a:extLst>
              </p:cNvPr>
              <p:cNvSpPr/>
              <p:nvPr/>
            </p:nvSpPr>
            <p:spPr>
              <a:xfrm>
                <a:off x="1443945" y="22955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95" name="流程图: 接点 3994">
                <a:extLst>
                  <a:ext uri="{FF2B5EF4-FFF2-40B4-BE49-F238E27FC236}">
                    <a16:creationId xmlns:a16="http://schemas.microsoft.com/office/drawing/2014/main" id="{02C7E275-3E4C-4131-9F22-54098D9D0FF9}"/>
                  </a:ext>
                </a:extLst>
              </p:cNvPr>
              <p:cNvSpPr/>
              <p:nvPr/>
            </p:nvSpPr>
            <p:spPr>
              <a:xfrm>
                <a:off x="1195908" y="216286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96" name="流程图: 接点 3995">
                <a:extLst>
                  <a:ext uri="{FF2B5EF4-FFF2-40B4-BE49-F238E27FC236}">
                    <a16:creationId xmlns:a16="http://schemas.microsoft.com/office/drawing/2014/main" id="{81F21FED-D417-4DA2-AB70-7FAF7ABE5C32}"/>
                  </a:ext>
                </a:extLst>
              </p:cNvPr>
              <p:cNvSpPr/>
              <p:nvPr/>
            </p:nvSpPr>
            <p:spPr>
              <a:xfrm>
                <a:off x="1199210" y="21932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97" name="流程图: 接点 3996">
                <a:extLst>
                  <a:ext uri="{FF2B5EF4-FFF2-40B4-BE49-F238E27FC236}">
                    <a16:creationId xmlns:a16="http://schemas.microsoft.com/office/drawing/2014/main" id="{C3312602-41EE-4206-B78D-8F9E81A98DA3}"/>
                  </a:ext>
                </a:extLst>
              </p:cNvPr>
              <p:cNvSpPr/>
              <p:nvPr/>
            </p:nvSpPr>
            <p:spPr>
              <a:xfrm>
                <a:off x="1335020" y="21733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98" name="流程图: 接点 3997">
                <a:extLst>
                  <a:ext uri="{FF2B5EF4-FFF2-40B4-BE49-F238E27FC236}">
                    <a16:creationId xmlns:a16="http://schemas.microsoft.com/office/drawing/2014/main" id="{464B2C77-4614-4BAC-A43E-92C025E62763}"/>
                  </a:ext>
                </a:extLst>
              </p:cNvPr>
              <p:cNvSpPr/>
              <p:nvPr/>
            </p:nvSpPr>
            <p:spPr>
              <a:xfrm>
                <a:off x="1271511" y="22368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99" name="流程图: 接点 3998">
                <a:extLst>
                  <a:ext uri="{FF2B5EF4-FFF2-40B4-BE49-F238E27FC236}">
                    <a16:creationId xmlns:a16="http://schemas.microsoft.com/office/drawing/2014/main" id="{A1B1B279-3498-4BA9-A3CF-75449753F29A}"/>
                  </a:ext>
                </a:extLst>
              </p:cNvPr>
              <p:cNvSpPr/>
              <p:nvPr/>
            </p:nvSpPr>
            <p:spPr>
              <a:xfrm>
                <a:off x="1340627" y="22142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0" name="流程图: 接点 3999">
                <a:extLst>
                  <a:ext uri="{FF2B5EF4-FFF2-40B4-BE49-F238E27FC236}">
                    <a16:creationId xmlns:a16="http://schemas.microsoft.com/office/drawing/2014/main" id="{6B708B3B-C0C3-4B84-A3FA-3E9A1E196551}"/>
                  </a:ext>
                </a:extLst>
              </p:cNvPr>
              <p:cNvSpPr/>
              <p:nvPr/>
            </p:nvSpPr>
            <p:spPr>
              <a:xfrm>
                <a:off x="1208115" y="22348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1" name="流程图: 接点 4000">
                <a:extLst>
                  <a:ext uri="{FF2B5EF4-FFF2-40B4-BE49-F238E27FC236}">
                    <a16:creationId xmlns:a16="http://schemas.microsoft.com/office/drawing/2014/main" id="{CC2333B0-E30C-46C1-9B7B-AFDC02B610D2}"/>
                  </a:ext>
                </a:extLst>
              </p:cNvPr>
              <p:cNvSpPr/>
              <p:nvPr/>
            </p:nvSpPr>
            <p:spPr>
              <a:xfrm>
                <a:off x="1277230" y="22123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2" name="流程图: 接点 4001">
                <a:extLst>
                  <a:ext uri="{FF2B5EF4-FFF2-40B4-BE49-F238E27FC236}">
                    <a16:creationId xmlns:a16="http://schemas.microsoft.com/office/drawing/2014/main" id="{C8D63436-C512-41AF-BE76-E1E84F0EB440}"/>
                  </a:ext>
                </a:extLst>
              </p:cNvPr>
              <p:cNvSpPr/>
              <p:nvPr/>
            </p:nvSpPr>
            <p:spPr>
              <a:xfrm>
                <a:off x="1208003" y="23004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3" name="流程图: 接点 4002">
                <a:extLst>
                  <a:ext uri="{FF2B5EF4-FFF2-40B4-BE49-F238E27FC236}">
                    <a16:creationId xmlns:a16="http://schemas.microsoft.com/office/drawing/2014/main" id="{C5BC1E73-6691-41A1-97E8-7739C43B4E37}"/>
                  </a:ext>
                </a:extLst>
              </p:cNvPr>
              <p:cNvSpPr/>
              <p:nvPr/>
            </p:nvSpPr>
            <p:spPr>
              <a:xfrm>
                <a:off x="1277118" y="227784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4" name="流程图: 接点 4003">
                <a:extLst>
                  <a:ext uri="{FF2B5EF4-FFF2-40B4-BE49-F238E27FC236}">
                    <a16:creationId xmlns:a16="http://schemas.microsoft.com/office/drawing/2014/main" id="{5B1EF40B-3EC4-46F8-A9EB-95FFC6342EC8}"/>
                  </a:ext>
                </a:extLst>
              </p:cNvPr>
              <p:cNvSpPr/>
              <p:nvPr/>
            </p:nvSpPr>
            <p:spPr>
              <a:xfrm>
                <a:off x="1266888" y="225910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5" name="流程图: 接点 4004">
                <a:extLst>
                  <a:ext uri="{FF2B5EF4-FFF2-40B4-BE49-F238E27FC236}">
                    <a16:creationId xmlns:a16="http://schemas.microsoft.com/office/drawing/2014/main" id="{30F463A5-C1DB-4A68-B299-0DB8C1A35B8B}"/>
                  </a:ext>
                </a:extLst>
              </p:cNvPr>
              <p:cNvSpPr/>
              <p:nvPr/>
            </p:nvSpPr>
            <p:spPr>
              <a:xfrm>
                <a:off x="1272494" y="23000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6" name="流程图: 接点 4005">
                <a:extLst>
                  <a:ext uri="{FF2B5EF4-FFF2-40B4-BE49-F238E27FC236}">
                    <a16:creationId xmlns:a16="http://schemas.microsoft.com/office/drawing/2014/main" id="{766F384B-77F1-4C52-A060-A5D924651914}"/>
                  </a:ext>
                </a:extLst>
              </p:cNvPr>
              <p:cNvSpPr/>
              <p:nvPr/>
            </p:nvSpPr>
            <p:spPr>
              <a:xfrm>
                <a:off x="1209098" y="229809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7" name="流程图: 接点 4006">
                <a:extLst>
                  <a:ext uri="{FF2B5EF4-FFF2-40B4-BE49-F238E27FC236}">
                    <a16:creationId xmlns:a16="http://schemas.microsoft.com/office/drawing/2014/main" id="{E7C6B07C-4685-4DE7-81D2-8FCE2C616043}"/>
                  </a:ext>
                </a:extLst>
              </p:cNvPr>
              <p:cNvSpPr/>
              <p:nvPr/>
            </p:nvSpPr>
            <p:spPr>
              <a:xfrm>
                <a:off x="1239172" y="225189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8" name="流程图: 接点 4007">
                <a:extLst>
                  <a:ext uri="{FF2B5EF4-FFF2-40B4-BE49-F238E27FC236}">
                    <a16:creationId xmlns:a16="http://schemas.microsoft.com/office/drawing/2014/main" id="{0384CFDD-C940-4FD1-AE79-D2A4F55F210F}"/>
                  </a:ext>
                </a:extLst>
              </p:cNvPr>
              <p:cNvSpPr/>
              <p:nvPr/>
            </p:nvSpPr>
            <p:spPr>
              <a:xfrm>
                <a:off x="1244779" y="22928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9" name="流程图: 接点 4008">
                <a:extLst>
                  <a:ext uri="{FF2B5EF4-FFF2-40B4-BE49-F238E27FC236}">
                    <a16:creationId xmlns:a16="http://schemas.microsoft.com/office/drawing/2014/main" id="{647DB90A-87E9-40B2-ACC9-F0762A100F72}"/>
                  </a:ext>
                </a:extLst>
              </p:cNvPr>
              <p:cNvSpPr/>
              <p:nvPr/>
            </p:nvSpPr>
            <p:spPr>
              <a:xfrm>
                <a:off x="1027578" y="230837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10" name="流程图: 接点 4009">
                <a:extLst>
                  <a:ext uri="{FF2B5EF4-FFF2-40B4-BE49-F238E27FC236}">
                    <a16:creationId xmlns:a16="http://schemas.microsoft.com/office/drawing/2014/main" id="{BBAA57FC-8FB8-463C-AD34-C7EE042FDC26}"/>
                  </a:ext>
                </a:extLst>
              </p:cNvPr>
              <p:cNvSpPr/>
              <p:nvPr/>
            </p:nvSpPr>
            <p:spPr>
              <a:xfrm>
                <a:off x="1096694" y="22857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11" name="流程图: 接点 4010">
                <a:extLst>
                  <a:ext uri="{FF2B5EF4-FFF2-40B4-BE49-F238E27FC236}">
                    <a16:creationId xmlns:a16="http://schemas.microsoft.com/office/drawing/2014/main" id="{0BC15066-DCAE-4857-A774-E93B0DD663A9}"/>
                  </a:ext>
                </a:extLst>
              </p:cNvPr>
              <p:cNvSpPr/>
              <p:nvPr/>
            </p:nvSpPr>
            <p:spPr>
              <a:xfrm>
                <a:off x="1606589" y="21692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12" name="流程图: 接点 4011">
                <a:extLst>
                  <a:ext uri="{FF2B5EF4-FFF2-40B4-BE49-F238E27FC236}">
                    <a16:creationId xmlns:a16="http://schemas.microsoft.com/office/drawing/2014/main" id="{61CB3A5A-2FAA-457E-B47B-AB22B9C56163}"/>
                  </a:ext>
                </a:extLst>
              </p:cNvPr>
              <p:cNvSpPr/>
              <p:nvPr/>
            </p:nvSpPr>
            <p:spPr>
              <a:xfrm>
                <a:off x="1543654" y="21886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13" name="流程图: 接点 4012">
                <a:extLst>
                  <a:ext uri="{FF2B5EF4-FFF2-40B4-BE49-F238E27FC236}">
                    <a16:creationId xmlns:a16="http://schemas.microsoft.com/office/drawing/2014/main" id="{4BAF3A74-FBFE-43D0-83DF-5385DBD85F82}"/>
                  </a:ext>
                </a:extLst>
              </p:cNvPr>
              <p:cNvSpPr/>
              <p:nvPr/>
            </p:nvSpPr>
            <p:spPr>
              <a:xfrm>
                <a:off x="1615494" y="22109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14" name="流程图: 接点 4013">
                <a:extLst>
                  <a:ext uri="{FF2B5EF4-FFF2-40B4-BE49-F238E27FC236}">
                    <a16:creationId xmlns:a16="http://schemas.microsoft.com/office/drawing/2014/main" id="{037C2927-8CAC-4B78-96CD-3FD44899A901}"/>
                  </a:ext>
                </a:extLst>
              </p:cNvPr>
              <p:cNvSpPr/>
              <p:nvPr/>
            </p:nvSpPr>
            <p:spPr>
              <a:xfrm>
                <a:off x="1615381" y="22764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15" name="流程图: 接点 4014">
                <a:extLst>
                  <a:ext uri="{FF2B5EF4-FFF2-40B4-BE49-F238E27FC236}">
                    <a16:creationId xmlns:a16="http://schemas.microsoft.com/office/drawing/2014/main" id="{789E791E-673C-4337-ACA8-382CA67EC029}"/>
                  </a:ext>
                </a:extLst>
              </p:cNvPr>
              <p:cNvSpPr/>
              <p:nvPr/>
            </p:nvSpPr>
            <p:spPr>
              <a:xfrm>
                <a:off x="1509217" y="230577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16" name="流程图: 接点 4015">
                <a:extLst>
                  <a:ext uri="{FF2B5EF4-FFF2-40B4-BE49-F238E27FC236}">
                    <a16:creationId xmlns:a16="http://schemas.microsoft.com/office/drawing/2014/main" id="{9C3FEBD3-1526-43DC-826F-7E3218CB05A6}"/>
                  </a:ext>
                </a:extLst>
              </p:cNvPr>
              <p:cNvSpPr/>
              <p:nvPr/>
            </p:nvSpPr>
            <p:spPr>
              <a:xfrm>
                <a:off x="1569964" y="209067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17" name="流程图: 接点 4016">
                <a:extLst>
                  <a:ext uri="{FF2B5EF4-FFF2-40B4-BE49-F238E27FC236}">
                    <a16:creationId xmlns:a16="http://schemas.microsoft.com/office/drawing/2014/main" id="{EB4289FE-C6F4-4F8D-8829-7D129AB3C69A}"/>
                  </a:ext>
                </a:extLst>
              </p:cNvPr>
              <p:cNvSpPr/>
              <p:nvPr/>
            </p:nvSpPr>
            <p:spPr>
              <a:xfrm>
                <a:off x="1506568" y="208869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18" name="流程图: 接点 4017">
                <a:extLst>
                  <a:ext uri="{FF2B5EF4-FFF2-40B4-BE49-F238E27FC236}">
                    <a16:creationId xmlns:a16="http://schemas.microsoft.com/office/drawing/2014/main" id="{72DF568C-8E41-4C30-AE0B-ADAA948C84A6}"/>
                  </a:ext>
                </a:extLst>
              </p:cNvPr>
              <p:cNvSpPr/>
              <p:nvPr/>
            </p:nvSpPr>
            <p:spPr>
              <a:xfrm>
                <a:off x="1506456" y="215424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19" name="流程图: 接点 4018">
                <a:extLst>
                  <a:ext uri="{FF2B5EF4-FFF2-40B4-BE49-F238E27FC236}">
                    <a16:creationId xmlns:a16="http://schemas.microsoft.com/office/drawing/2014/main" id="{8269913C-B98D-4F75-89EC-0AE997867338}"/>
                  </a:ext>
                </a:extLst>
              </p:cNvPr>
              <p:cNvSpPr/>
              <p:nvPr/>
            </p:nvSpPr>
            <p:spPr>
              <a:xfrm>
                <a:off x="1575571" y="213164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20" name="流程图: 接点 4019">
                <a:extLst>
                  <a:ext uri="{FF2B5EF4-FFF2-40B4-BE49-F238E27FC236}">
                    <a16:creationId xmlns:a16="http://schemas.microsoft.com/office/drawing/2014/main" id="{C09AED5C-C552-4DAC-9CB6-D3A716FA475E}"/>
                  </a:ext>
                </a:extLst>
              </p:cNvPr>
              <p:cNvSpPr/>
              <p:nvPr/>
            </p:nvSpPr>
            <p:spPr>
              <a:xfrm>
                <a:off x="1541708" y="22046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21" name="流程图: 接点 4020">
                <a:extLst>
                  <a:ext uri="{FF2B5EF4-FFF2-40B4-BE49-F238E27FC236}">
                    <a16:creationId xmlns:a16="http://schemas.microsoft.com/office/drawing/2014/main" id="{B21AFC82-0182-481E-932C-ED5B631FE687}"/>
                  </a:ext>
                </a:extLst>
              </p:cNvPr>
              <p:cNvSpPr/>
              <p:nvPr/>
            </p:nvSpPr>
            <p:spPr>
              <a:xfrm>
                <a:off x="1578873" y="21620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22" name="流程图: 接点 4021">
                <a:extLst>
                  <a:ext uri="{FF2B5EF4-FFF2-40B4-BE49-F238E27FC236}">
                    <a16:creationId xmlns:a16="http://schemas.microsoft.com/office/drawing/2014/main" id="{27D492F0-BE42-4565-9190-3FF724506BB7}"/>
                  </a:ext>
                </a:extLst>
              </p:cNvPr>
              <p:cNvSpPr/>
              <p:nvPr/>
            </p:nvSpPr>
            <p:spPr>
              <a:xfrm>
                <a:off x="1651174" y="220566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23" name="流程图: 接点 4022">
                <a:extLst>
                  <a:ext uri="{FF2B5EF4-FFF2-40B4-BE49-F238E27FC236}">
                    <a16:creationId xmlns:a16="http://schemas.microsoft.com/office/drawing/2014/main" id="{C6D21106-5E76-4C08-8B84-418CA2118EE1}"/>
                  </a:ext>
                </a:extLst>
              </p:cNvPr>
              <p:cNvSpPr/>
              <p:nvPr/>
            </p:nvSpPr>
            <p:spPr>
              <a:xfrm>
                <a:off x="1587778" y="22036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24" name="流程图: 接点 4023">
                <a:extLst>
                  <a:ext uri="{FF2B5EF4-FFF2-40B4-BE49-F238E27FC236}">
                    <a16:creationId xmlns:a16="http://schemas.microsoft.com/office/drawing/2014/main" id="{1674DE8A-D7A6-4AE3-AB43-A2143D4A0774}"/>
                  </a:ext>
                </a:extLst>
              </p:cNvPr>
              <p:cNvSpPr/>
              <p:nvPr/>
            </p:nvSpPr>
            <p:spPr>
              <a:xfrm>
                <a:off x="1656893" y="21810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25" name="流程图: 接点 4024">
                <a:extLst>
                  <a:ext uri="{FF2B5EF4-FFF2-40B4-BE49-F238E27FC236}">
                    <a16:creationId xmlns:a16="http://schemas.microsoft.com/office/drawing/2014/main" id="{73465694-EFE0-40CD-AD52-11A5F1298546}"/>
                  </a:ext>
                </a:extLst>
              </p:cNvPr>
              <p:cNvSpPr/>
              <p:nvPr/>
            </p:nvSpPr>
            <p:spPr>
              <a:xfrm>
                <a:off x="1587666" y="22692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26" name="流程图: 接点 4025">
                <a:extLst>
                  <a:ext uri="{FF2B5EF4-FFF2-40B4-BE49-F238E27FC236}">
                    <a16:creationId xmlns:a16="http://schemas.microsoft.com/office/drawing/2014/main" id="{9BC81627-8680-48C5-B976-4B644590D9BD}"/>
                  </a:ext>
                </a:extLst>
              </p:cNvPr>
              <p:cNvSpPr/>
              <p:nvPr/>
            </p:nvSpPr>
            <p:spPr>
              <a:xfrm>
                <a:off x="1656781" y="22466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27" name="流程图: 接点 4026">
                <a:extLst>
                  <a:ext uri="{FF2B5EF4-FFF2-40B4-BE49-F238E27FC236}">
                    <a16:creationId xmlns:a16="http://schemas.microsoft.com/office/drawing/2014/main" id="{2E96FDE3-B08E-490F-ABC0-492B2C21FFFC}"/>
                  </a:ext>
                </a:extLst>
              </p:cNvPr>
              <p:cNvSpPr/>
              <p:nvPr/>
            </p:nvSpPr>
            <p:spPr>
              <a:xfrm>
                <a:off x="1510741" y="22478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28" name="流程图: 接点 4027">
                <a:extLst>
                  <a:ext uri="{FF2B5EF4-FFF2-40B4-BE49-F238E27FC236}">
                    <a16:creationId xmlns:a16="http://schemas.microsoft.com/office/drawing/2014/main" id="{706F3FFC-DD17-4722-9117-C7D575A76B5B}"/>
                  </a:ext>
                </a:extLst>
              </p:cNvPr>
              <p:cNvSpPr/>
              <p:nvPr/>
            </p:nvSpPr>
            <p:spPr>
              <a:xfrm>
                <a:off x="1646551" y="222789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29" name="流程图: 接点 4028">
                <a:extLst>
                  <a:ext uri="{FF2B5EF4-FFF2-40B4-BE49-F238E27FC236}">
                    <a16:creationId xmlns:a16="http://schemas.microsoft.com/office/drawing/2014/main" id="{22269727-3EC5-49E1-8D0D-401143DBEE0D}"/>
                  </a:ext>
                </a:extLst>
              </p:cNvPr>
              <p:cNvSpPr/>
              <p:nvPr/>
            </p:nvSpPr>
            <p:spPr>
              <a:xfrm>
                <a:off x="1583042" y="22914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30" name="流程图: 接点 4029">
                <a:extLst>
                  <a:ext uri="{FF2B5EF4-FFF2-40B4-BE49-F238E27FC236}">
                    <a16:creationId xmlns:a16="http://schemas.microsoft.com/office/drawing/2014/main" id="{C312CD57-0C4F-4433-B3D4-81BAA81AF50E}"/>
                  </a:ext>
                </a:extLst>
              </p:cNvPr>
              <p:cNvSpPr/>
              <p:nvPr/>
            </p:nvSpPr>
            <p:spPr>
              <a:xfrm>
                <a:off x="1652157" y="22688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31" name="流程图: 接点 4030">
                <a:extLst>
                  <a:ext uri="{FF2B5EF4-FFF2-40B4-BE49-F238E27FC236}">
                    <a16:creationId xmlns:a16="http://schemas.microsoft.com/office/drawing/2014/main" id="{7CF4CC94-87E6-4B35-9ADD-A085091EFC10}"/>
                  </a:ext>
                </a:extLst>
              </p:cNvPr>
              <p:cNvSpPr/>
              <p:nvPr/>
            </p:nvSpPr>
            <p:spPr>
              <a:xfrm>
                <a:off x="1519646" y="22894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32" name="流程图: 接点 4031">
                <a:extLst>
                  <a:ext uri="{FF2B5EF4-FFF2-40B4-BE49-F238E27FC236}">
                    <a16:creationId xmlns:a16="http://schemas.microsoft.com/office/drawing/2014/main" id="{5FBA540E-DAED-4A6F-A0F0-D0E60B69DAA4}"/>
                  </a:ext>
                </a:extLst>
              </p:cNvPr>
              <p:cNvSpPr/>
              <p:nvPr/>
            </p:nvSpPr>
            <p:spPr>
              <a:xfrm>
                <a:off x="1588761" y="22668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33" name="流程图: 接点 4032">
                <a:extLst>
                  <a:ext uri="{FF2B5EF4-FFF2-40B4-BE49-F238E27FC236}">
                    <a16:creationId xmlns:a16="http://schemas.microsoft.com/office/drawing/2014/main" id="{9ED76CCB-AC46-41FE-9EA1-F78656416A49}"/>
                  </a:ext>
                </a:extLst>
              </p:cNvPr>
              <p:cNvSpPr/>
              <p:nvPr/>
            </p:nvSpPr>
            <p:spPr>
              <a:xfrm>
                <a:off x="1618835" y="222067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34" name="流程图: 接点 4033">
                <a:extLst>
                  <a:ext uri="{FF2B5EF4-FFF2-40B4-BE49-F238E27FC236}">
                    <a16:creationId xmlns:a16="http://schemas.microsoft.com/office/drawing/2014/main" id="{A15DE3E1-5F5D-44E1-981A-39F1153887C2}"/>
                  </a:ext>
                </a:extLst>
              </p:cNvPr>
              <p:cNvSpPr/>
              <p:nvPr/>
            </p:nvSpPr>
            <p:spPr>
              <a:xfrm>
                <a:off x="1555327" y="22842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35" name="流程图: 接点 4034">
                <a:extLst>
                  <a:ext uri="{FF2B5EF4-FFF2-40B4-BE49-F238E27FC236}">
                    <a16:creationId xmlns:a16="http://schemas.microsoft.com/office/drawing/2014/main" id="{8DE655D3-0F47-4A71-94AA-008D398306D3}"/>
                  </a:ext>
                </a:extLst>
              </p:cNvPr>
              <p:cNvSpPr/>
              <p:nvPr/>
            </p:nvSpPr>
            <p:spPr>
              <a:xfrm>
                <a:off x="1624442" y="22616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36" name="流程图: 接点 4035">
                <a:extLst>
                  <a:ext uri="{FF2B5EF4-FFF2-40B4-BE49-F238E27FC236}">
                    <a16:creationId xmlns:a16="http://schemas.microsoft.com/office/drawing/2014/main" id="{E8610E61-353D-4DBD-A09E-7BE2DE21E1E3}"/>
                  </a:ext>
                </a:extLst>
              </p:cNvPr>
              <p:cNvSpPr/>
              <p:nvPr/>
            </p:nvSpPr>
            <p:spPr>
              <a:xfrm>
                <a:off x="1491931" y="22822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37" name="流程图: 接点 4036">
                <a:extLst>
                  <a:ext uri="{FF2B5EF4-FFF2-40B4-BE49-F238E27FC236}">
                    <a16:creationId xmlns:a16="http://schemas.microsoft.com/office/drawing/2014/main" id="{7925B836-69B7-46D5-9C13-CC56AD86889C}"/>
                  </a:ext>
                </a:extLst>
              </p:cNvPr>
              <p:cNvSpPr/>
              <p:nvPr/>
            </p:nvSpPr>
            <p:spPr>
              <a:xfrm>
                <a:off x="1561046" y="22596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38" name="流程图: 接点 4037">
                <a:extLst>
                  <a:ext uri="{FF2B5EF4-FFF2-40B4-BE49-F238E27FC236}">
                    <a16:creationId xmlns:a16="http://schemas.microsoft.com/office/drawing/2014/main" id="{5CC33FB3-6054-46EC-B987-BA5F14575570}"/>
                  </a:ext>
                </a:extLst>
              </p:cNvPr>
              <p:cNvSpPr/>
              <p:nvPr/>
            </p:nvSpPr>
            <p:spPr>
              <a:xfrm>
                <a:off x="1530054" y="19714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39" name="流程图: 接点 4038">
                <a:extLst>
                  <a:ext uri="{FF2B5EF4-FFF2-40B4-BE49-F238E27FC236}">
                    <a16:creationId xmlns:a16="http://schemas.microsoft.com/office/drawing/2014/main" id="{60ED48AF-E5E8-4695-A501-9DC9C0FB25F6}"/>
                  </a:ext>
                </a:extLst>
              </p:cNvPr>
              <p:cNvSpPr/>
              <p:nvPr/>
            </p:nvSpPr>
            <p:spPr>
              <a:xfrm>
                <a:off x="1665864" y="19515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0" name="流程图: 接点 4039">
                <a:extLst>
                  <a:ext uri="{FF2B5EF4-FFF2-40B4-BE49-F238E27FC236}">
                    <a16:creationId xmlns:a16="http://schemas.microsoft.com/office/drawing/2014/main" id="{D2195885-1A2D-4AD8-8A58-79CC440DFC5E}"/>
                  </a:ext>
                </a:extLst>
              </p:cNvPr>
              <p:cNvSpPr/>
              <p:nvPr/>
            </p:nvSpPr>
            <p:spPr>
              <a:xfrm>
                <a:off x="1602355" y="20151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1" name="流程图: 接点 4040">
                <a:extLst>
                  <a:ext uri="{FF2B5EF4-FFF2-40B4-BE49-F238E27FC236}">
                    <a16:creationId xmlns:a16="http://schemas.microsoft.com/office/drawing/2014/main" id="{442D7E4B-84D0-490A-B09D-857B41EECABE}"/>
                  </a:ext>
                </a:extLst>
              </p:cNvPr>
              <p:cNvSpPr/>
              <p:nvPr/>
            </p:nvSpPr>
            <p:spPr>
              <a:xfrm>
                <a:off x="1538959" y="20131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2" name="流程图: 接点 4041">
                <a:extLst>
                  <a:ext uri="{FF2B5EF4-FFF2-40B4-BE49-F238E27FC236}">
                    <a16:creationId xmlns:a16="http://schemas.microsoft.com/office/drawing/2014/main" id="{D48D6823-3E5D-499D-A2E9-E841576C297D}"/>
                  </a:ext>
                </a:extLst>
              </p:cNvPr>
              <p:cNvSpPr/>
              <p:nvPr/>
            </p:nvSpPr>
            <p:spPr>
              <a:xfrm>
                <a:off x="1608074" y="19905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3" name="流程图: 接点 4042">
                <a:extLst>
                  <a:ext uri="{FF2B5EF4-FFF2-40B4-BE49-F238E27FC236}">
                    <a16:creationId xmlns:a16="http://schemas.microsoft.com/office/drawing/2014/main" id="{A5CCCEE7-8FF8-41BD-9E94-E9B9DAB6CEF9}"/>
                  </a:ext>
                </a:extLst>
              </p:cNvPr>
              <p:cNvSpPr/>
              <p:nvPr/>
            </p:nvSpPr>
            <p:spPr>
              <a:xfrm>
                <a:off x="1538847" y="20786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4" name="流程图: 接点 4043">
                <a:extLst>
                  <a:ext uri="{FF2B5EF4-FFF2-40B4-BE49-F238E27FC236}">
                    <a16:creationId xmlns:a16="http://schemas.microsoft.com/office/drawing/2014/main" id="{D1942C40-7DCC-415C-A10E-5B7CC54B2EE7}"/>
                  </a:ext>
                </a:extLst>
              </p:cNvPr>
              <p:cNvSpPr/>
              <p:nvPr/>
            </p:nvSpPr>
            <p:spPr>
              <a:xfrm>
                <a:off x="1607962" y="205606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5" name="流程图: 接点 4044">
                <a:extLst>
                  <a:ext uri="{FF2B5EF4-FFF2-40B4-BE49-F238E27FC236}">
                    <a16:creationId xmlns:a16="http://schemas.microsoft.com/office/drawing/2014/main" id="{E410EFD5-3E5E-4694-B13F-A7CA205BC9DB}"/>
                  </a:ext>
                </a:extLst>
              </p:cNvPr>
              <p:cNvSpPr/>
              <p:nvPr/>
            </p:nvSpPr>
            <p:spPr>
              <a:xfrm>
                <a:off x="1574099" y="21290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6" name="流程图: 接点 4045">
                <a:extLst>
                  <a:ext uri="{FF2B5EF4-FFF2-40B4-BE49-F238E27FC236}">
                    <a16:creationId xmlns:a16="http://schemas.microsoft.com/office/drawing/2014/main" id="{6064DF18-3208-429E-805D-3C12BA7C4523}"/>
                  </a:ext>
                </a:extLst>
              </p:cNvPr>
              <p:cNvSpPr/>
              <p:nvPr/>
            </p:nvSpPr>
            <p:spPr>
              <a:xfrm>
                <a:off x="1510703" y="212704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7" name="流程图: 接点 4046">
                <a:extLst>
                  <a:ext uri="{FF2B5EF4-FFF2-40B4-BE49-F238E27FC236}">
                    <a16:creationId xmlns:a16="http://schemas.microsoft.com/office/drawing/2014/main" id="{4D51D0AC-936F-4687-8CC3-EB92023580D3}"/>
                  </a:ext>
                </a:extLst>
              </p:cNvPr>
              <p:cNvSpPr/>
              <p:nvPr/>
            </p:nvSpPr>
            <p:spPr>
              <a:xfrm>
                <a:off x="1510590" y="219259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8" name="流程图: 接点 4047">
                <a:extLst>
                  <a:ext uri="{FF2B5EF4-FFF2-40B4-BE49-F238E27FC236}">
                    <a16:creationId xmlns:a16="http://schemas.microsoft.com/office/drawing/2014/main" id="{A3C185D3-ECCC-46C1-BB0F-48B4603F8122}"/>
                  </a:ext>
                </a:extLst>
              </p:cNvPr>
              <p:cNvSpPr/>
              <p:nvPr/>
            </p:nvSpPr>
            <p:spPr>
              <a:xfrm>
                <a:off x="1611264" y="20864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9" name="流程图: 接点 4048">
                <a:extLst>
                  <a:ext uri="{FF2B5EF4-FFF2-40B4-BE49-F238E27FC236}">
                    <a16:creationId xmlns:a16="http://schemas.microsoft.com/office/drawing/2014/main" id="{15382266-9C58-4EBC-BB29-B27CA10E78DF}"/>
                  </a:ext>
                </a:extLst>
              </p:cNvPr>
              <p:cNvSpPr/>
              <p:nvPr/>
            </p:nvSpPr>
            <p:spPr>
              <a:xfrm>
                <a:off x="1620169" y="21281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50" name="流程图: 接点 4049">
                <a:extLst>
                  <a:ext uri="{FF2B5EF4-FFF2-40B4-BE49-F238E27FC236}">
                    <a16:creationId xmlns:a16="http://schemas.microsoft.com/office/drawing/2014/main" id="{D4ADA3C2-C0B4-414A-8B61-F3C0400CF5CC}"/>
                  </a:ext>
                </a:extLst>
              </p:cNvPr>
              <p:cNvSpPr/>
              <p:nvPr/>
            </p:nvSpPr>
            <p:spPr>
              <a:xfrm>
                <a:off x="1620057" y="21936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51" name="流程图: 接点 4050">
                <a:extLst>
                  <a:ext uri="{FF2B5EF4-FFF2-40B4-BE49-F238E27FC236}">
                    <a16:creationId xmlns:a16="http://schemas.microsoft.com/office/drawing/2014/main" id="{8CF26B25-8174-4889-8197-F6749BD8F75F}"/>
                  </a:ext>
                </a:extLst>
              </p:cNvPr>
              <p:cNvSpPr/>
              <p:nvPr/>
            </p:nvSpPr>
            <p:spPr>
              <a:xfrm>
                <a:off x="1586194" y="226661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52" name="流程图: 接点 4051">
                <a:extLst>
                  <a:ext uri="{FF2B5EF4-FFF2-40B4-BE49-F238E27FC236}">
                    <a16:creationId xmlns:a16="http://schemas.microsoft.com/office/drawing/2014/main" id="{360E46BA-B7A3-4865-A678-7489953B079E}"/>
                  </a:ext>
                </a:extLst>
              </p:cNvPr>
              <p:cNvSpPr/>
              <p:nvPr/>
            </p:nvSpPr>
            <p:spPr>
              <a:xfrm>
                <a:off x="1655309" y="224401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53" name="流程图: 接点 4052">
                <a:extLst>
                  <a:ext uri="{FF2B5EF4-FFF2-40B4-BE49-F238E27FC236}">
                    <a16:creationId xmlns:a16="http://schemas.microsoft.com/office/drawing/2014/main" id="{06BF857C-F6F5-460E-A42F-4D84CDECA50D}"/>
                  </a:ext>
                </a:extLst>
              </p:cNvPr>
              <p:cNvSpPr/>
              <p:nvPr/>
            </p:nvSpPr>
            <p:spPr>
              <a:xfrm>
                <a:off x="1591913" y="22420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54" name="流程图: 接点 4053">
                <a:extLst>
                  <a:ext uri="{FF2B5EF4-FFF2-40B4-BE49-F238E27FC236}">
                    <a16:creationId xmlns:a16="http://schemas.microsoft.com/office/drawing/2014/main" id="{636C67D5-768C-44CA-B06E-FDE38B460706}"/>
                  </a:ext>
                </a:extLst>
              </p:cNvPr>
              <p:cNvSpPr/>
              <p:nvPr/>
            </p:nvSpPr>
            <p:spPr>
              <a:xfrm>
                <a:off x="1591800" y="230758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55" name="流程图: 接点 4054">
                <a:extLst>
                  <a:ext uri="{FF2B5EF4-FFF2-40B4-BE49-F238E27FC236}">
                    <a16:creationId xmlns:a16="http://schemas.microsoft.com/office/drawing/2014/main" id="{E8B7EF88-415C-4FC0-A20B-C9AA0ADC953A}"/>
                  </a:ext>
                </a:extLst>
              </p:cNvPr>
              <p:cNvSpPr/>
              <p:nvPr/>
            </p:nvSpPr>
            <p:spPr>
              <a:xfrm>
                <a:off x="1638149" y="19443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56" name="流程图: 接点 4055">
                <a:extLst>
                  <a:ext uri="{FF2B5EF4-FFF2-40B4-BE49-F238E27FC236}">
                    <a16:creationId xmlns:a16="http://schemas.microsoft.com/office/drawing/2014/main" id="{F6FF5900-BB05-416F-AEB8-80335EFA2581}"/>
                  </a:ext>
                </a:extLst>
              </p:cNvPr>
              <p:cNvSpPr/>
              <p:nvPr/>
            </p:nvSpPr>
            <p:spPr>
              <a:xfrm>
                <a:off x="1574640" y="20078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57" name="流程图: 接点 4056">
                <a:extLst>
                  <a:ext uri="{FF2B5EF4-FFF2-40B4-BE49-F238E27FC236}">
                    <a16:creationId xmlns:a16="http://schemas.microsoft.com/office/drawing/2014/main" id="{03D5B0FE-9F04-4C06-BE28-F6DF10F96687}"/>
                  </a:ext>
                </a:extLst>
              </p:cNvPr>
              <p:cNvSpPr/>
              <p:nvPr/>
            </p:nvSpPr>
            <p:spPr>
              <a:xfrm>
                <a:off x="1643755" y="19852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58" name="流程图: 接点 4057">
                <a:extLst>
                  <a:ext uri="{FF2B5EF4-FFF2-40B4-BE49-F238E27FC236}">
                    <a16:creationId xmlns:a16="http://schemas.microsoft.com/office/drawing/2014/main" id="{FE04E6E9-519E-4349-A9B1-3F7ADE6A512C}"/>
                  </a:ext>
                </a:extLst>
              </p:cNvPr>
              <p:cNvSpPr/>
              <p:nvPr/>
            </p:nvSpPr>
            <p:spPr>
              <a:xfrm>
                <a:off x="1511244" y="20059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59" name="流程图: 接点 4058">
                <a:extLst>
                  <a:ext uri="{FF2B5EF4-FFF2-40B4-BE49-F238E27FC236}">
                    <a16:creationId xmlns:a16="http://schemas.microsoft.com/office/drawing/2014/main" id="{71F403DA-E125-471F-8D53-547083201E6B}"/>
                  </a:ext>
                </a:extLst>
              </p:cNvPr>
              <p:cNvSpPr/>
              <p:nvPr/>
            </p:nvSpPr>
            <p:spPr>
              <a:xfrm>
                <a:off x="1580359" y="19833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0" name="流程图: 接点 4059">
                <a:extLst>
                  <a:ext uri="{FF2B5EF4-FFF2-40B4-BE49-F238E27FC236}">
                    <a16:creationId xmlns:a16="http://schemas.microsoft.com/office/drawing/2014/main" id="{93BE10B6-8CC0-4A52-BFE5-ACC6EF163D1A}"/>
                  </a:ext>
                </a:extLst>
              </p:cNvPr>
              <p:cNvSpPr/>
              <p:nvPr/>
            </p:nvSpPr>
            <p:spPr>
              <a:xfrm>
                <a:off x="1511131" y="207144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1" name="流程图: 接点 4060">
                <a:extLst>
                  <a:ext uri="{FF2B5EF4-FFF2-40B4-BE49-F238E27FC236}">
                    <a16:creationId xmlns:a16="http://schemas.microsoft.com/office/drawing/2014/main" id="{9FDD23A2-675C-4C43-9B41-CBF1468FC234}"/>
                  </a:ext>
                </a:extLst>
              </p:cNvPr>
              <p:cNvSpPr/>
              <p:nvPr/>
            </p:nvSpPr>
            <p:spPr>
              <a:xfrm>
                <a:off x="1580247" y="204885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2" name="流程图: 接点 4061">
                <a:extLst>
                  <a:ext uri="{FF2B5EF4-FFF2-40B4-BE49-F238E27FC236}">
                    <a16:creationId xmlns:a16="http://schemas.microsoft.com/office/drawing/2014/main" id="{866E4376-5B71-43E8-BCF7-72D6201C1705}"/>
                  </a:ext>
                </a:extLst>
              </p:cNvPr>
              <p:cNvSpPr/>
              <p:nvPr/>
            </p:nvSpPr>
            <p:spPr>
              <a:xfrm>
                <a:off x="1546383" y="212181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3" name="流程图: 接点 4062">
                <a:extLst>
                  <a:ext uri="{FF2B5EF4-FFF2-40B4-BE49-F238E27FC236}">
                    <a16:creationId xmlns:a16="http://schemas.microsoft.com/office/drawing/2014/main" id="{939A32F5-FE99-4A80-8CC9-BB1894B1CFEB}"/>
                  </a:ext>
                </a:extLst>
              </p:cNvPr>
              <p:cNvSpPr/>
              <p:nvPr/>
            </p:nvSpPr>
            <p:spPr>
              <a:xfrm>
                <a:off x="1570016" y="203011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4" name="流程图: 接点 4063">
                <a:extLst>
                  <a:ext uri="{FF2B5EF4-FFF2-40B4-BE49-F238E27FC236}">
                    <a16:creationId xmlns:a16="http://schemas.microsoft.com/office/drawing/2014/main" id="{E559AC4D-5EA7-4538-B9BB-5379F73C02EF}"/>
                  </a:ext>
                </a:extLst>
              </p:cNvPr>
              <p:cNvSpPr/>
              <p:nvPr/>
            </p:nvSpPr>
            <p:spPr>
              <a:xfrm>
                <a:off x="1575623" y="20710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5" name="流程图: 接点 4064">
                <a:extLst>
                  <a:ext uri="{FF2B5EF4-FFF2-40B4-BE49-F238E27FC236}">
                    <a16:creationId xmlns:a16="http://schemas.microsoft.com/office/drawing/2014/main" id="{2BF06081-970E-47F9-9EDD-0240FD1E0676}"/>
                  </a:ext>
                </a:extLst>
              </p:cNvPr>
              <p:cNvSpPr/>
              <p:nvPr/>
            </p:nvSpPr>
            <p:spPr>
              <a:xfrm>
                <a:off x="1512227" y="206909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6" name="流程图: 接点 4065">
                <a:extLst>
                  <a:ext uri="{FF2B5EF4-FFF2-40B4-BE49-F238E27FC236}">
                    <a16:creationId xmlns:a16="http://schemas.microsoft.com/office/drawing/2014/main" id="{F4E44BA6-4887-4E5E-8BEC-5EF93B9E967A}"/>
                  </a:ext>
                </a:extLst>
              </p:cNvPr>
              <p:cNvSpPr/>
              <p:nvPr/>
            </p:nvSpPr>
            <p:spPr>
              <a:xfrm>
                <a:off x="1512114" y="21346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7" name="流程图: 接点 4066">
                <a:extLst>
                  <a:ext uri="{FF2B5EF4-FFF2-40B4-BE49-F238E27FC236}">
                    <a16:creationId xmlns:a16="http://schemas.microsoft.com/office/drawing/2014/main" id="{94AFD92A-8989-4F24-875D-5E15C0427D13}"/>
                  </a:ext>
                </a:extLst>
              </p:cNvPr>
              <p:cNvSpPr/>
              <p:nvPr/>
            </p:nvSpPr>
            <p:spPr>
              <a:xfrm>
                <a:off x="1515417" y="21650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8" name="流程图: 接点 4067">
                <a:extLst>
                  <a:ext uri="{FF2B5EF4-FFF2-40B4-BE49-F238E27FC236}">
                    <a16:creationId xmlns:a16="http://schemas.microsoft.com/office/drawing/2014/main" id="{A751D309-7BB2-4D86-993E-2B6F81777847}"/>
                  </a:ext>
                </a:extLst>
              </p:cNvPr>
              <p:cNvSpPr/>
              <p:nvPr/>
            </p:nvSpPr>
            <p:spPr>
              <a:xfrm>
                <a:off x="1651226" y="214509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9" name="流程图: 接点 4068">
                <a:extLst>
                  <a:ext uri="{FF2B5EF4-FFF2-40B4-BE49-F238E27FC236}">
                    <a16:creationId xmlns:a16="http://schemas.microsoft.com/office/drawing/2014/main" id="{32816ED2-AB90-4A4B-93FE-982A2858E185}"/>
                  </a:ext>
                </a:extLst>
              </p:cNvPr>
              <p:cNvSpPr/>
              <p:nvPr/>
            </p:nvSpPr>
            <p:spPr>
              <a:xfrm>
                <a:off x="1587718" y="22086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0" name="流程图: 接点 4069">
                <a:extLst>
                  <a:ext uri="{FF2B5EF4-FFF2-40B4-BE49-F238E27FC236}">
                    <a16:creationId xmlns:a16="http://schemas.microsoft.com/office/drawing/2014/main" id="{4AC7A975-E4F3-4408-8C58-97BAA2A901DF}"/>
                  </a:ext>
                </a:extLst>
              </p:cNvPr>
              <p:cNvSpPr/>
              <p:nvPr/>
            </p:nvSpPr>
            <p:spPr>
              <a:xfrm>
                <a:off x="1656833" y="21860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1" name="流程图: 接点 4070">
                <a:extLst>
                  <a:ext uri="{FF2B5EF4-FFF2-40B4-BE49-F238E27FC236}">
                    <a16:creationId xmlns:a16="http://schemas.microsoft.com/office/drawing/2014/main" id="{07D33244-55AE-4BFC-A7AF-AAD7EB3732EE}"/>
                  </a:ext>
                </a:extLst>
              </p:cNvPr>
              <p:cNvSpPr/>
              <p:nvPr/>
            </p:nvSpPr>
            <p:spPr>
              <a:xfrm>
                <a:off x="1524322" y="22066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2" name="流程图: 接点 4071">
                <a:extLst>
                  <a:ext uri="{FF2B5EF4-FFF2-40B4-BE49-F238E27FC236}">
                    <a16:creationId xmlns:a16="http://schemas.microsoft.com/office/drawing/2014/main" id="{CF168262-49A8-4BA7-AA03-E998D3188D50}"/>
                  </a:ext>
                </a:extLst>
              </p:cNvPr>
              <p:cNvSpPr/>
              <p:nvPr/>
            </p:nvSpPr>
            <p:spPr>
              <a:xfrm>
                <a:off x="1593437" y="218408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3" name="流程图: 接点 4072">
                <a:extLst>
                  <a:ext uri="{FF2B5EF4-FFF2-40B4-BE49-F238E27FC236}">
                    <a16:creationId xmlns:a16="http://schemas.microsoft.com/office/drawing/2014/main" id="{266D34B4-F9EB-4CCA-A7C3-A24ED03B3ABE}"/>
                  </a:ext>
                </a:extLst>
              </p:cNvPr>
              <p:cNvSpPr/>
              <p:nvPr/>
            </p:nvSpPr>
            <p:spPr>
              <a:xfrm>
                <a:off x="1524209" y="22722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4" name="流程图: 接点 4073">
                <a:extLst>
                  <a:ext uri="{FF2B5EF4-FFF2-40B4-BE49-F238E27FC236}">
                    <a16:creationId xmlns:a16="http://schemas.microsoft.com/office/drawing/2014/main" id="{E7801705-24A2-4A36-9F1E-DA49A639AA82}"/>
                  </a:ext>
                </a:extLst>
              </p:cNvPr>
              <p:cNvSpPr/>
              <p:nvPr/>
            </p:nvSpPr>
            <p:spPr>
              <a:xfrm>
                <a:off x="1593324" y="224962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5" name="流程图: 接点 4074">
                <a:extLst>
                  <a:ext uri="{FF2B5EF4-FFF2-40B4-BE49-F238E27FC236}">
                    <a16:creationId xmlns:a16="http://schemas.microsoft.com/office/drawing/2014/main" id="{1C4FF95F-6C7D-4873-95E4-A8C07D8032A2}"/>
                  </a:ext>
                </a:extLst>
              </p:cNvPr>
              <p:cNvSpPr/>
              <p:nvPr/>
            </p:nvSpPr>
            <p:spPr>
              <a:xfrm>
                <a:off x="1542301" y="202289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6" name="流程图: 接点 4075">
                <a:extLst>
                  <a:ext uri="{FF2B5EF4-FFF2-40B4-BE49-F238E27FC236}">
                    <a16:creationId xmlns:a16="http://schemas.microsoft.com/office/drawing/2014/main" id="{6F8ED7E4-8C8A-48EF-958A-29A5FBC3DEBA}"/>
                  </a:ext>
                </a:extLst>
              </p:cNvPr>
              <p:cNvSpPr/>
              <p:nvPr/>
            </p:nvSpPr>
            <p:spPr>
              <a:xfrm>
                <a:off x="1547908" y="20638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7" name="流程图: 接点 4076">
                <a:extLst>
                  <a:ext uri="{FF2B5EF4-FFF2-40B4-BE49-F238E27FC236}">
                    <a16:creationId xmlns:a16="http://schemas.microsoft.com/office/drawing/2014/main" id="{2E1A599F-C861-45F7-AB51-319F4800C14E}"/>
                  </a:ext>
                </a:extLst>
              </p:cNvPr>
              <p:cNvSpPr/>
              <p:nvPr/>
            </p:nvSpPr>
            <p:spPr>
              <a:xfrm>
                <a:off x="1537657" y="22156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8" name="流程图: 接点 4077">
                <a:extLst>
                  <a:ext uri="{FF2B5EF4-FFF2-40B4-BE49-F238E27FC236}">
                    <a16:creationId xmlns:a16="http://schemas.microsoft.com/office/drawing/2014/main" id="{AC3261A0-EBB2-4E04-9E6A-CDA5331B62AF}"/>
                  </a:ext>
                </a:extLst>
              </p:cNvPr>
              <p:cNvSpPr/>
              <p:nvPr/>
            </p:nvSpPr>
            <p:spPr>
              <a:xfrm>
                <a:off x="1543264" y="225664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9" name="流程图: 接点 4078">
                <a:extLst>
                  <a:ext uri="{FF2B5EF4-FFF2-40B4-BE49-F238E27FC236}">
                    <a16:creationId xmlns:a16="http://schemas.microsoft.com/office/drawing/2014/main" id="{7F318F5D-7BB4-40F5-AEDD-7E236109D414}"/>
                  </a:ext>
                </a:extLst>
              </p:cNvPr>
              <p:cNvSpPr/>
              <p:nvPr/>
            </p:nvSpPr>
            <p:spPr>
              <a:xfrm>
                <a:off x="1509942" y="22084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0" name="流程图: 接点 4079">
                <a:extLst>
                  <a:ext uri="{FF2B5EF4-FFF2-40B4-BE49-F238E27FC236}">
                    <a16:creationId xmlns:a16="http://schemas.microsoft.com/office/drawing/2014/main" id="{2023B1F8-AD80-423C-9394-E5F26A6E4AA5}"/>
                  </a:ext>
                </a:extLst>
              </p:cNvPr>
              <p:cNvSpPr/>
              <p:nvPr/>
            </p:nvSpPr>
            <p:spPr>
              <a:xfrm>
                <a:off x="1515548" y="224942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1" name="流程图: 接点 4080">
                <a:extLst>
                  <a:ext uri="{FF2B5EF4-FFF2-40B4-BE49-F238E27FC236}">
                    <a16:creationId xmlns:a16="http://schemas.microsoft.com/office/drawing/2014/main" id="{C3775A8B-1F76-40A3-B95C-14F4CF49688C}"/>
                  </a:ext>
                </a:extLst>
              </p:cNvPr>
              <p:cNvSpPr/>
              <p:nvPr/>
            </p:nvSpPr>
            <p:spPr>
              <a:xfrm>
                <a:off x="1009058" y="22006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2" name="流程图: 接点 4081">
                <a:extLst>
                  <a:ext uri="{FF2B5EF4-FFF2-40B4-BE49-F238E27FC236}">
                    <a16:creationId xmlns:a16="http://schemas.microsoft.com/office/drawing/2014/main" id="{F6BF7F96-F27C-4308-9A86-482F00451B06}"/>
                  </a:ext>
                </a:extLst>
              </p:cNvPr>
              <p:cNvSpPr/>
              <p:nvPr/>
            </p:nvSpPr>
            <p:spPr>
              <a:xfrm>
                <a:off x="1014664" y="224159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3" name="流程图: 接点 4082">
                <a:extLst>
                  <a:ext uri="{FF2B5EF4-FFF2-40B4-BE49-F238E27FC236}">
                    <a16:creationId xmlns:a16="http://schemas.microsoft.com/office/drawing/2014/main" id="{F30B477B-5C7E-4E98-9CF5-7AE6E955E41E}"/>
                  </a:ext>
                </a:extLst>
              </p:cNvPr>
              <p:cNvSpPr/>
              <p:nvPr/>
            </p:nvSpPr>
            <p:spPr>
              <a:xfrm>
                <a:off x="1091489" y="206003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4" name="流程图: 接点 4083">
                <a:extLst>
                  <a:ext uri="{FF2B5EF4-FFF2-40B4-BE49-F238E27FC236}">
                    <a16:creationId xmlns:a16="http://schemas.microsoft.com/office/drawing/2014/main" id="{A8DDF804-21F4-4C4F-85F3-89F4FAE88E09}"/>
                  </a:ext>
                </a:extLst>
              </p:cNvPr>
              <p:cNvSpPr/>
              <p:nvPr/>
            </p:nvSpPr>
            <p:spPr>
              <a:xfrm>
                <a:off x="1160604" y="203744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5" name="流程图: 接点 4084">
                <a:extLst>
                  <a:ext uri="{FF2B5EF4-FFF2-40B4-BE49-F238E27FC236}">
                    <a16:creationId xmlns:a16="http://schemas.microsoft.com/office/drawing/2014/main" id="{E2050C16-E4A4-456D-AFCD-F94E43696468}"/>
                  </a:ext>
                </a:extLst>
              </p:cNvPr>
              <p:cNvSpPr/>
              <p:nvPr/>
            </p:nvSpPr>
            <p:spPr>
              <a:xfrm>
                <a:off x="1057626" y="21329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6" name="流程图: 接点 4085">
                <a:extLst>
                  <a:ext uri="{FF2B5EF4-FFF2-40B4-BE49-F238E27FC236}">
                    <a16:creationId xmlns:a16="http://schemas.microsoft.com/office/drawing/2014/main" id="{FC9CE5BF-6FB4-405C-8DC4-5517DCED2E8A}"/>
                  </a:ext>
                </a:extLst>
              </p:cNvPr>
              <p:cNvSpPr/>
              <p:nvPr/>
            </p:nvSpPr>
            <p:spPr>
              <a:xfrm>
                <a:off x="1126741" y="21104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7" name="流程图: 接点 4086">
                <a:extLst>
                  <a:ext uri="{FF2B5EF4-FFF2-40B4-BE49-F238E27FC236}">
                    <a16:creationId xmlns:a16="http://schemas.microsoft.com/office/drawing/2014/main" id="{C9E98BF4-160C-4B33-926B-7E73463551AF}"/>
                  </a:ext>
                </a:extLst>
              </p:cNvPr>
              <p:cNvSpPr/>
              <p:nvPr/>
            </p:nvSpPr>
            <p:spPr>
              <a:xfrm>
                <a:off x="994230" y="213101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8" name="流程图: 接点 4087">
                <a:extLst>
                  <a:ext uri="{FF2B5EF4-FFF2-40B4-BE49-F238E27FC236}">
                    <a16:creationId xmlns:a16="http://schemas.microsoft.com/office/drawing/2014/main" id="{6E0862B5-B8D7-434C-8609-BC96D97862E0}"/>
                  </a:ext>
                </a:extLst>
              </p:cNvPr>
              <p:cNvSpPr/>
              <p:nvPr/>
            </p:nvSpPr>
            <p:spPr>
              <a:xfrm>
                <a:off x="1063345" y="21084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9" name="流程图: 接点 4088">
                <a:extLst>
                  <a:ext uri="{FF2B5EF4-FFF2-40B4-BE49-F238E27FC236}">
                    <a16:creationId xmlns:a16="http://schemas.microsoft.com/office/drawing/2014/main" id="{29A907DA-ABE2-42AE-80BF-ADE25BE66C9C}"/>
                  </a:ext>
                </a:extLst>
              </p:cNvPr>
              <p:cNvSpPr/>
              <p:nvPr/>
            </p:nvSpPr>
            <p:spPr>
              <a:xfrm>
                <a:off x="994117" y="219656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0" name="流程图: 接点 4089">
                <a:extLst>
                  <a:ext uri="{FF2B5EF4-FFF2-40B4-BE49-F238E27FC236}">
                    <a16:creationId xmlns:a16="http://schemas.microsoft.com/office/drawing/2014/main" id="{58DB8049-B673-4FC3-A54E-ECCFF3D0E0A8}"/>
                  </a:ext>
                </a:extLst>
              </p:cNvPr>
              <p:cNvSpPr/>
              <p:nvPr/>
            </p:nvSpPr>
            <p:spPr>
              <a:xfrm>
                <a:off x="1063232" y="21739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1" name="流程图: 接点 4090">
                <a:extLst>
                  <a:ext uri="{FF2B5EF4-FFF2-40B4-BE49-F238E27FC236}">
                    <a16:creationId xmlns:a16="http://schemas.microsoft.com/office/drawing/2014/main" id="{DEEE249A-DBF9-4E6F-BD83-41F159B9A2F2}"/>
                  </a:ext>
                </a:extLst>
              </p:cNvPr>
              <p:cNvSpPr/>
              <p:nvPr/>
            </p:nvSpPr>
            <p:spPr>
              <a:xfrm>
                <a:off x="1163907" y="20678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2" name="流程图: 接点 4091">
                <a:extLst>
                  <a:ext uri="{FF2B5EF4-FFF2-40B4-BE49-F238E27FC236}">
                    <a16:creationId xmlns:a16="http://schemas.microsoft.com/office/drawing/2014/main" id="{66FA1164-49F6-431D-835E-5E0F569DD3F6}"/>
                  </a:ext>
                </a:extLst>
              </p:cNvPr>
              <p:cNvSpPr/>
              <p:nvPr/>
            </p:nvSpPr>
            <p:spPr>
              <a:xfrm>
                <a:off x="1299716" y="204789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3" name="流程图: 接点 4092">
                <a:extLst>
                  <a:ext uri="{FF2B5EF4-FFF2-40B4-BE49-F238E27FC236}">
                    <a16:creationId xmlns:a16="http://schemas.microsoft.com/office/drawing/2014/main" id="{DBFCA405-54CD-4EB3-9582-108F1928A340}"/>
                  </a:ext>
                </a:extLst>
              </p:cNvPr>
              <p:cNvSpPr/>
              <p:nvPr/>
            </p:nvSpPr>
            <p:spPr>
              <a:xfrm>
                <a:off x="1236208" y="211146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4" name="流程图: 接点 4093">
                <a:extLst>
                  <a:ext uri="{FF2B5EF4-FFF2-40B4-BE49-F238E27FC236}">
                    <a16:creationId xmlns:a16="http://schemas.microsoft.com/office/drawing/2014/main" id="{7C8D40DD-594A-46AB-98C1-88E1487D76F4}"/>
                  </a:ext>
                </a:extLst>
              </p:cNvPr>
              <p:cNvSpPr/>
              <p:nvPr/>
            </p:nvSpPr>
            <p:spPr>
              <a:xfrm>
                <a:off x="1305323" y="208886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5" name="流程图: 接点 4094">
                <a:extLst>
                  <a:ext uri="{FF2B5EF4-FFF2-40B4-BE49-F238E27FC236}">
                    <a16:creationId xmlns:a16="http://schemas.microsoft.com/office/drawing/2014/main" id="{625E02C7-0970-43CB-957E-BBD08BD3620C}"/>
                  </a:ext>
                </a:extLst>
              </p:cNvPr>
              <p:cNvSpPr/>
              <p:nvPr/>
            </p:nvSpPr>
            <p:spPr>
              <a:xfrm>
                <a:off x="1172812" y="21094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6" name="流程图: 接点 4095">
                <a:extLst>
                  <a:ext uri="{FF2B5EF4-FFF2-40B4-BE49-F238E27FC236}">
                    <a16:creationId xmlns:a16="http://schemas.microsoft.com/office/drawing/2014/main" id="{1C81CBB9-888E-400D-B4F4-DCD89E8A2E96}"/>
                  </a:ext>
                </a:extLst>
              </p:cNvPr>
              <p:cNvSpPr/>
              <p:nvPr/>
            </p:nvSpPr>
            <p:spPr>
              <a:xfrm>
                <a:off x="1241927" y="20868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7" name="流程图: 接点 4096">
                <a:extLst>
                  <a:ext uri="{FF2B5EF4-FFF2-40B4-BE49-F238E27FC236}">
                    <a16:creationId xmlns:a16="http://schemas.microsoft.com/office/drawing/2014/main" id="{B75FEA5A-0AD4-4701-8369-705ED3D0791D}"/>
                  </a:ext>
                </a:extLst>
              </p:cNvPr>
              <p:cNvSpPr/>
              <p:nvPr/>
            </p:nvSpPr>
            <p:spPr>
              <a:xfrm>
                <a:off x="1172699" y="21750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8" name="流程图: 接点 4097">
                <a:extLst>
                  <a:ext uri="{FF2B5EF4-FFF2-40B4-BE49-F238E27FC236}">
                    <a16:creationId xmlns:a16="http://schemas.microsoft.com/office/drawing/2014/main" id="{AB91E4A7-9FC7-4D00-9D92-857957E5F5E1}"/>
                  </a:ext>
                </a:extLst>
              </p:cNvPr>
              <p:cNvSpPr/>
              <p:nvPr/>
            </p:nvSpPr>
            <p:spPr>
              <a:xfrm>
                <a:off x="1241814" y="21524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9" name="流程图: 接点 4098">
                <a:extLst>
                  <a:ext uri="{FF2B5EF4-FFF2-40B4-BE49-F238E27FC236}">
                    <a16:creationId xmlns:a16="http://schemas.microsoft.com/office/drawing/2014/main" id="{CA436B81-24A5-4865-BA10-60CBB90FFAA7}"/>
                  </a:ext>
                </a:extLst>
              </p:cNvPr>
              <p:cNvSpPr/>
              <p:nvPr/>
            </p:nvSpPr>
            <p:spPr>
              <a:xfrm>
                <a:off x="1138836" y="224798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00" name="流程图: 接点 4099">
                <a:extLst>
                  <a:ext uri="{FF2B5EF4-FFF2-40B4-BE49-F238E27FC236}">
                    <a16:creationId xmlns:a16="http://schemas.microsoft.com/office/drawing/2014/main" id="{B22E9064-9AC6-48D3-B191-2993F586DB1C}"/>
                  </a:ext>
                </a:extLst>
              </p:cNvPr>
              <p:cNvSpPr/>
              <p:nvPr/>
            </p:nvSpPr>
            <p:spPr>
              <a:xfrm>
                <a:off x="1207951" y="222539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01" name="流程图: 接点 4100">
                <a:extLst>
                  <a:ext uri="{FF2B5EF4-FFF2-40B4-BE49-F238E27FC236}">
                    <a16:creationId xmlns:a16="http://schemas.microsoft.com/office/drawing/2014/main" id="{E46AB9BA-B2A5-47CE-AA2D-35C6CDC1BB22}"/>
                  </a:ext>
                </a:extLst>
              </p:cNvPr>
              <p:cNvSpPr/>
              <p:nvPr/>
            </p:nvSpPr>
            <p:spPr>
              <a:xfrm>
                <a:off x="1144555" y="22234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02" name="流程图: 接点 4101">
                <a:extLst>
                  <a:ext uri="{FF2B5EF4-FFF2-40B4-BE49-F238E27FC236}">
                    <a16:creationId xmlns:a16="http://schemas.microsoft.com/office/drawing/2014/main" id="{A1DDB705-91BD-47F0-89F1-ECF570077C1D}"/>
                  </a:ext>
                </a:extLst>
              </p:cNvPr>
              <p:cNvSpPr/>
              <p:nvPr/>
            </p:nvSpPr>
            <p:spPr>
              <a:xfrm>
                <a:off x="1144442" y="22889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03" name="流程图: 接点 4102">
                <a:extLst>
                  <a:ext uri="{FF2B5EF4-FFF2-40B4-BE49-F238E27FC236}">
                    <a16:creationId xmlns:a16="http://schemas.microsoft.com/office/drawing/2014/main" id="{F80006CF-F78D-40A2-81E9-3EC1D4623DA2}"/>
                  </a:ext>
                </a:extLst>
              </p:cNvPr>
              <p:cNvSpPr/>
              <p:nvPr/>
            </p:nvSpPr>
            <p:spPr>
              <a:xfrm>
                <a:off x="1063774" y="20528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04" name="流程图: 接点 4103">
                <a:extLst>
                  <a:ext uri="{FF2B5EF4-FFF2-40B4-BE49-F238E27FC236}">
                    <a16:creationId xmlns:a16="http://schemas.microsoft.com/office/drawing/2014/main" id="{DBDEB00D-0F9D-4DA9-ADE7-4809F979BFFD}"/>
                  </a:ext>
                </a:extLst>
              </p:cNvPr>
              <p:cNvSpPr/>
              <p:nvPr/>
            </p:nvSpPr>
            <p:spPr>
              <a:xfrm>
                <a:off x="1132889" y="203022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05" name="流程图: 接点 4104">
                <a:extLst>
                  <a:ext uri="{FF2B5EF4-FFF2-40B4-BE49-F238E27FC236}">
                    <a16:creationId xmlns:a16="http://schemas.microsoft.com/office/drawing/2014/main" id="{D02BC205-D7A7-4412-9A34-5500844EBD02}"/>
                  </a:ext>
                </a:extLst>
              </p:cNvPr>
              <p:cNvSpPr/>
              <p:nvPr/>
            </p:nvSpPr>
            <p:spPr>
              <a:xfrm>
                <a:off x="1029911" y="21257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06" name="流程图: 接点 4105">
                <a:extLst>
                  <a:ext uri="{FF2B5EF4-FFF2-40B4-BE49-F238E27FC236}">
                    <a16:creationId xmlns:a16="http://schemas.microsoft.com/office/drawing/2014/main" id="{B674DB35-C06F-4B41-8781-2CFBC96244EB}"/>
                  </a:ext>
                </a:extLst>
              </p:cNvPr>
              <p:cNvSpPr/>
              <p:nvPr/>
            </p:nvSpPr>
            <p:spPr>
              <a:xfrm>
                <a:off x="1099026" y="21031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07" name="流程图: 接点 4106">
                <a:extLst>
                  <a:ext uri="{FF2B5EF4-FFF2-40B4-BE49-F238E27FC236}">
                    <a16:creationId xmlns:a16="http://schemas.microsoft.com/office/drawing/2014/main" id="{168F04BD-52D9-4541-A913-CF3D544CFCA0}"/>
                  </a:ext>
                </a:extLst>
              </p:cNvPr>
              <p:cNvSpPr/>
              <p:nvPr/>
            </p:nvSpPr>
            <p:spPr>
              <a:xfrm>
                <a:off x="1035630" y="21012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08" name="流程图: 接点 4107">
                <a:extLst>
                  <a:ext uri="{FF2B5EF4-FFF2-40B4-BE49-F238E27FC236}">
                    <a16:creationId xmlns:a16="http://schemas.microsoft.com/office/drawing/2014/main" id="{61B10807-9108-4520-AB3E-4E5B4363BBB2}"/>
                  </a:ext>
                </a:extLst>
              </p:cNvPr>
              <p:cNvSpPr/>
              <p:nvPr/>
            </p:nvSpPr>
            <p:spPr>
              <a:xfrm>
                <a:off x="1035517" y="216674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09" name="流程图: 接点 4108">
                <a:extLst>
                  <a:ext uri="{FF2B5EF4-FFF2-40B4-BE49-F238E27FC236}">
                    <a16:creationId xmlns:a16="http://schemas.microsoft.com/office/drawing/2014/main" id="{114C9761-E73A-4A3E-A39F-5F95DB5DDC10}"/>
                  </a:ext>
                </a:extLst>
              </p:cNvPr>
              <p:cNvSpPr/>
              <p:nvPr/>
            </p:nvSpPr>
            <p:spPr>
              <a:xfrm>
                <a:off x="1059150" y="20750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10" name="流程图: 接点 4109">
                <a:extLst>
                  <a:ext uri="{FF2B5EF4-FFF2-40B4-BE49-F238E27FC236}">
                    <a16:creationId xmlns:a16="http://schemas.microsoft.com/office/drawing/2014/main" id="{A9FE49D2-D0C4-4ADA-9272-5E3179227418}"/>
                  </a:ext>
                </a:extLst>
              </p:cNvPr>
              <p:cNvSpPr/>
              <p:nvPr/>
            </p:nvSpPr>
            <p:spPr>
              <a:xfrm>
                <a:off x="1128265" y="205244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11" name="流程图: 接点 4110">
                <a:extLst>
                  <a:ext uri="{FF2B5EF4-FFF2-40B4-BE49-F238E27FC236}">
                    <a16:creationId xmlns:a16="http://schemas.microsoft.com/office/drawing/2014/main" id="{EF766BC5-CA79-4D08-8ACE-2B9A08E8DD14}"/>
                  </a:ext>
                </a:extLst>
              </p:cNvPr>
              <p:cNvSpPr/>
              <p:nvPr/>
            </p:nvSpPr>
            <p:spPr>
              <a:xfrm>
                <a:off x="995754" y="20730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12" name="流程图: 接点 4111">
                <a:extLst>
                  <a:ext uri="{FF2B5EF4-FFF2-40B4-BE49-F238E27FC236}">
                    <a16:creationId xmlns:a16="http://schemas.microsoft.com/office/drawing/2014/main" id="{D24EB357-2AE1-4906-AEA8-16D1B4DB9EFF}"/>
                  </a:ext>
                </a:extLst>
              </p:cNvPr>
              <p:cNvSpPr/>
              <p:nvPr/>
            </p:nvSpPr>
            <p:spPr>
              <a:xfrm>
                <a:off x="1064869" y="20504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13" name="流程图: 接点 4112">
                <a:extLst>
                  <a:ext uri="{FF2B5EF4-FFF2-40B4-BE49-F238E27FC236}">
                    <a16:creationId xmlns:a16="http://schemas.microsoft.com/office/drawing/2014/main" id="{2904C21B-EA7C-4BA3-9B56-0F16453D890C}"/>
                  </a:ext>
                </a:extLst>
              </p:cNvPr>
              <p:cNvSpPr/>
              <p:nvPr/>
            </p:nvSpPr>
            <p:spPr>
              <a:xfrm>
                <a:off x="995642" y="213861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14" name="流程图: 接点 4113">
                <a:extLst>
                  <a:ext uri="{FF2B5EF4-FFF2-40B4-BE49-F238E27FC236}">
                    <a16:creationId xmlns:a16="http://schemas.microsoft.com/office/drawing/2014/main" id="{6032EFC9-C068-47D4-9907-D289EDF076A2}"/>
                  </a:ext>
                </a:extLst>
              </p:cNvPr>
              <p:cNvSpPr/>
              <p:nvPr/>
            </p:nvSpPr>
            <p:spPr>
              <a:xfrm>
                <a:off x="1064757" y="211601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15" name="流程图: 接点 4114">
                <a:extLst>
                  <a:ext uri="{FF2B5EF4-FFF2-40B4-BE49-F238E27FC236}">
                    <a16:creationId xmlns:a16="http://schemas.microsoft.com/office/drawing/2014/main" id="{1C8C4D28-5C33-4F45-8319-5AF3EC97DE02}"/>
                  </a:ext>
                </a:extLst>
              </p:cNvPr>
              <p:cNvSpPr/>
              <p:nvPr/>
            </p:nvSpPr>
            <p:spPr>
              <a:xfrm>
                <a:off x="1030893" y="21889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16" name="流程图: 接点 4115">
                <a:extLst>
                  <a:ext uri="{FF2B5EF4-FFF2-40B4-BE49-F238E27FC236}">
                    <a16:creationId xmlns:a16="http://schemas.microsoft.com/office/drawing/2014/main" id="{C46C4198-5244-4D33-96D6-C584734E5C62}"/>
                  </a:ext>
                </a:extLst>
              </p:cNvPr>
              <p:cNvSpPr/>
              <p:nvPr/>
            </p:nvSpPr>
            <p:spPr>
              <a:xfrm>
                <a:off x="1068059" y="21463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17" name="流程图: 接点 4116">
                <a:extLst>
                  <a:ext uri="{FF2B5EF4-FFF2-40B4-BE49-F238E27FC236}">
                    <a16:creationId xmlns:a16="http://schemas.microsoft.com/office/drawing/2014/main" id="{C7FE8690-FD72-4B44-9448-D9095A646C22}"/>
                  </a:ext>
                </a:extLst>
              </p:cNvPr>
              <p:cNvSpPr/>
              <p:nvPr/>
            </p:nvSpPr>
            <p:spPr>
              <a:xfrm>
                <a:off x="1203869" y="212647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18" name="流程图: 接点 4117">
                <a:extLst>
                  <a:ext uri="{FF2B5EF4-FFF2-40B4-BE49-F238E27FC236}">
                    <a16:creationId xmlns:a16="http://schemas.microsoft.com/office/drawing/2014/main" id="{1AC3558D-895C-4613-893C-2EBC7C8896AE}"/>
                  </a:ext>
                </a:extLst>
              </p:cNvPr>
              <p:cNvSpPr/>
              <p:nvPr/>
            </p:nvSpPr>
            <p:spPr>
              <a:xfrm>
                <a:off x="1140360" y="21900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19" name="流程图: 接点 4118">
                <a:extLst>
                  <a:ext uri="{FF2B5EF4-FFF2-40B4-BE49-F238E27FC236}">
                    <a16:creationId xmlns:a16="http://schemas.microsoft.com/office/drawing/2014/main" id="{F1A9E3E0-1389-46DC-A44F-70EA5CD8089D}"/>
                  </a:ext>
                </a:extLst>
              </p:cNvPr>
              <p:cNvSpPr/>
              <p:nvPr/>
            </p:nvSpPr>
            <p:spPr>
              <a:xfrm>
                <a:off x="1209475" y="216743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20" name="流程图: 接点 4119">
                <a:extLst>
                  <a:ext uri="{FF2B5EF4-FFF2-40B4-BE49-F238E27FC236}">
                    <a16:creationId xmlns:a16="http://schemas.microsoft.com/office/drawing/2014/main" id="{61BB1BE0-DE93-4ED5-8B50-23AF43E5ADAC}"/>
                  </a:ext>
                </a:extLst>
              </p:cNvPr>
              <p:cNvSpPr/>
              <p:nvPr/>
            </p:nvSpPr>
            <p:spPr>
              <a:xfrm>
                <a:off x="1076964" y="218805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21" name="流程图: 接点 4120">
                <a:extLst>
                  <a:ext uri="{FF2B5EF4-FFF2-40B4-BE49-F238E27FC236}">
                    <a16:creationId xmlns:a16="http://schemas.microsoft.com/office/drawing/2014/main" id="{7DAE0124-4B2D-4BF7-AA84-BA9E9148DED0}"/>
                  </a:ext>
                </a:extLst>
              </p:cNvPr>
              <p:cNvSpPr/>
              <p:nvPr/>
            </p:nvSpPr>
            <p:spPr>
              <a:xfrm>
                <a:off x="1146079" y="216545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22" name="流程图: 接点 4121">
                <a:extLst>
                  <a:ext uri="{FF2B5EF4-FFF2-40B4-BE49-F238E27FC236}">
                    <a16:creationId xmlns:a16="http://schemas.microsoft.com/office/drawing/2014/main" id="{6A153CB8-D7E2-4B5E-BE8A-51787B42EA03}"/>
                  </a:ext>
                </a:extLst>
              </p:cNvPr>
              <p:cNvSpPr/>
              <p:nvPr/>
            </p:nvSpPr>
            <p:spPr>
              <a:xfrm>
                <a:off x="1076852" y="22535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23" name="流程图: 接点 4122">
                <a:extLst>
                  <a:ext uri="{FF2B5EF4-FFF2-40B4-BE49-F238E27FC236}">
                    <a16:creationId xmlns:a16="http://schemas.microsoft.com/office/drawing/2014/main" id="{1BCF586A-8575-4DB7-A288-B86C1C892A3A}"/>
                  </a:ext>
                </a:extLst>
              </p:cNvPr>
              <p:cNvSpPr/>
              <p:nvPr/>
            </p:nvSpPr>
            <p:spPr>
              <a:xfrm>
                <a:off x="1145967" y="223100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24" name="流程图: 接点 4123">
                <a:extLst>
                  <a:ext uri="{FF2B5EF4-FFF2-40B4-BE49-F238E27FC236}">
                    <a16:creationId xmlns:a16="http://schemas.microsoft.com/office/drawing/2014/main" id="{7A7EF5A2-7463-4433-8404-FA3C15222B7C}"/>
                  </a:ext>
                </a:extLst>
              </p:cNvPr>
              <p:cNvSpPr/>
              <p:nvPr/>
            </p:nvSpPr>
            <p:spPr>
              <a:xfrm>
                <a:off x="1112103" y="230396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25" name="流程图: 接点 4124">
                <a:extLst>
                  <a:ext uri="{FF2B5EF4-FFF2-40B4-BE49-F238E27FC236}">
                    <a16:creationId xmlns:a16="http://schemas.microsoft.com/office/drawing/2014/main" id="{40E15EEF-0E1C-45D4-9D94-E249BB1A9D24}"/>
                  </a:ext>
                </a:extLst>
              </p:cNvPr>
              <p:cNvSpPr/>
              <p:nvPr/>
            </p:nvSpPr>
            <p:spPr>
              <a:xfrm>
                <a:off x="1048707" y="23019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26" name="流程图: 接点 4125">
                <a:extLst>
                  <a:ext uri="{FF2B5EF4-FFF2-40B4-BE49-F238E27FC236}">
                    <a16:creationId xmlns:a16="http://schemas.microsoft.com/office/drawing/2014/main" id="{AF3AA405-D15B-4821-B54A-5DC30659D3DC}"/>
                  </a:ext>
                </a:extLst>
              </p:cNvPr>
              <p:cNvSpPr/>
              <p:nvPr/>
            </p:nvSpPr>
            <p:spPr>
              <a:xfrm>
                <a:off x="1031435" y="20678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27" name="流程图: 接点 4126">
                <a:extLst>
                  <a:ext uri="{FF2B5EF4-FFF2-40B4-BE49-F238E27FC236}">
                    <a16:creationId xmlns:a16="http://schemas.microsoft.com/office/drawing/2014/main" id="{C18CC0C5-3BE6-4CA3-937B-239328CD73C0}"/>
                  </a:ext>
                </a:extLst>
              </p:cNvPr>
              <p:cNvSpPr/>
              <p:nvPr/>
            </p:nvSpPr>
            <p:spPr>
              <a:xfrm>
                <a:off x="1100550" y="20452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28" name="流程图: 接点 4127">
                <a:extLst>
                  <a:ext uri="{FF2B5EF4-FFF2-40B4-BE49-F238E27FC236}">
                    <a16:creationId xmlns:a16="http://schemas.microsoft.com/office/drawing/2014/main" id="{92040469-1DA1-4259-B50F-20069361419D}"/>
                  </a:ext>
                </a:extLst>
              </p:cNvPr>
              <p:cNvSpPr/>
              <p:nvPr/>
            </p:nvSpPr>
            <p:spPr>
              <a:xfrm>
                <a:off x="1037154" y="204324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29" name="流程图: 接点 4128">
                <a:extLst>
                  <a:ext uri="{FF2B5EF4-FFF2-40B4-BE49-F238E27FC236}">
                    <a16:creationId xmlns:a16="http://schemas.microsoft.com/office/drawing/2014/main" id="{FA1C62D3-04C9-432F-A6A0-B1818CC7222F}"/>
                  </a:ext>
                </a:extLst>
              </p:cNvPr>
              <p:cNvSpPr/>
              <p:nvPr/>
            </p:nvSpPr>
            <p:spPr>
              <a:xfrm>
                <a:off x="1037041" y="210879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30" name="流程图: 接点 4129">
                <a:extLst>
                  <a:ext uri="{FF2B5EF4-FFF2-40B4-BE49-F238E27FC236}">
                    <a16:creationId xmlns:a16="http://schemas.microsoft.com/office/drawing/2014/main" id="{7B676B88-D69F-4A78-9CFD-BD2E75AD50E3}"/>
                  </a:ext>
                </a:extLst>
              </p:cNvPr>
              <p:cNvSpPr/>
              <p:nvPr/>
            </p:nvSpPr>
            <p:spPr>
              <a:xfrm>
                <a:off x="1003178" y="21817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31" name="流程图: 接点 4130">
                <a:extLst>
                  <a:ext uri="{FF2B5EF4-FFF2-40B4-BE49-F238E27FC236}">
                    <a16:creationId xmlns:a16="http://schemas.microsoft.com/office/drawing/2014/main" id="{3AD89BC7-3EA0-49EC-98C6-175D6C3E29F5}"/>
                  </a:ext>
                </a:extLst>
              </p:cNvPr>
              <p:cNvSpPr/>
              <p:nvPr/>
            </p:nvSpPr>
            <p:spPr>
              <a:xfrm>
                <a:off x="1090300" y="219704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32" name="流程图: 接点 4131">
                <a:extLst>
                  <a:ext uri="{FF2B5EF4-FFF2-40B4-BE49-F238E27FC236}">
                    <a16:creationId xmlns:a16="http://schemas.microsoft.com/office/drawing/2014/main" id="{4460C30D-4F6F-43FE-97D7-ACCD5B76F1EE}"/>
                  </a:ext>
                </a:extLst>
              </p:cNvPr>
              <p:cNvSpPr/>
              <p:nvPr/>
            </p:nvSpPr>
            <p:spPr>
              <a:xfrm>
                <a:off x="1026791" y="226061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33" name="流程图: 接点 4132">
                <a:extLst>
                  <a:ext uri="{FF2B5EF4-FFF2-40B4-BE49-F238E27FC236}">
                    <a16:creationId xmlns:a16="http://schemas.microsoft.com/office/drawing/2014/main" id="{B20E5C03-2D4E-4E70-98A9-EA21FE12DA4D}"/>
                  </a:ext>
                </a:extLst>
              </p:cNvPr>
              <p:cNvSpPr/>
              <p:nvPr/>
            </p:nvSpPr>
            <p:spPr>
              <a:xfrm>
                <a:off x="1095906" y="223801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34" name="流程图: 接点 4133">
                <a:extLst>
                  <a:ext uri="{FF2B5EF4-FFF2-40B4-BE49-F238E27FC236}">
                    <a16:creationId xmlns:a16="http://schemas.microsoft.com/office/drawing/2014/main" id="{0A6D46B5-FE5C-4811-B0A1-1B785E2C8191}"/>
                  </a:ext>
                </a:extLst>
              </p:cNvPr>
              <p:cNvSpPr/>
              <p:nvPr/>
            </p:nvSpPr>
            <p:spPr>
              <a:xfrm>
                <a:off x="1032510" y="22360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35" name="流程图: 接点 4134">
                <a:extLst>
                  <a:ext uri="{FF2B5EF4-FFF2-40B4-BE49-F238E27FC236}">
                    <a16:creationId xmlns:a16="http://schemas.microsoft.com/office/drawing/2014/main" id="{9731B19B-8DD5-4AB3-A09D-1901DB3ACC57}"/>
                  </a:ext>
                </a:extLst>
              </p:cNvPr>
              <p:cNvSpPr/>
              <p:nvPr/>
            </p:nvSpPr>
            <p:spPr>
              <a:xfrm>
                <a:off x="1032397" y="23015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36" name="流程图: 接点 4135">
                <a:extLst>
                  <a:ext uri="{FF2B5EF4-FFF2-40B4-BE49-F238E27FC236}">
                    <a16:creationId xmlns:a16="http://schemas.microsoft.com/office/drawing/2014/main" id="{ED92A3C2-43B9-481C-9EA0-FF6CE7E4D451}"/>
                  </a:ext>
                </a:extLst>
              </p:cNvPr>
              <p:cNvSpPr/>
              <p:nvPr/>
            </p:nvSpPr>
            <p:spPr>
              <a:xfrm>
                <a:off x="1062584" y="21898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37" name="流程图: 接点 4136">
                <a:extLst>
                  <a:ext uri="{FF2B5EF4-FFF2-40B4-BE49-F238E27FC236}">
                    <a16:creationId xmlns:a16="http://schemas.microsoft.com/office/drawing/2014/main" id="{AAA844EF-7487-468F-97AA-162350353CD8}"/>
                  </a:ext>
                </a:extLst>
              </p:cNvPr>
              <p:cNvSpPr/>
              <p:nvPr/>
            </p:nvSpPr>
            <p:spPr>
              <a:xfrm>
                <a:off x="999076" y="225339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38" name="流程图: 接点 4137">
                <a:extLst>
                  <a:ext uri="{FF2B5EF4-FFF2-40B4-BE49-F238E27FC236}">
                    <a16:creationId xmlns:a16="http://schemas.microsoft.com/office/drawing/2014/main" id="{DD41B195-3B78-42F8-A524-22A7BDD459BE}"/>
                  </a:ext>
                </a:extLst>
              </p:cNvPr>
              <p:cNvSpPr/>
              <p:nvPr/>
            </p:nvSpPr>
            <p:spPr>
              <a:xfrm>
                <a:off x="1068191" y="22307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39" name="流程图: 接点 4138">
                <a:extLst>
                  <a:ext uri="{FF2B5EF4-FFF2-40B4-BE49-F238E27FC236}">
                    <a16:creationId xmlns:a16="http://schemas.microsoft.com/office/drawing/2014/main" id="{353636A1-9561-42BC-B157-D19D67D1A5A6}"/>
                  </a:ext>
                </a:extLst>
              </p:cNvPr>
              <p:cNvSpPr/>
              <p:nvPr/>
            </p:nvSpPr>
            <p:spPr>
              <a:xfrm>
                <a:off x="1004795" y="222881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40" name="流程图: 接点 4139">
                <a:extLst>
                  <a:ext uri="{FF2B5EF4-FFF2-40B4-BE49-F238E27FC236}">
                    <a16:creationId xmlns:a16="http://schemas.microsoft.com/office/drawing/2014/main" id="{D509DDD3-7633-4E86-BB1C-62359490C890}"/>
                  </a:ext>
                </a:extLst>
              </p:cNvPr>
              <p:cNvSpPr/>
              <p:nvPr/>
            </p:nvSpPr>
            <p:spPr>
              <a:xfrm>
                <a:off x="1004682" y="229436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41" name="流程图: 接点 4140">
                <a:extLst>
                  <a:ext uri="{FF2B5EF4-FFF2-40B4-BE49-F238E27FC236}">
                    <a16:creationId xmlns:a16="http://schemas.microsoft.com/office/drawing/2014/main" id="{86C0202C-8D80-4181-BCD0-78E546B0DAE8}"/>
                  </a:ext>
                </a:extLst>
              </p:cNvPr>
              <p:cNvSpPr/>
              <p:nvPr/>
            </p:nvSpPr>
            <p:spPr>
              <a:xfrm>
                <a:off x="994452" y="227562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42" name="流程图: 接点 4141">
                <a:extLst>
                  <a:ext uri="{FF2B5EF4-FFF2-40B4-BE49-F238E27FC236}">
                    <a16:creationId xmlns:a16="http://schemas.microsoft.com/office/drawing/2014/main" id="{31214E6D-9CD3-4849-8B0C-E53914341A58}"/>
                  </a:ext>
                </a:extLst>
              </p:cNvPr>
              <p:cNvSpPr/>
              <p:nvPr/>
            </p:nvSpPr>
            <p:spPr>
              <a:xfrm>
                <a:off x="1062302" y="20502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43" name="流程图: 接点 4142">
                <a:extLst>
                  <a:ext uri="{FF2B5EF4-FFF2-40B4-BE49-F238E27FC236}">
                    <a16:creationId xmlns:a16="http://schemas.microsoft.com/office/drawing/2014/main" id="{C1C94F19-AB0A-44D8-9999-EBFF03678DC0}"/>
                  </a:ext>
                </a:extLst>
              </p:cNvPr>
              <p:cNvSpPr/>
              <p:nvPr/>
            </p:nvSpPr>
            <p:spPr>
              <a:xfrm>
                <a:off x="1131417" y="202760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44" name="流程图: 接点 4143">
                <a:extLst>
                  <a:ext uri="{FF2B5EF4-FFF2-40B4-BE49-F238E27FC236}">
                    <a16:creationId xmlns:a16="http://schemas.microsoft.com/office/drawing/2014/main" id="{9DCECAB9-B13E-420D-86BD-B6FDC53D719A}"/>
                  </a:ext>
                </a:extLst>
              </p:cNvPr>
              <p:cNvSpPr/>
              <p:nvPr/>
            </p:nvSpPr>
            <p:spPr>
              <a:xfrm>
                <a:off x="1068021" y="202562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45" name="流程图: 接点 4144">
                <a:extLst>
                  <a:ext uri="{FF2B5EF4-FFF2-40B4-BE49-F238E27FC236}">
                    <a16:creationId xmlns:a16="http://schemas.microsoft.com/office/drawing/2014/main" id="{DB976844-0D7F-4148-AB86-1FCE727CED81}"/>
                  </a:ext>
                </a:extLst>
              </p:cNvPr>
              <p:cNvSpPr/>
              <p:nvPr/>
            </p:nvSpPr>
            <p:spPr>
              <a:xfrm>
                <a:off x="1067908" y="209117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46" name="流程图: 接点 4145">
                <a:extLst>
                  <a:ext uri="{FF2B5EF4-FFF2-40B4-BE49-F238E27FC236}">
                    <a16:creationId xmlns:a16="http://schemas.microsoft.com/office/drawing/2014/main" id="{71A895EE-813D-4410-9D49-497D4035E9A4}"/>
                  </a:ext>
                </a:extLst>
              </p:cNvPr>
              <p:cNvSpPr/>
              <p:nvPr/>
            </p:nvSpPr>
            <p:spPr>
              <a:xfrm>
                <a:off x="1000317" y="20558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47" name="流程图: 接点 4146">
                <a:extLst>
                  <a:ext uri="{FF2B5EF4-FFF2-40B4-BE49-F238E27FC236}">
                    <a16:creationId xmlns:a16="http://schemas.microsoft.com/office/drawing/2014/main" id="{6A8D7B8D-B88A-49AB-BA45-AF070A161AB4}"/>
                  </a:ext>
                </a:extLst>
              </p:cNvPr>
              <p:cNvSpPr/>
              <p:nvPr/>
            </p:nvSpPr>
            <p:spPr>
              <a:xfrm>
                <a:off x="1069432" y="20332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48" name="流程图: 接点 4147">
                <a:extLst>
                  <a:ext uri="{FF2B5EF4-FFF2-40B4-BE49-F238E27FC236}">
                    <a16:creationId xmlns:a16="http://schemas.microsoft.com/office/drawing/2014/main" id="{EDBA9341-2679-4587-ADE6-06823B5F8ECE}"/>
                  </a:ext>
                </a:extLst>
              </p:cNvPr>
              <p:cNvSpPr/>
              <p:nvPr/>
            </p:nvSpPr>
            <p:spPr>
              <a:xfrm>
                <a:off x="1035569" y="210618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49" name="流程图: 接点 4148">
                <a:extLst>
                  <a:ext uri="{FF2B5EF4-FFF2-40B4-BE49-F238E27FC236}">
                    <a16:creationId xmlns:a16="http://schemas.microsoft.com/office/drawing/2014/main" id="{17D60057-9F2A-43FF-AB82-6360364CC879}"/>
                  </a:ext>
                </a:extLst>
              </p:cNvPr>
              <p:cNvSpPr/>
              <p:nvPr/>
            </p:nvSpPr>
            <p:spPr>
              <a:xfrm>
                <a:off x="1019372" y="20402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50" name="流程图: 接点 4149">
                <a:extLst>
                  <a:ext uri="{FF2B5EF4-FFF2-40B4-BE49-F238E27FC236}">
                    <a16:creationId xmlns:a16="http://schemas.microsoft.com/office/drawing/2014/main" id="{C4C1B0B4-9B7B-4AA2-8D29-7EC608D7BA87}"/>
                  </a:ext>
                </a:extLst>
              </p:cNvPr>
              <p:cNvSpPr/>
              <p:nvPr/>
            </p:nvSpPr>
            <p:spPr>
              <a:xfrm>
                <a:off x="1065120" y="19609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51" name="流程图: 接点 4150">
                <a:extLst>
                  <a:ext uri="{FF2B5EF4-FFF2-40B4-BE49-F238E27FC236}">
                    <a16:creationId xmlns:a16="http://schemas.microsoft.com/office/drawing/2014/main" id="{CF67E8ED-8115-44E0-9FAD-39E56AA8A4D4}"/>
                  </a:ext>
                </a:extLst>
              </p:cNvPr>
              <p:cNvSpPr/>
              <p:nvPr/>
            </p:nvSpPr>
            <p:spPr>
              <a:xfrm>
                <a:off x="1134235" y="193836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52" name="流程图: 接点 4151">
                <a:extLst>
                  <a:ext uri="{FF2B5EF4-FFF2-40B4-BE49-F238E27FC236}">
                    <a16:creationId xmlns:a16="http://schemas.microsoft.com/office/drawing/2014/main" id="{BE4EEDDE-95E2-4BC8-BDD8-B88DEE78187D}"/>
                  </a:ext>
                </a:extLst>
              </p:cNvPr>
              <p:cNvSpPr/>
              <p:nvPr/>
            </p:nvSpPr>
            <p:spPr>
              <a:xfrm>
                <a:off x="1070839" y="19363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53" name="流程图: 接点 4152">
                <a:extLst>
                  <a:ext uri="{FF2B5EF4-FFF2-40B4-BE49-F238E27FC236}">
                    <a16:creationId xmlns:a16="http://schemas.microsoft.com/office/drawing/2014/main" id="{AE3F0F48-C4F8-4CEF-B7E8-4822512B0C21}"/>
                  </a:ext>
                </a:extLst>
              </p:cNvPr>
              <p:cNvSpPr/>
              <p:nvPr/>
            </p:nvSpPr>
            <p:spPr>
              <a:xfrm>
                <a:off x="1070726" y="20019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54" name="流程图: 接点 4153">
                <a:extLst>
                  <a:ext uri="{FF2B5EF4-FFF2-40B4-BE49-F238E27FC236}">
                    <a16:creationId xmlns:a16="http://schemas.microsoft.com/office/drawing/2014/main" id="{31107B55-E020-41A7-A32B-3B4DB0A43B87}"/>
                  </a:ext>
                </a:extLst>
              </p:cNvPr>
              <p:cNvSpPr/>
              <p:nvPr/>
            </p:nvSpPr>
            <p:spPr>
              <a:xfrm>
                <a:off x="1003135" y="19665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55" name="流程图: 接点 4154">
                <a:extLst>
                  <a:ext uri="{FF2B5EF4-FFF2-40B4-BE49-F238E27FC236}">
                    <a16:creationId xmlns:a16="http://schemas.microsoft.com/office/drawing/2014/main" id="{0CADC934-6FC6-4A55-849D-1894AEF980A6}"/>
                  </a:ext>
                </a:extLst>
              </p:cNvPr>
              <p:cNvSpPr/>
              <p:nvPr/>
            </p:nvSpPr>
            <p:spPr>
              <a:xfrm>
                <a:off x="1072251" y="19439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56" name="流程图: 接点 4155">
                <a:extLst>
                  <a:ext uri="{FF2B5EF4-FFF2-40B4-BE49-F238E27FC236}">
                    <a16:creationId xmlns:a16="http://schemas.microsoft.com/office/drawing/2014/main" id="{54FC17D1-C73A-46CE-B47B-53AFCC884FC6}"/>
                  </a:ext>
                </a:extLst>
              </p:cNvPr>
              <p:cNvSpPr/>
              <p:nvPr/>
            </p:nvSpPr>
            <p:spPr>
              <a:xfrm>
                <a:off x="1038387" y="201694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57" name="流程图: 接点 4156">
                <a:extLst>
                  <a:ext uri="{FF2B5EF4-FFF2-40B4-BE49-F238E27FC236}">
                    <a16:creationId xmlns:a16="http://schemas.microsoft.com/office/drawing/2014/main" id="{5AF851D6-AD61-48B7-80E2-0856F370B8F2}"/>
                  </a:ext>
                </a:extLst>
              </p:cNvPr>
              <p:cNvSpPr/>
              <p:nvPr/>
            </p:nvSpPr>
            <p:spPr>
              <a:xfrm>
                <a:off x="1022190" y="195099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58" name="流程图: 接点 4157">
                <a:extLst>
                  <a:ext uri="{FF2B5EF4-FFF2-40B4-BE49-F238E27FC236}">
                    <a16:creationId xmlns:a16="http://schemas.microsoft.com/office/drawing/2014/main" id="{6CF4448F-222E-4E51-B9D4-DD3769B625F3}"/>
                  </a:ext>
                </a:extLst>
              </p:cNvPr>
              <p:cNvSpPr/>
              <p:nvPr/>
            </p:nvSpPr>
            <p:spPr>
              <a:xfrm>
                <a:off x="1097793" y="202501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59" name="流程图: 接点 4158">
                <a:extLst>
                  <a:ext uri="{FF2B5EF4-FFF2-40B4-BE49-F238E27FC236}">
                    <a16:creationId xmlns:a16="http://schemas.microsoft.com/office/drawing/2014/main" id="{2B6BFFFE-2CAD-4FA1-8145-BDCA20591781}"/>
                  </a:ext>
                </a:extLst>
              </p:cNvPr>
              <p:cNvSpPr/>
              <p:nvPr/>
            </p:nvSpPr>
            <p:spPr>
              <a:xfrm>
                <a:off x="1034285" y="20885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60" name="流程图: 接点 4159">
                <a:extLst>
                  <a:ext uri="{FF2B5EF4-FFF2-40B4-BE49-F238E27FC236}">
                    <a16:creationId xmlns:a16="http://schemas.microsoft.com/office/drawing/2014/main" id="{EEEF842F-7B01-4415-95A7-1017359F536F}"/>
                  </a:ext>
                </a:extLst>
              </p:cNvPr>
              <p:cNvSpPr/>
              <p:nvPr/>
            </p:nvSpPr>
            <p:spPr>
              <a:xfrm>
                <a:off x="1103400" y="206598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61" name="流程图: 接点 4160">
                <a:extLst>
                  <a:ext uri="{FF2B5EF4-FFF2-40B4-BE49-F238E27FC236}">
                    <a16:creationId xmlns:a16="http://schemas.microsoft.com/office/drawing/2014/main" id="{30F358FC-2D95-4A3D-953A-B3F1E8A0AA96}"/>
                  </a:ext>
                </a:extLst>
              </p:cNvPr>
              <p:cNvSpPr/>
              <p:nvPr/>
            </p:nvSpPr>
            <p:spPr>
              <a:xfrm>
                <a:off x="1040004" y="20640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62" name="流程图: 接点 4161">
                <a:extLst>
                  <a:ext uri="{FF2B5EF4-FFF2-40B4-BE49-F238E27FC236}">
                    <a16:creationId xmlns:a16="http://schemas.microsoft.com/office/drawing/2014/main" id="{B9DC27DA-AA6A-4787-B2B6-147A39C88BE4}"/>
                  </a:ext>
                </a:extLst>
              </p:cNvPr>
              <p:cNvSpPr/>
              <p:nvPr/>
            </p:nvSpPr>
            <p:spPr>
              <a:xfrm>
                <a:off x="1039891" y="21295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63" name="流程图: 接点 4162">
                <a:extLst>
                  <a:ext uri="{FF2B5EF4-FFF2-40B4-BE49-F238E27FC236}">
                    <a16:creationId xmlns:a16="http://schemas.microsoft.com/office/drawing/2014/main" id="{2F5A92B4-4EA1-4793-A87A-B5592F892CEE}"/>
                  </a:ext>
                </a:extLst>
              </p:cNvPr>
              <p:cNvSpPr/>
              <p:nvPr/>
            </p:nvSpPr>
            <p:spPr>
              <a:xfrm>
                <a:off x="1006028" y="22025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64" name="流程图: 接点 4163">
                <a:extLst>
                  <a:ext uri="{FF2B5EF4-FFF2-40B4-BE49-F238E27FC236}">
                    <a16:creationId xmlns:a16="http://schemas.microsoft.com/office/drawing/2014/main" id="{FD4223D6-8E7E-4F5B-90FA-C13A2B474F5D}"/>
                  </a:ext>
                </a:extLst>
              </p:cNvPr>
              <p:cNvSpPr/>
              <p:nvPr/>
            </p:nvSpPr>
            <p:spPr>
              <a:xfrm>
                <a:off x="994475" y="19437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65" name="流程图: 接点 4164">
                <a:extLst>
                  <a:ext uri="{FF2B5EF4-FFF2-40B4-BE49-F238E27FC236}">
                    <a16:creationId xmlns:a16="http://schemas.microsoft.com/office/drawing/2014/main" id="{54539F3E-A9E6-47E2-A1F2-C4C052179DEF}"/>
                  </a:ext>
                </a:extLst>
              </p:cNvPr>
              <p:cNvSpPr/>
              <p:nvPr/>
            </p:nvSpPr>
            <p:spPr>
              <a:xfrm>
                <a:off x="1001946" y="210358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66" name="流程图: 接点 4165">
                <a:extLst>
                  <a:ext uri="{FF2B5EF4-FFF2-40B4-BE49-F238E27FC236}">
                    <a16:creationId xmlns:a16="http://schemas.microsoft.com/office/drawing/2014/main" id="{57E81F24-445B-443B-989C-773586CEC3D6}"/>
                  </a:ext>
                </a:extLst>
              </p:cNvPr>
              <p:cNvSpPr/>
              <p:nvPr/>
            </p:nvSpPr>
            <p:spPr>
              <a:xfrm>
                <a:off x="1007552" y="21445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67" name="流程图: 接点 4166">
                <a:extLst>
                  <a:ext uri="{FF2B5EF4-FFF2-40B4-BE49-F238E27FC236}">
                    <a16:creationId xmlns:a16="http://schemas.microsoft.com/office/drawing/2014/main" id="{8F8E17DD-25AE-4FDB-8F23-D165FE523EB6}"/>
                  </a:ext>
                </a:extLst>
              </p:cNvPr>
              <p:cNvSpPr/>
              <p:nvPr/>
            </p:nvSpPr>
            <p:spPr>
              <a:xfrm>
                <a:off x="1050988" y="216645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68" name="流程图: 接点 4167">
                <a:extLst>
                  <a:ext uri="{FF2B5EF4-FFF2-40B4-BE49-F238E27FC236}">
                    <a16:creationId xmlns:a16="http://schemas.microsoft.com/office/drawing/2014/main" id="{0041F282-8842-4BBC-845D-C2B6B0FCBCD8}"/>
                  </a:ext>
                </a:extLst>
              </p:cNvPr>
              <p:cNvSpPr/>
              <p:nvPr/>
            </p:nvSpPr>
            <p:spPr>
              <a:xfrm>
                <a:off x="1186798" y="214652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69" name="流程图: 接点 4168">
                <a:extLst>
                  <a:ext uri="{FF2B5EF4-FFF2-40B4-BE49-F238E27FC236}">
                    <a16:creationId xmlns:a16="http://schemas.microsoft.com/office/drawing/2014/main" id="{EF17F717-DDD1-4FFA-B5D7-6754D05AEF24}"/>
                  </a:ext>
                </a:extLst>
              </p:cNvPr>
              <p:cNvSpPr/>
              <p:nvPr/>
            </p:nvSpPr>
            <p:spPr>
              <a:xfrm>
                <a:off x="1123289" y="221008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70" name="流程图: 接点 4169">
                <a:extLst>
                  <a:ext uri="{FF2B5EF4-FFF2-40B4-BE49-F238E27FC236}">
                    <a16:creationId xmlns:a16="http://schemas.microsoft.com/office/drawing/2014/main" id="{F78D480F-C9FF-40B9-8F5A-E2E1E4B9F738}"/>
                  </a:ext>
                </a:extLst>
              </p:cNvPr>
              <p:cNvSpPr/>
              <p:nvPr/>
            </p:nvSpPr>
            <p:spPr>
              <a:xfrm>
                <a:off x="1192404" y="218749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71" name="流程图: 接点 4170">
                <a:extLst>
                  <a:ext uri="{FF2B5EF4-FFF2-40B4-BE49-F238E27FC236}">
                    <a16:creationId xmlns:a16="http://schemas.microsoft.com/office/drawing/2014/main" id="{4EFC0D15-2B16-4322-89AD-CA600C8680F3}"/>
                  </a:ext>
                </a:extLst>
              </p:cNvPr>
              <p:cNvSpPr/>
              <p:nvPr/>
            </p:nvSpPr>
            <p:spPr>
              <a:xfrm>
                <a:off x="1059893" y="22081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72" name="流程图: 接点 4171">
                <a:extLst>
                  <a:ext uri="{FF2B5EF4-FFF2-40B4-BE49-F238E27FC236}">
                    <a16:creationId xmlns:a16="http://schemas.microsoft.com/office/drawing/2014/main" id="{50CB57EF-668F-41DE-AE4D-E7815757C3AC}"/>
                  </a:ext>
                </a:extLst>
              </p:cNvPr>
              <p:cNvSpPr/>
              <p:nvPr/>
            </p:nvSpPr>
            <p:spPr>
              <a:xfrm>
                <a:off x="1129008" y="218550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73" name="流程图: 接点 4172">
                <a:extLst>
                  <a:ext uri="{FF2B5EF4-FFF2-40B4-BE49-F238E27FC236}">
                    <a16:creationId xmlns:a16="http://schemas.microsoft.com/office/drawing/2014/main" id="{BB568BDD-896F-4EC5-B9B8-C71F8E956FEB}"/>
                  </a:ext>
                </a:extLst>
              </p:cNvPr>
              <p:cNvSpPr/>
              <p:nvPr/>
            </p:nvSpPr>
            <p:spPr>
              <a:xfrm>
                <a:off x="1014364" y="208788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74" name="流程图: 接点 4173">
                <a:extLst>
                  <a:ext uri="{FF2B5EF4-FFF2-40B4-BE49-F238E27FC236}">
                    <a16:creationId xmlns:a16="http://schemas.microsoft.com/office/drawing/2014/main" id="{841AC546-6E62-43A5-B822-41ADDBCACED7}"/>
                  </a:ext>
                </a:extLst>
              </p:cNvPr>
              <p:cNvSpPr/>
              <p:nvPr/>
            </p:nvSpPr>
            <p:spPr>
              <a:xfrm>
                <a:off x="1019970" y="212885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75" name="流程图: 接点 4174">
                <a:extLst>
                  <a:ext uri="{FF2B5EF4-FFF2-40B4-BE49-F238E27FC236}">
                    <a16:creationId xmlns:a16="http://schemas.microsoft.com/office/drawing/2014/main" id="{CB12E2A9-D070-4BCE-B97E-DB59B1AE7AA5}"/>
                  </a:ext>
                </a:extLst>
              </p:cNvPr>
              <p:cNvSpPr/>
              <p:nvPr/>
            </p:nvSpPr>
            <p:spPr>
              <a:xfrm>
                <a:off x="1023273" y="21592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76" name="流程图: 接点 4175">
                <a:extLst>
                  <a:ext uri="{FF2B5EF4-FFF2-40B4-BE49-F238E27FC236}">
                    <a16:creationId xmlns:a16="http://schemas.microsoft.com/office/drawing/2014/main" id="{EAD334BE-5EAD-4AAF-91FE-6904EC126598}"/>
                  </a:ext>
                </a:extLst>
              </p:cNvPr>
              <p:cNvSpPr/>
              <p:nvPr/>
            </p:nvSpPr>
            <p:spPr>
              <a:xfrm>
                <a:off x="1159082" y="21393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77" name="流程图: 接点 4176">
                <a:extLst>
                  <a:ext uri="{FF2B5EF4-FFF2-40B4-BE49-F238E27FC236}">
                    <a16:creationId xmlns:a16="http://schemas.microsoft.com/office/drawing/2014/main" id="{B8649298-3ADE-4E64-9106-CA5323DBA0DA}"/>
                  </a:ext>
                </a:extLst>
              </p:cNvPr>
              <p:cNvSpPr/>
              <p:nvPr/>
            </p:nvSpPr>
            <p:spPr>
              <a:xfrm>
                <a:off x="1095574" y="220287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78" name="流程图: 接点 4177">
                <a:extLst>
                  <a:ext uri="{FF2B5EF4-FFF2-40B4-BE49-F238E27FC236}">
                    <a16:creationId xmlns:a16="http://schemas.microsoft.com/office/drawing/2014/main" id="{AD479DA4-18F3-464B-A651-6528B46521D2}"/>
                  </a:ext>
                </a:extLst>
              </p:cNvPr>
              <p:cNvSpPr/>
              <p:nvPr/>
            </p:nvSpPr>
            <p:spPr>
              <a:xfrm>
                <a:off x="1164689" y="21802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79" name="流程图: 接点 4178">
                <a:extLst>
                  <a:ext uri="{FF2B5EF4-FFF2-40B4-BE49-F238E27FC236}">
                    <a16:creationId xmlns:a16="http://schemas.microsoft.com/office/drawing/2014/main" id="{9B99CCA2-DA17-4A05-A9CF-F49235739533}"/>
                  </a:ext>
                </a:extLst>
              </p:cNvPr>
              <p:cNvSpPr/>
              <p:nvPr/>
            </p:nvSpPr>
            <p:spPr>
              <a:xfrm>
                <a:off x="1032178" y="220088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80" name="流程图: 接点 4179">
                <a:extLst>
                  <a:ext uri="{FF2B5EF4-FFF2-40B4-BE49-F238E27FC236}">
                    <a16:creationId xmlns:a16="http://schemas.microsoft.com/office/drawing/2014/main" id="{CAD9984A-759B-4FC5-88E0-161C03676B6F}"/>
                  </a:ext>
                </a:extLst>
              </p:cNvPr>
              <p:cNvSpPr/>
              <p:nvPr/>
            </p:nvSpPr>
            <p:spPr>
              <a:xfrm>
                <a:off x="1101293" y="217829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81" name="流程图: 接点 4180">
                <a:extLst>
                  <a:ext uri="{FF2B5EF4-FFF2-40B4-BE49-F238E27FC236}">
                    <a16:creationId xmlns:a16="http://schemas.microsoft.com/office/drawing/2014/main" id="{C6A56C52-3C13-4905-A952-74E9736816B7}"/>
                  </a:ext>
                </a:extLst>
              </p:cNvPr>
              <p:cNvSpPr/>
              <p:nvPr/>
            </p:nvSpPr>
            <p:spPr>
              <a:xfrm>
                <a:off x="1063235" y="22178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82" name="流程图: 接点 4181">
                <a:extLst>
                  <a:ext uri="{FF2B5EF4-FFF2-40B4-BE49-F238E27FC236}">
                    <a16:creationId xmlns:a16="http://schemas.microsoft.com/office/drawing/2014/main" id="{566B265F-9E0C-40BD-9752-0EBCA4FF8C3C}"/>
                  </a:ext>
                </a:extLst>
              </p:cNvPr>
              <p:cNvSpPr/>
              <p:nvPr/>
            </p:nvSpPr>
            <p:spPr>
              <a:xfrm>
                <a:off x="1332738" y="19423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83" name="流程图: 接点 4182">
                <a:extLst>
                  <a:ext uri="{FF2B5EF4-FFF2-40B4-BE49-F238E27FC236}">
                    <a16:creationId xmlns:a16="http://schemas.microsoft.com/office/drawing/2014/main" id="{3FDBC9B7-F610-47E6-AB11-EB371D8EAE0D}"/>
                  </a:ext>
                </a:extLst>
              </p:cNvPr>
              <p:cNvSpPr/>
              <p:nvPr/>
            </p:nvSpPr>
            <p:spPr>
              <a:xfrm>
                <a:off x="1269342" y="194039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84" name="流程图: 接点 4183">
                <a:extLst>
                  <a:ext uri="{FF2B5EF4-FFF2-40B4-BE49-F238E27FC236}">
                    <a16:creationId xmlns:a16="http://schemas.microsoft.com/office/drawing/2014/main" id="{98C806CC-C9EB-4DE7-A949-8BE26075A9E2}"/>
                  </a:ext>
                </a:extLst>
              </p:cNvPr>
              <p:cNvSpPr/>
              <p:nvPr/>
            </p:nvSpPr>
            <p:spPr>
              <a:xfrm>
                <a:off x="1269229" y="200594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85" name="流程图: 接点 4184">
                <a:extLst>
                  <a:ext uri="{FF2B5EF4-FFF2-40B4-BE49-F238E27FC236}">
                    <a16:creationId xmlns:a16="http://schemas.microsoft.com/office/drawing/2014/main" id="{E176D356-0A42-4649-AF22-71A3EBE0119C}"/>
                  </a:ext>
                </a:extLst>
              </p:cNvPr>
              <p:cNvSpPr/>
              <p:nvPr/>
            </p:nvSpPr>
            <p:spPr>
              <a:xfrm>
                <a:off x="1338344" y="19833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86" name="流程图: 接点 4185">
                <a:extLst>
                  <a:ext uri="{FF2B5EF4-FFF2-40B4-BE49-F238E27FC236}">
                    <a16:creationId xmlns:a16="http://schemas.microsoft.com/office/drawing/2014/main" id="{43AF3D72-DD4D-427D-82AE-560D01C10D87}"/>
                  </a:ext>
                </a:extLst>
              </p:cNvPr>
              <p:cNvSpPr/>
              <p:nvPr/>
            </p:nvSpPr>
            <p:spPr>
              <a:xfrm>
                <a:off x="1163065" y="20352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87" name="流程图: 接点 4186">
                <a:extLst>
                  <a:ext uri="{FF2B5EF4-FFF2-40B4-BE49-F238E27FC236}">
                    <a16:creationId xmlns:a16="http://schemas.microsoft.com/office/drawing/2014/main" id="{152C6FFC-4771-47AE-A292-31F81343EC28}"/>
                  </a:ext>
                </a:extLst>
              </p:cNvPr>
              <p:cNvSpPr/>
              <p:nvPr/>
            </p:nvSpPr>
            <p:spPr>
              <a:xfrm>
                <a:off x="1235366" y="20789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88" name="流程图: 接点 4187">
                <a:extLst>
                  <a:ext uri="{FF2B5EF4-FFF2-40B4-BE49-F238E27FC236}">
                    <a16:creationId xmlns:a16="http://schemas.microsoft.com/office/drawing/2014/main" id="{9F10F989-626E-4553-B326-342A9FECE734}"/>
                  </a:ext>
                </a:extLst>
              </p:cNvPr>
              <p:cNvSpPr/>
              <p:nvPr/>
            </p:nvSpPr>
            <p:spPr>
              <a:xfrm>
                <a:off x="1304481" y="205630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89" name="流程图: 接点 4188">
                <a:extLst>
                  <a:ext uri="{FF2B5EF4-FFF2-40B4-BE49-F238E27FC236}">
                    <a16:creationId xmlns:a16="http://schemas.microsoft.com/office/drawing/2014/main" id="{6F1E02F0-F251-46C9-99D4-3AB155E16C8C}"/>
                  </a:ext>
                </a:extLst>
              </p:cNvPr>
              <p:cNvSpPr/>
              <p:nvPr/>
            </p:nvSpPr>
            <p:spPr>
              <a:xfrm>
                <a:off x="1171970" y="207691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90" name="流程图: 接点 4189">
                <a:extLst>
                  <a:ext uri="{FF2B5EF4-FFF2-40B4-BE49-F238E27FC236}">
                    <a16:creationId xmlns:a16="http://schemas.microsoft.com/office/drawing/2014/main" id="{39401363-47E8-4597-9FA4-A04B5E3EFF9C}"/>
                  </a:ext>
                </a:extLst>
              </p:cNvPr>
              <p:cNvSpPr/>
              <p:nvPr/>
            </p:nvSpPr>
            <p:spPr>
              <a:xfrm>
                <a:off x="1241085" y="205432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91" name="流程图: 接点 4190">
                <a:extLst>
                  <a:ext uri="{FF2B5EF4-FFF2-40B4-BE49-F238E27FC236}">
                    <a16:creationId xmlns:a16="http://schemas.microsoft.com/office/drawing/2014/main" id="{AB3FF370-8B7B-4015-90FA-07C05D04484A}"/>
                  </a:ext>
                </a:extLst>
              </p:cNvPr>
              <p:cNvSpPr/>
              <p:nvPr/>
            </p:nvSpPr>
            <p:spPr>
              <a:xfrm>
                <a:off x="1171857" y="21424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92" name="流程图: 接点 4191">
                <a:extLst>
                  <a:ext uri="{FF2B5EF4-FFF2-40B4-BE49-F238E27FC236}">
                    <a16:creationId xmlns:a16="http://schemas.microsoft.com/office/drawing/2014/main" id="{B7793E55-0987-4756-A463-8CC09923E3AE}"/>
                  </a:ext>
                </a:extLst>
              </p:cNvPr>
              <p:cNvSpPr/>
              <p:nvPr/>
            </p:nvSpPr>
            <p:spPr>
              <a:xfrm>
                <a:off x="1240972" y="211986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93" name="流程图: 接点 4192">
                <a:extLst>
                  <a:ext uri="{FF2B5EF4-FFF2-40B4-BE49-F238E27FC236}">
                    <a16:creationId xmlns:a16="http://schemas.microsoft.com/office/drawing/2014/main" id="{6B20D06C-C4B9-457F-A4FB-D4BFA428EFBF}"/>
                  </a:ext>
                </a:extLst>
              </p:cNvPr>
              <p:cNvSpPr/>
              <p:nvPr/>
            </p:nvSpPr>
            <p:spPr>
              <a:xfrm>
                <a:off x="1341647" y="201372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94" name="流程图: 接点 4193">
                <a:extLst>
                  <a:ext uri="{FF2B5EF4-FFF2-40B4-BE49-F238E27FC236}">
                    <a16:creationId xmlns:a16="http://schemas.microsoft.com/office/drawing/2014/main" id="{B48DEC70-FD18-4EE1-B13F-2DA56EDBA022}"/>
                  </a:ext>
                </a:extLst>
              </p:cNvPr>
              <p:cNvSpPr/>
              <p:nvPr/>
            </p:nvSpPr>
            <p:spPr>
              <a:xfrm>
                <a:off x="1477456" y="19937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95" name="流程图: 接点 4194">
                <a:extLst>
                  <a:ext uri="{FF2B5EF4-FFF2-40B4-BE49-F238E27FC236}">
                    <a16:creationId xmlns:a16="http://schemas.microsoft.com/office/drawing/2014/main" id="{195355BA-84F1-48C9-9FC1-8AB8AB5CD93F}"/>
                  </a:ext>
                </a:extLst>
              </p:cNvPr>
              <p:cNvSpPr/>
              <p:nvPr/>
            </p:nvSpPr>
            <p:spPr>
              <a:xfrm>
                <a:off x="1413948" y="20573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96" name="流程图: 接点 4195">
                <a:extLst>
                  <a:ext uri="{FF2B5EF4-FFF2-40B4-BE49-F238E27FC236}">
                    <a16:creationId xmlns:a16="http://schemas.microsoft.com/office/drawing/2014/main" id="{6EBF0255-CD31-4C86-B239-1D7197029D64}"/>
                  </a:ext>
                </a:extLst>
              </p:cNvPr>
              <p:cNvSpPr/>
              <p:nvPr/>
            </p:nvSpPr>
            <p:spPr>
              <a:xfrm>
                <a:off x="1483063" y="20347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97" name="流程图: 接点 4196">
                <a:extLst>
                  <a:ext uri="{FF2B5EF4-FFF2-40B4-BE49-F238E27FC236}">
                    <a16:creationId xmlns:a16="http://schemas.microsoft.com/office/drawing/2014/main" id="{BFF4CC0C-246F-4A0F-9B58-ED093079AC68}"/>
                  </a:ext>
                </a:extLst>
              </p:cNvPr>
              <p:cNvSpPr/>
              <p:nvPr/>
            </p:nvSpPr>
            <p:spPr>
              <a:xfrm>
                <a:off x="1350552" y="205538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98" name="流程图: 接点 4197">
                <a:extLst>
                  <a:ext uri="{FF2B5EF4-FFF2-40B4-BE49-F238E27FC236}">
                    <a16:creationId xmlns:a16="http://schemas.microsoft.com/office/drawing/2014/main" id="{633961AE-60A3-46DD-870A-5CE229BAE38C}"/>
                  </a:ext>
                </a:extLst>
              </p:cNvPr>
              <p:cNvSpPr/>
              <p:nvPr/>
            </p:nvSpPr>
            <p:spPr>
              <a:xfrm>
                <a:off x="1419667" y="203278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99" name="流程图: 接点 4198">
                <a:extLst>
                  <a:ext uri="{FF2B5EF4-FFF2-40B4-BE49-F238E27FC236}">
                    <a16:creationId xmlns:a16="http://schemas.microsoft.com/office/drawing/2014/main" id="{EBFF29A7-AE25-490D-9284-D7A6B43BC489}"/>
                  </a:ext>
                </a:extLst>
              </p:cNvPr>
              <p:cNvSpPr/>
              <p:nvPr/>
            </p:nvSpPr>
            <p:spPr>
              <a:xfrm>
                <a:off x="1350439" y="212092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00" name="流程图: 接点 4199">
                <a:extLst>
                  <a:ext uri="{FF2B5EF4-FFF2-40B4-BE49-F238E27FC236}">
                    <a16:creationId xmlns:a16="http://schemas.microsoft.com/office/drawing/2014/main" id="{C6D1DDED-7D10-46A2-A3D5-08F71E39B152}"/>
                  </a:ext>
                </a:extLst>
              </p:cNvPr>
              <p:cNvSpPr/>
              <p:nvPr/>
            </p:nvSpPr>
            <p:spPr>
              <a:xfrm>
                <a:off x="1419554" y="209833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01" name="流程图: 接点 4200">
                <a:extLst>
                  <a:ext uri="{FF2B5EF4-FFF2-40B4-BE49-F238E27FC236}">
                    <a16:creationId xmlns:a16="http://schemas.microsoft.com/office/drawing/2014/main" id="{AF86FBF1-079A-4DA0-93C9-1C6B9677B781}"/>
                  </a:ext>
                </a:extLst>
              </p:cNvPr>
              <p:cNvSpPr/>
              <p:nvPr/>
            </p:nvSpPr>
            <p:spPr>
              <a:xfrm>
                <a:off x="1316576" y="219388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02" name="流程图: 接点 4201">
                <a:extLst>
                  <a:ext uri="{FF2B5EF4-FFF2-40B4-BE49-F238E27FC236}">
                    <a16:creationId xmlns:a16="http://schemas.microsoft.com/office/drawing/2014/main" id="{FD69E917-47C9-4BD9-A9C7-4EC0AECD9DA0}"/>
                  </a:ext>
                </a:extLst>
              </p:cNvPr>
              <p:cNvSpPr/>
              <p:nvPr/>
            </p:nvSpPr>
            <p:spPr>
              <a:xfrm>
                <a:off x="1385691" y="217129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03" name="流程图: 接点 4202">
                <a:extLst>
                  <a:ext uri="{FF2B5EF4-FFF2-40B4-BE49-F238E27FC236}">
                    <a16:creationId xmlns:a16="http://schemas.microsoft.com/office/drawing/2014/main" id="{A8653E32-260E-486D-BF78-CE00A9677660}"/>
                  </a:ext>
                </a:extLst>
              </p:cNvPr>
              <p:cNvSpPr/>
              <p:nvPr/>
            </p:nvSpPr>
            <p:spPr>
              <a:xfrm>
                <a:off x="1322295" y="21693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04" name="流程图: 接点 4203">
                <a:extLst>
                  <a:ext uri="{FF2B5EF4-FFF2-40B4-BE49-F238E27FC236}">
                    <a16:creationId xmlns:a16="http://schemas.microsoft.com/office/drawing/2014/main" id="{9780D745-209D-4F58-8E68-01387EDF6B6B}"/>
                  </a:ext>
                </a:extLst>
              </p:cNvPr>
              <p:cNvSpPr/>
              <p:nvPr/>
            </p:nvSpPr>
            <p:spPr>
              <a:xfrm>
                <a:off x="1322182" y="22348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05" name="流程图: 接点 4204">
                <a:extLst>
                  <a:ext uri="{FF2B5EF4-FFF2-40B4-BE49-F238E27FC236}">
                    <a16:creationId xmlns:a16="http://schemas.microsoft.com/office/drawing/2014/main" id="{939E2860-F7BB-48AB-80BE-DA94A0696BAD}"/>
                  </a:ext>
                </a:extLst>
              </p:cNvPr>
              <p:cNvSpPr/>
              <p:nvPr/>
            </p:nvSpPr>
            <p:spPr>
              <a:xfrm>
                <a:off x="1305022" y="193515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06" name="流程图: 接点 4205">
                <a:extLst>
                  <a:ext uri="{FF2B5EF4-FFF2-40B4-BE49-F238E27FC236}">
                    <a16:creationId xmlns:a16="http://schemas.microsoft.com/office/drawing/2014/main" id="{6D7B81FD-E3F9-48C7-AAAA-343CAB570BFC}"/>
                  </a:ext>
                </a:extLst>
              </p:cNvPr>
              <p:cNvSpPr/>
              <p:nvPr/>
            </p:nvSpPr>
            <p:spPr>
              <a:xfrm>
                <a:off x="1241514" y="199872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07" name="流程图: 接点 4206">
                <a:extLst>
                  <a:ext uri="{FF2B5EF4-FFF2-40B4-BE49-F238E27FC236}">
                    <a16:creationId xmlns:a16="http://schemas.microsoft.com/office/drawing/2014/main" id="{6F4233AC-EC38-4255-98A6-FAC41CD19EF5}"/>
                  </a:ext>
                </a:extLst>
              </p:cNvPr>
              <p:cNvSpPr/>
              <p:nvPr/>
            </p:nvSpPr>
            <p:spPr>
              <a:xfrm>
                <a:off x="1310629" y="197612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08" name="流程图: 接点 4207">
                <a:extLst>
                  <a:ext uri="{FF2B5EF4-FFF2-40B4-BE49-F238E27FC236}">
                    <a16:creationId xmlns:a16="http://schemas.microsoft.com/office/drawing/2014/main" id="{589EC62C-C071-4C61-AED9-C0A409856752}"/>
                  </a:ext>
                </a:extLst>
              </p:cNvPr>
              <p:cNvSpPr/>
              <p:nvPr/>
            </p:nvSpPr>
            <p:spPr>
              <a:xfrm>
                <a:off x="1207651" y="207168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09" name="流程图: 接点 4208">
                <a:extLst>
                  <a:ext uri="{FF2B5EF4-FFF2-40B4-BE49-F238E27FC236}">
                    <a16:creationId xmlns:a16="http://schemas.microsoft.com/office/drawing/2014/main" id="{A5B49416-0E2F-4426-B328-E77B9B79C0F1}"/>
                  </a:ext>
                </a:extLst>
              </p:cNvPr>
              <p:cNvSpPr/>
              <p:nvPr/>
            </p:nvSpPr>
            <p:spPr>
              <a:xfrm>
                <a:off x="1276766" y="20490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10" name="流程图: 接点 4209">
                <a:extLst>
                  <a:ext uri="{FF2B5EF4-FFF2-40B4-BE49-F238E27FC236}">
                    <a16:creationId xmlns:a16="http://schemas.microsoft.com/office/drawing/2014/main" id="{7F202AF0-E55D-467E-9641-56551E73FE3C}"/>
                  </a:ext>
                </a:extLst>
              </p:cNvPr>
              <p:cNvSpPr/>
              <p:nvPr/>
            </p:nvSpPr>
            <p:spPr>
              <a:xfrm>
                <a:off x="1213370" y="20471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11" name="流程图: 接点 4210">
                <a:extLst>
                  <a:ext uri="{FF2B5EF4-FFF2-40B4-BE49-F238E27FC236}">
                    <a16:creationId xmlns:a16="http://schemas.microsoft.com/office/drawing/2014/main" id="{B6C17554-8F0A-4D42-A664-99F9CC2C0D1D}"/>
                  </a:ext>
                </a:extLst>
              </p:cNvPr>
              <p:cNvSpPr/>
              <p:nvPr/>
            </p:nvSpPr>
            <p:spPr>
              <a:xfrm>
                <a:off x="1213257" y="211264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12" name="流程图: 接点 4211">
                <a:extLst>
                  <a:ext uri="{FF2B5EF4-FFF2-40B4-BE49-F238E27FC236}">
                    <a16:creationId xmlns:a16="http://schemas.microsoft.com/office/drawing/2014/main" id="{BBCCD422-F06B-4339-BC2F-2FAE95C0A26F}"/>
                  </a:ext>
                </a:extLst>
              </p:cNvPr>
              <p:cNvSpPr/>
              <p:nvPr/>
            </p:nvSpPr>
            <p:spPr>
              <a:xfrm>
                <a:off x="1164589" y="19773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13" name="流程图: 接点 4212">
                <a:extLst>
                  <a:ext uri="{FF2B5EF4-FFF2-40B4-BE49-F238E27FC236}">
                    <a16:creationId xmlns:a16="http://schemas.microsoft.com/office/drawing/2014/main" id="{4D9EB80B-498A-4254-A348-A794A82B586F}"/>
                  </a:ext>
                </a:extLst>
              </p:cNvPr>
              <p:cNvSpPr/>
              <p:nvPr/>
            </p:nvSpPr>
            <p:spPr>
              <a:xfrm>
                <a:off x="1300399" y="195738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14" name="流程图: 接点 4213">
                <a:extLst>
                  <a:ext uri="{FF2B5EF4-FFF2-40B4-BE49-F238E27FC236}">
                    <a16:creationId xmlns:a16="http://schemas.microsoft.com/office/drawing/2014/main" id="{9B7F2B2A-651A-4AA8-93DD-6A52963AB06D}"/>
                  </a:ext>
                </a:extLst>
              </p:cNvPr>
              <p:cNvSpPr/>
              <p:nvPr/>
            </p:nvSpPr>
            <p:spPr>
              <a:xfrm>
                <a:off x="1236890" y="202094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15" name="流程图: 接点 4214">
                <a:extLst>
                  <a:ext uri="{FF2B5EF4-FFF2-40B4-BE49-F238E27FC236}">
                    <a16:creationId xmlns:a16="http://schemas.microsoft.com/office/drawing/2014/main" id="{81B64658-1EA7-4716-9004-D75BF97A519C}"/>
                  </a:ext>
                </a:extLst>
              </p:cNvPr>
              <p:cNvSpPr/>
              <p:nvPr/>
            </p:nvSpPr>
            <p:spPr>
              <a:xfrm>
                <a:off x="1306005" y="199835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16" name="流程图: 接点 4215">
                <a:extLst>
                  <a:ext uri="{FF2B5EF4-FFF2-40B4-BE49-F238E27FC236}">
                    <a16:creationId xmlns:a16="http://schemas.microsoft.com/office/drawing/2014/main" id="{6ECB7D7A-F051-4B02-BF9C-1918D9603B73}"/>
                  </a:ext>
                </a:extLst>
              </p:cNvPr>
              <p:cNvSpPr/>
              <p:nvPr/>
            </p:nvSpPr>
            <p:spPr>
              <a:xfrm>
                <a:off x="1173494" y="201896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17" name="流程图: 接点 4216">
                <a:extLst>
                  <a:ext uri="{FF2B5EF4-FFF2-40B4-BE49-F238E27FC236}">
                    <a16:creationId xmlns:a16="http://schemas.microsoft.com/office/drawing/2014/main" id="{3B91696B-7A11-4334-BAC5-B54FF023E4CA}"/>
                  </a:ext>
                </a:extLst>
              </p:cNvPr>
              <p:cNvSpPr/>
              <p:nvPr/>
            </p:nvSpPr>
            <p:spPr>
              <a:xfrm>
                <a:off x="1242609" y="199636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18" name="流程图: 接点 4217">
                <a:extLst>
                  <a:ext uri="{FF2B5EF4-FFF2-40B4-BE49-F238E27FC236}">
                    <a16:creationId xmlns:a16="http://schemas.microsoft.com/office/drawing/2014/main" id="{98F744D1-1470-4FA9-BE59-857078104C6C}"/>
                  </a:ext>
                </a:extLst>
              </p:cNvPr>
              <p:cNvSpPr/>
              <p:nvPr/>
            </p:nvSpPr>
            <p:spPr>
              <a:xfrm>
                <a:off x="1173382" y="208451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19" name="流程图: 接点 4218">
                <a:extLst>
                  <a:ext uri="{FF2B5EF4-FFF2-40B4-BE49-F238E27FC236}">
                    <a16:creationId xmlns:a16="http://schemas.microsoft.com/office/drawing/2014/main" id="{F75016C3-4B7A-491D-8873-D20475A8A954}"/>
                  </a:ext>
                </a:extLst>
              </p:cNvPr>
              <p:cNvSpPr/>
              <p:nvPr/>
            </p:nvSpPr>
            <p:spPr>
              <a:xfrm>
                <a:off x="1242497" y="206191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20" name="流程图: 接点 4219">
                <a:extLst>
                  <a:ext uri="{FF2B5EF4-FFF2-40B4-BE49-F238E27FC236}">
                    <a16:creationId xmlns:a16="http://schemas.microsoft.com/office/drawing/2014/main" id="{E32E4E0A-5C58-4AC2-8722-AF81E3623654}"/>
                  </a:ext>
                </a:extLst>
              </p:cNvPr>
              <p:cNvSpPr/>
              <p:nvPr/>
            </p:nvSpPr>
            <p:spPr>
              <a:xfrm>
                <a:off x="1208633" y="213487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21" name="流程图: 接点 4220">
                <a:extLst>
                  <a:ext uri="{FF2B5EF4-FFF2-40B4-BE49-F238E27FC236}">
                    <a16:creationId xmlns:a16="http://schemas.microsoft.com/office/drawing/2014/main" id="{859BF57C-5806-4B5D-AAA8-870053399D99}"/>
                  </a:ext>
                </a:extLst>
              </p:cNvPr>
              <p:cNvSpPr/>
              <p:nvPr/>
            </p:nvSpPr>
            <p:spPr>
              <a:xfrm>
                <a:off x="1145237" y="213289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22" name="流程图: 接点 4221">
                <a:extLst>
                  <a:ext uri="{FF2B5EF4-FFF2-40B4-BE49-F238E27FC236}">
                    <a16:creationId xmlns:a16="http://schemas.microsoft.com/office/drawing/2014/main" id="{F6B018FA-BC62-46BE-8986-F64D5AB96BEA}"/>
                  </a:ext>
                </a:extLst>
              </p:cNvPr>
              <p:cNvSpPr/>
              <p:nvPr/>
            </p:nvSpPr>
            <p:spPr>
              <a:xfrm>
                <a:off x="1145125" y="219843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23" name="流程图: 接点 4222">
                <a:extLst>
                  <a:ext uri="{FF2B5EF4-FFF2-40B4-BE49-F238E27FC236}">
                    <a16:creationId xmlns:a16="http://schemas.microsoft.com/office/drawing/2014/main" id="{8AC9E645-A1E6-43D5-B78A-A62E664F17E6}"/>
                  </a:ext>
                </a:extLst>
              </p:cNvPr>
              <p:cNvSpPr/>
              <p:nvPr/>
            </p:nvSpPr>
            <p:spPr>
              <a:xfrm>
                <a:off x="1245799" y="20923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24" name="流程图: 接点 4223">
                <a:extLst>
                  <a:ext uri="{FF2B5EF4-FFF2-40B4-BE49-F238E27FC236}">
                    <a16:creationId xmlns:a16="http://schemas.microsoft.com/office/drawing/2014/main" id="{34ACC027-5CD1-4E0B-B3F1-CEF56063FF85}"/>
                  </a:ext>
                </a:extLst>
              </p:cNvPr>
              <p:cNvSpPr/>
              <p:nvPr/>
            </p:nvSpPr>
            <p:spPr>
              <a:xfrm>
                <a:off x="1381609" y="20723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25" name="流程图: 接点 4224">
                <a:extLst>
                  <a:ext uri="{FF2B5EF4-FFF2-40B4-BE49-F238E27FC236}">
                    <a16:creationId xmlns:a16="http://schemas.microsoft.com/office/drawing/2014/main" id="{D6ECEA67-2549-4723-87DE-948AA9FF7ECC}"/>
                  </a:ext>
                </a:extLst>
              </p:cNvPr>
              <p:cNvSpPr/>
              <p:nvPr/>
            </p:nvSpPr>
            <p:spPr>
              <a:xfrm>
                <a:off x="1318100" y="213593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26" name="流程图: 接点 4225">
                <a:extLst>
                  <a:ext uri="{FF2B5EF4-FFF2-40B4-BE49-F238E27FC236}">
                    <a16:creationId xmlns:a16="http://schemas.microsoft.com/office/drawing/2014/main" id="{33675244-21E8-48D0-A2B1-E8B4B2CD3DD4}"/>
                  </a:ext>
                </a:extLst>
              </p:cNvPr>
              <p:cNvSpPr/>
              <p:nvPr/>
            </p:nvSpPr>
            <p:spPr>
              <a:xfrm>
                <a:off x="1387215" y="211333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27" name="流程图: 接点 4226">
                <a:extLst>
                  <a:ext uri="{FF2B5EF4-FFF2-40B4-BE49-F238E27FC236}">
                    <a16:creationId xmlns:a16="http://schemas.microsoft.com/office/drawing/2014/main" id="{0DB3CC5B-D748-421D-A066-C5C1C6729FBC}"/>
                  </a:ext>
                </a:extLst>
              </p:cNvPr>
              <p:cNvSpPr/>
              <p:nvPr/>
            </p:nvSpPr>
            <p:spPr>
              <a:xfrm>
                <a:off x="1254704" y="213395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28" name="流程图: 接点 4227">
                <a:extLst>
                  <a:ext uri="{FF2B5EF4-FFF2-40B4-BE49-F238E27FC236}">
                    <a16:creationId xmlns:a16="http://schemas.microsoft.com/office/drawing/2014/main" id="{91A947C6-9BA2-42C6-B929-3E1B5A635C31}"/>
                  </a:ext>
                </a:extLst>
              </p:cNvPr>
              <p:cNvSpPr/>
              <p:nvPr/>
            </p:nvSpPr>
            <p:spPr>
              <a:xfrm>
                <a:off x="1323819" y="21113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29" name="流程图: 接点 4228">
                <a:extLst>
                  <a:ext uri="{FF2B5EF4-FFF2-40B4-BE49-F238E27FC236}">
                    <a16:creationId xmlns:a16="http://schemas.microsoft.com/office/drawing/2014/main" id="{E4FAF142-F468-4B10-B185-79983F40CFB3}"/>
                  </a:ext>
                </a:extLst>
              </p:cNvPr>
              <p:cNvSpPr/>
              <p:nvPr/>
            </p:nvSpPr>
            <p:spPr>
              <a:xfrm>
                <a:off x="1254592" y="21995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30" name="流程图: 接点 4229">
                <a:extLst>
                  <a:ext uri="{FF2B5EF4-FFF2-40B4-BE49-F238E27FC236}">
                    <a16:creationId xmlns:a16="http://schemas.microsoft.com/office/drawing/2014/main" id="{93664941-14BD-4F4B-B82A-00A06C4709AA}"/>
                  </a:ext>
                </a:extLst>
              </p:cNvPr>
              <p:cNvSpPr/>
              <p:nvPr/>
            </p:nvSpPr>
            <p:spPr>
              <a:xfrm>
                <a:off x="1323707" y="217690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31" name="流程图: 接点 4230">
                <a:extLst>
                  <a:ext uri="{FF2B5EF4-FFF2-40B4-BE49-F238E27FC236}">
                    <a16:creationId xmlns:a16="http://schemas.microsoft.com/office/drawing/2014/main" id="{F6E2B68E-A0F2-4E4C-BA25-6D58E7C1FF29}"/>
                  </a:ext>
                </a:extLst>
              </p:cNvPr>
              <p:cNvSpPr/>
              <p:nvPr/>
            </p:nvSpPr>
            <p:spPr>
              <a:xfrm>
                <a:off x="1220728" y="227246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32" name="流程图: 接点 4231">
                <a:extLst>
                  <a:ext uri="{FF2B5EF4-FFF2-40B4-BE49-F238E27FC236}">
                    <a16:creationId xmlns:a16="http://schemas.microsoft.com/office/drawing/2014/main" id="{690B972B-0161-4ACB-8341-047F13D2B592}"/>
                  </a:ext>
                </a:extLst>
              </p:cNvPr>
              <p:cNvSpPr/>
              <p:nvPr/>
            </p:nvSpPr>
            <p:spPr>
              <a:xfrm>
                <a:off x="1289843" y="224986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33" name="流程图: 接点 4232">
                <a:extLst>
                  <a:ext uri="{FF2B5EF4-FFF2-40B4-BE49-F238E27FC236}">
                    <a16:creationId xmlns:a16="http://schemas.microsoft.com/office/drawing/2014/main" id="{AF425ECB-4BFC-4FC6-B1A7-06AC92B5F1F8}"/>
                  </a:ext>
                </a:extLst>
              </p:cNvPr>
              <p:cNvSpPr/>
              <p:nvPr/>
            </p:nvSpPr>
            <p:spPr>
              <a:xfrm>
                <a:off x="1226447" y="224788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34" name="流程图: 接点 4233">
                <a:extLst>
                  <a:ext uri="{FF2B5EF4-FFF2-40B4-BE49-F238E27FC236}">
                    <a16:creationId xmlns:a16="http://schemas.microsoft.com/office/drawing/2014/main" id="{B909101F-991D-4B5B-84E4-26055B27A0DF}"/>
                  </a:ext>
                </a:extLst>
              </p:cNvPr>
              <p:cNvSpPr/>
              <p:nvPr/>
            </p:nvSpPr>
            <p:spPr>
              <a:xfrm>
                <a:off x="1272683" y="19501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35" name="流程图: 接点 4234">
                <a:extLst>
                  <a:ext uri="{FF2B5EF4-FFF2-40B4-BE49-F238E27FC236}">
                    <a16:creationId xmlns:a16="http://schemas.microsoft.com/office/drawing/2014/main" id="{B91041D1-219A-4E5C-874E-EA884D057C4E}"/>
                  </a:ext>
                </a:extLst>
              </p:cNvPr>
              <p:cNvSpPr/>
              <p:nvPr/>
            </p:nvSpPr>
            <p:spPr>
              <a:xfrm>
                <a:off x="1209175" y="201373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36" name="流程图: 接点 4235">
                <a:extLst>
                  <a:ext uri="{FF2B5EF4-FFF2-40B4-BE49-F238E27FC236}">
                    <a16:creationId xmlns:a16="http://schemas.microsoft.com/office/drawing/2014/main" id="{E5CB68E7-FD18-423E-B3EA-359CAF011482}"/>
                  </a:ext>
                </a:extLst>
              </p:cNvPr>
              <p:cNvSpPr/>
              <p:nvPr/>
            </p:nvSpPr>
            <p:spPr>
              <a:xfrm>
                <a:off x="1278290" y="19911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37" name="流程图: 接点 4236">
                <a:extLst>
                  <a:ext uri="{FF2B5EF4-FFF2-40B4-BE49-F238E27FC236}">
                    <a16:creationId xmlns:a16="http://schemas.microsoft.com/office/drawing/2014/main" id="{507861B8-2579-4F1F-AE48-C86F9E454858}"/>
                  </a:ext>
                </a:extLst>
              </p:cNvPr>
              <p:cNvSpPr/>
              <p:nvPr/>
            </p:nvSpPr>
            <p:spPr>
              <a:xfrm>
                <a:off x="1145779" y="20117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38" name="流程图: 接点 4237">
                <a:extLst>
                  <a:ext uri="{FF2B5EF4-FFF2-40B4-BE49-F238E27FC236}">
                    <a16:creationId xmlns:a16="http://schemas.microsoft.com/office/drawing/2014/main" id="{F2558054-C33A-418E-BC49-620A61DE4125}"/>
                  </a:ext>
                </a:extLst>
              </p:cNvPr>
              <p:cNvSpPr/>
              <p:nvPr/>
            </p:nvSpPr>
            <p:spPr>
              <a:xfrm>
                <a:off x="1214894" y="198915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39" name="流程图: 接点 4238">
                <a:extLst>
                  <a:ext uri="{FF2B5EF4-FFF2-40B4-BE49-F238E27FC236}">
                    <a16:creationId xmlns:a16="http://schemas.microsoft.com/office/drawing/2014/main" id="{B23D82BE-27DA-45C7-AE6D-56E49F37478B}"/>
                  </a:ext>
                </a:extLst>
              </p:cNvPr>
              <p:cNvSpPr/>
              <p:nvPr/>
            </p:nvSpPr>
            <p:spPr>
              <a:xfrm>
                <a:off x="1145666" y="207729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0" name="流程图: 接点 4239">
                <a:extLst>
                  <a:ext uri="{FF2B5EF4-FFF2-40B4-BE49-F238E27FC236}">
                    <a16:creationId xmlns:a16="http://schemas.microsoft.com/office/drawing/2014/main" id="{513B2074-5795-4E34-8249-C5556D185112}"/>
                  </a:ext>
                </a:extLst>
              </p:cNvPr>
              <p:cNvSpPr/>
              <p:nvPr/>
            </p:nvSpPr>
            <p:spPr>
              <a:xfrm>
                <a:off x="1214781" y="20546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1" name="流程图: 接点 4240">
                <a:extLst>
                  <a:ext uri="{FF2B5EF4-FFF2-40B4-BE49-F238E27FC236}">
                    <a16:creationId xmlns:a16="http://schemas.microsoft.com/office/drawing/2014/main" id="{89C7CB6E-4C41-444E-9D97-F439E462139C}"/>
                  </a:ext>
                </a:extLst>
              </p:cNvPr>
              <p:cNvSpPr/>
              <p:nvPr/>
            </p:nvSpPr>
            <p:spPr>
              <a:xfrm>
                <a:off x="1180918" y="212765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2" name="流程图: 接点 4241">
                <a:extLst>
                  <a:ext uri="{FF2B5EF4-FFF2-40B4-BE49-F238E27FC236}">
                    <a16:creationId xmlns:a16="http://schemas.microsoft.com/office/drawing/2014/main" id="{6BCBA844-E98D-4F71-90FE-70461AFD408E}"/>
                  </a:ext>
                </a:extLst>
              </p:cNvPr>
              <p:cNvSpPr/>
              <p:nvPr/>
            </p:nvSpPr>
            <p:spPr>
              <a:xfrm>
                <a:off x="1268040" y="214295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3" name="流程图: 接点 4242">
                <a:extLst>
                  <a:ext uri="{FF2B5EF4-FFF2-40B4-BE49-F238E27FC236}">
                    <a16:creationId xmlns:a16="http://schemas.microsoft.com/office/drawing/2014/main" id="{BD0E6403-1888-418F-8C42-98AFEE08BFCB}"/>
                  </a:ext>
                </a:extLst>
              </p:cNvPr>
              <p:cNvSpPr/>
              <p:nvPr/>
            </p:nvSpPr>
            <p:spPr>
              <a:xfrm>
                <a:off x="1204531" y="220651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4" name="流程图: 接点 4243">
                <a:extLst>
                  <a:ext uri="{FF2B5EF4-FFF2-40B4-BE49-F238E27FC236}">
                    <a16:creationId xmlns:a16="http://schemas.microsoft.com/office/drawing/2014/main" id="{1DE5D0C9-2593-4FDC-A226-57BAB41571E4}"/>
                  </a:ext>
                </a:extLst>
              </p:cNvPr>
              <p:cNvSpPr/>
              <p:nvPr/>
            </p:nvSpPr>
            <p:spPr>
              <a:xfrm>
                <a:off x="1273646" y="218391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5" name="流程图: 接点 4244">
                <a:extLst>
                  <a:ext uri="{FF2B5EF4-FFF2-40B4-BE49-F238E27FC236}">
                    <a16:creationId xmlns:a16="http://schemas.microsoft.com/office/drawing/2014/main" id="{03EE5F3F-2D23-4558-AA37-65F0F9AE0E99}"/>
                  </a:ext>
                </a:extLst>
              </p:cNvPr>
              <p:cNvSpPr/>
              <p:nvPr/>
            </p:nvSpPr>
            <p:spPr>
              <a:xfrm>
                <a:off x="1141135" y="220453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6" name="流程图: 接点 4245">
                <a:extLst>
                  <a:ext uri="{FF2B5EF4-FFF2-40B4-BE49-F238E27FC236}">
                    <a16:creationId xmlns:a16="http://schemas.microsoft.com/office/drawing/2014/main" id="{25D42A97-01DD-44AF-8590-6040F1555B12}"/>
                  </a:ext>
                </a:extLst>
              </p:cNvPr>
              <p:cNvSpPr/>
              <p:nvPr/>
            </p:nvSpPr>
            <p:spPr>
              <a:xfrm>
                <a:off x="1210250" y="21819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7" name="流程图: 接点 4246">
                <a:extLst>
                  <a:ext uri="{FF2B5EF4-FFF2-40B4-BE49-F238E27FC236}">
                    <a16:creationId xmlns:a16="http://schemas.microsoft.com/office/drawing/2014/main" id="{05A2477E-D5B1-4045-8E4A-40C883722177}"/>
                  </a:ext>
                </a:extLst>
              </p:cNvPr>
              <p:cNvSpPr/>
              <p:nvPr/>
            </p:nvSpPr>
            <p:spPr>
              <a:xfrm>
                <a:off x="1141022" y="227007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8" name="流程图: 接点 4247">
                <a:extLst>
                  <a:ext uri="{FF2B5EF4-FFF2-40B4-BE49-F238E27FC236}">
                    <a16:creationId xmlns:a16="http://schemas.microsoft.com/office/drawing/2014/main" id="{E8E1A9F9-F538-4101-81B3-39C00E410341}"/>
                  </a:ext>
                </a:extLst>
              </p:cNvPr>
              <p:cNvSpPr/>
              <p:nvPr/>
            </p:nvSpPr>
            <p:spPr>
              <a:xfrm>
                <a:off x="1210137" y="224748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9" name="流程图: 接点 4248">
                <a:extLst>
                  <a:ext uri="{FF2B5EF4-FFF2-40B4-BE49-F238E27FC236}">
                    <a16:creationId xmlns:a16="http://schemas.microsoft.com/office/drawing/2014/main" id="{684FC11C-4390-40CA-9587-7CB879938848}"/>
                  </a:ext>
                </a:extLst>
              </p:cNvPr>
              <p:cNvSpPr/>
              <p:nvPr/>
            </p:nvSpPr>
            <p:spPr>
              <a:xfrm>
                <a:off x="1213440" y="22778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50" name="流程图: 接点 4249">
                <a:extLst>
                  <a:ext uri="{FF2B5EF4-FFF2-40B4-BE49-F238E27FC236}">
                    <a16:creationId xmlns:a16="http://schemas.microsoft.com/office/drawing/2014/main" id="{7507E693-2D62-47DA-B1A8-2D5B3C9F0F71}"/>
                  </a:ext>
                </a:extLst>
              </p:cNvPr>
              <p:cNvSpPr/>
              <p:nvPr/>
            </p:nvSpPr>
            <p:spPr>
              <a:xfrm>
                <a:off x="1349250" y="225793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51" name="流程图: 接点 4250">
                <a:extLst>
                  <a:ext uri="{FF2B5EF4-FFF2-40B4-BE49-F238E27FC236}">
                    <a16:creationId xmlns:a16="http://schemas.microsoft.com/office/drawing/2014/main" id="{7C2E6EFF-A1FB-45E3-9C62-FABF6929AD65}"/>
                  </a:ext>
                </a:extLst>
              </p:cNvPr>
              <p:cNvSpPr/>
              <p:nvPr/>
            </p:nvSpPr>
            <p:spPr>
              <a:xfrm>
                <a:off x="1354856" y="229890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52" name="流程图: 接点 4251">
                <a:extLst>
                  <a:ext uri="{FF2B5EF4-FFF2-40B4-BE49-F238E27FC236}">
                    <a16:creationId xmlns:a16="http://schemas.microsoft.com/office/drawing/2014/main" id="{29F98107-5906-49CA-BA53-642E4B3409EC}"/>
                  </a:ext>
                </a:extLst>
              </p:cNvPr>
              <p:cNvSpPr/>
              <p:nvPr/>
            </p:nvSpPr>
            <p:spPr>
              <a:xfrm>
                <a:off x="1291460" y="229692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53" name="流程图: 接点 4252">
                <a:extLst>
                  <a:ext uri="{FF2B5EF4-FFF2-40B4-BE49-F238E27FC236}">
                    <a16:creationId xmlns:a16="http://schemas.microsoft.com/office/drawing/2014/main" id="{9E23ED2B-8E26-4F8A-A0F9-F6758C01DF2D}"/>
                  </a:ext>
                </a:extLst>
              </p:cNvPr>
              <p:cNvSpPr/>
              <p:nvPr/>
            </p:nvSpPr>
            <p:spPr>
              <a:xfrm>
                <a:off x="1240324" y="213573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54" name="流程图: 接点 4253">
                <a:extLst>
                  <a:ext uri="{FF2B5EF4-FFF2-40B4-BE49-F238E27FC236}">
                    <a16:creationId xmlns:a16="http://schemas.microsoft.com/office/drawing/2014/main" id="{A58522C3-1B3D-4750-B688-F9AFB2EA66C7}"/>
                  </a:ext>
                </a:extLst>
              </p:cNvPr>
              <p:cNvSpPr/>
              <p:nvPr/>
            </p:nvSpPr>
            <p:spPr>
              <a:xfrm>
                <a:off x="1176816" y="21992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55" name="流程图: 接点 4254">
                <a:extLst>
                  <a:ext uri="{FF2B5EF4-FFF2-40B4-BE49-F238E27FC236}">
                    <a16:creationId xmlns:a16="http://schemas.microsoft.com/office/drawing/2014/main" id="{D6177374-8B56-4BD4-9EEE-8320A2B947DC}"/>
                  </a:ext>
                </a:extLst>
              </p:cNvPr>
              <p:cNvSpPr/>
              <p:nvPr/>
            </p:nvSpPr>
            <p:spPr>
              <a:xfrm>
                <a:off x="1245931" y="21767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56" name="流程图: 接点 4255">
                <a:extLst>
                  <a:ext uri="{FF2B5EF4-FFF2-40B4-BE49-F238E27FC236}">
                    <a16:creationId xmlns:a16="http://schemas.microsoft.com/office/drawing/2014/main" id="{35D3EC9E-903E-4433-B0BE-911A1665CD1A}"/>
                  </a:ext>
                </a:extLst>
              </p:cNvPr>
              <p:cNvSpPr/>
              <p:nvPr/>
            </p:nvSpPr>
            <p:spPr>
              <a:xfrm>
                <a:off x="1182535" y="217471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57" name="流程图: 接点 4256">
                <a:extLst>
                  <a:ext uri="{FF2B5EF4-FFF2-40B4-BE49-F238E27FC236}">
                    <a16:creationId xmlns:a16="http://schemas.microsoft.com/office/drawing/2014/main" id="{CEDBDAC9-91C5-4A15-A6C0-2070A2BBA9E0}"/>
                  </a:ext>
                </a:extLst>
              </p:cNvPr>
              <p:cNvSpPr/>
              <p:nvPr/>
            </p:nvSpPr>
            <p:spPr>
              <a:xfrm>
                <a:off x="1182422" y="224026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58" name="流程图: 接点 4257">
                <a:extLst>
                  <a:ext uri="{FF2B5EF4-FFF2-40B4-BE49-F238E27FC236}">
                    <a16:creationId xmlns:a16="http://schemas.microsoft.com/office/drawing/2014/main" id="{4A7D9CEE-C196-456C-9698-96B76557EDCF}"/>
                  </a:ext>
                </a:extLst>
              </p:cNvPr>
              <p:cNvSpPr/>
              <p:nvPr/>
            </p:nvSpPr>
            <p:spPr>
              <a:xfrm>
                <a:off x="1172192" y="22215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59" name="流程图: 接点 4258">
                <a:extLst>
                  <a:ext uri="{FF2B5EF4-FFF2-40B4-BE49-F238E27FC236}">
                    <a16:creationId xmlns:a16="http://schemas.microsoft.com/office/drawing/2014/main" id="{8153FB5E-EBA9-4A0C-9FF5-4B1503229018}"/>
                  </a:ext>
                </a:extLst>
              </p:cNvPr>
              <p:cNvSpPr/>
              <p:nvPr/>
            </p:nvSpPr>
            <p:spPr>
              <a:xfrm>
                <a:off x="1177798" y="226248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0" name="流程图: 接点 4259">
                <a:extLst>
                  <a:ext uri="{FF2B5EF4-FFF2-40B4-BE49-F238E27FC236}">
                    <a16:creationId xmlns:a16="http://schemas.microsoft.com/office/drawing/2014/main" id="{9C06A455-ABD8-4F6A-B06C-5A1055DCE6D7}"/>
                  </a:ext>
                </a:extLst>
              </p:cNvPr>
              <p:cNvSpPr/>
              <p:nvPr/>
            </p:nvSpPr>
            <p:spPr>
              <a:xfrm>
                <a:off x="1144477" y="221430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1" name="流程图: 接点 4260">
                <a:extLst>
                  <a:ext uri="{FF2B5EF4-FFF2-40B4-BE49-F238E27FC236}">
                    <a16:creationId xmlns:a16="http://schemas.microsoft.com/office/drawing/2014/main" id="{EFEC9D93-7C14-495E-8670-4154FD3F88A1}"/>
                  </a:ext>
                </a:extLst>
              </p:cNvPr>
              <p:cNvSpPr/>
              <p:nvPr/>
            </p:nvSpPr>
            <p:spPr>
              <a:xfrm>
                <a:off x="1150083" y="22552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2" name="流程图: 接点 4261">
                <a:extLst>
                  <a:ext uri="{FF2B5EF4-FFF2-40B4-BE49-F238E27FC236}">
                    <a16:creationId xmlns:a16="http://schemas.microsoft.com/office/drawing/2014/main" id="{1357F578-C374-44EB-A486-B0E9D53EB985}"/>
                  </a:ext>
                </a:extLst>
              </p:cNvPr>
              <p:cNvSpPr/>
              <p:nvPr/>
            </p:nvSpPr>
            <p:spPr>
              <a:xfrm>
                <a:off x="1240042" y="199610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3" name="流程图: 接点 4262">
                <a:extLst>
                  <a:ext uri="{FF2B5EF4-FFF2-40B4-BE49-F238E27FC236}">
                    <a16:creationId xmlns:a16="http://schemas.microsoft.com/office/drawing/2014/main" id="{97A6570E-A9AA-4BFB-A064-88FB27895896}"/>
                  </a:ext>
                </a:extLst>
              </p:cNvPr>
              <p:cNvSpPr/>
              <p:nvPr/>
            </p:nvSpPr>
            <p:spPr>
              <a:xfrm>
                <a:off x="1309157" y="197350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4" name="流程图: 接点 4263">
                <a:extLst>
                  <a:ext uri="{FF2B5EF4-FFF2-40B4-BE49-F238E27FC236}">
                    <a16:creationId xmlns:a16="http://schemas.microsoft.com/office/drawing/2014/main" id="{2C2D36F2-0217-4341-8FA6-2D83071AEB8C}"/>
                  </a:ext>
                </a:extLst>
              </p:cNvPr>
              <p:cNvSpPr/>
              <p:nvPr/>
            </p:nvSpPr>
            <p:spPr>
              <a:xfrm>
                <a:off x="1245761" y="197152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5" name="流程图: 接点 4264">
                <a:extLst>
                  <a:ext uri="{FF2B5EF4-FFF2-40B4-BE49-F238E27FC236}">
                    <a16:creationId xmlns:a16="http://schemas.microsoft.com/office/drawing/2014/main" id="{D124BE8A-C5A2-4668-A3F3-97904C6EA190}"/>
                  </a:ext>
                </a:extLst>
              </p:cNvPr>
              <p:cNvSpPr/>
              <p:nvPr/>
            </p:nvSpPr>
            <p:spPr>
              <a:xfrm>
                <a:off x="1245648" y="203707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6" name="流程图: 接点 4265">
                <a:extLst>
                  <a:ext uri="{FF2B5EF4-FFF2-40B4-BE49-F238E27FC236}">
                    <a16:creationId xmlns:a16="http://schemas.microsoft.com/office/drawing/2014/main" id="{8B30C9A8-7252-4CC4-93CA-500398868548}"/>
                  </a:ext>
                </a:extLst>
              </p:cNvPr>
              <p:cNvSpPr/>
              <p:nvPr/>
            </p:nvSpPr>
            <p:spPr>
              <a:xfrm>
                <a:off x="1241566" y="193815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7" name="流程图: 接点 4266">
                <a:extLst>
                  <a:ext uri="{FF2B5EF4-FFF2-40B4-BE49-F238E27FC236}">
                    <a16:creationId xmlns:a16="http://schemas.microsoft.com/office/drawing/2014/main" id="{1B5F92A3-0C44-4488-BAD9-0B8C344A9B4E}"/>
                  </a:ext>
                </a:extLst>
              </p:cNvPr>
              <p:cNvSpPr/>
              <p:nvPr/>
            </p:nvSpPr>
            <p:spPr>
              <a:xfrm>
                <a:off x="1178170" y="193617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8" name="流程图: 接点 4267">
                <a:extLst>
                  <a:ext uri="{FF2B5EF4-FFF2-40B4-BE49-F238E27FC236}">
                    <a16:creationId xmlns:a16="http://schemas.microsoft.com/office/drawing/2014/main" id="{3140F6A6-7654-46FA-98BD-E78132EC1716}"/>
                  </a:ext>
                </a:extLst>
              </p:cNvPr>
              <p:cNvSpPr/>
              <p:nvPr/>
            </p:nvSpPr>
            <p:spPr>
              <a:xfrm>
                <a:off x="1178057" y="200171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9" name="流程图: 接点 4268">
                <a:extLst>
                  <a:ext uri="{FF2B5EF4-FFF2-40B4-BE49-F238E27FC236}">
                    <a16:creationId xmlns:a16="http://schemas.microsoft.com/office/drawing/2014/main" id="{F9A137E3-EB1A-4DAA-8C93-680489F33567}"/>
                  </a:ext>
                </a:extLst>
              </p:cNvPr>
              <p:cNvSpPr/>
              <p:nvPr/>
            </p:nvSpPr>
            <p:spPr>
              <a:xfrm>
                <a:off x="1247172" y="197912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0" name="流程图: 接点 4269">
                <a:extLst>
                  <a:ext uri="{FF2B5EF4-FFF2-40B4-BE49-F238E27FC236}">
                    <a16:creationId xmlns:a16="http://schemas.microsoft.com/office/drawing/2014/main" id="{65B3831F-DA5A-404B-BC8B-25CA8640F104}"/>
                  </a:ext>
                </a:extLst>
              </p:cNvPr>
              <p:cNvSpPr/>
              <p:nvPr/>
            </p:nvSpPr>
            <p:spPr>
              <a:xfrm>
                <a:off x="1213309" y="205208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1" name="流程图: 接点 4270">
                <a:extLst>
                  <a:ext uri="{FF2B5EF4-FFF2-40B4-BE49-F238E27FC236}">
                    <a16:creationId xmlns:a16="http://schemas.microsoft.com/office/drawing/2014/main" id="{77AB12D7-31D9-4367-A483-C6581AC67ADF}"/>
                  </a:ext>
                </a:extLst>
              </p:cNvPr>
              <p:cNvSpPr/>
              <p:nvPr/>
            </p:nvSpPr>
            <p:spPr>
              <a:xfrm>
                <a:off x="1191505" y="194516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2" name="流程图: 接点 4271">
                <a:extLst>
                  <a:ext uri="{FF2B5EF4-FFF2-40B4-BE49-F238E27FC236}">
                    <a16:creationId xmlns:a16="http://schemas.microsoft.com/office/drawing/2014/main" id="{64E8B756-7004-4848-8474-22F26A0BA7FD}"/>
                  </a:ext>
                </a:extLst>
              </p:cNvPr>
              <p:cNvSpPr/>
              <p:nvPr/>
            </p:nvSpPr>
            <p:spPr>
              <a:xfrm>
                <a:off x="1197112" y="198613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3" name="流程图: 接点 4272">
                <a:extLst>
                  <a:ext uri="{FF2B5EF4-FFF2-40B4-BE49-F238E27FC236}">
                    <a16:creationId xmlns:a16="http://schemas.microsoft.com/office/drawing/2014/main" id="{1CFDE4EC-A76C-4C49-B7DD-1312BB82F68A}"/>
                  </a:ext>
                </a:extLst>
              </p:cNvPr>
              <p:cNvSpPr/>
              <p:nvPr/>
            </p:nvSpPr>
            <p:spPr>
              <a:xfrm>
                <a:off x="1163790" y="193795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4" name="流程图: 接点 4273">
                <a:extLst>
                  <a:ext uri="{FF2B5EF4-FFF2-40B4-BE49-F238E27FC236}">
                    <a16:creationId xmlns:a16="http://schemas.microsoft.com/office/drawing/2014/main" id="{946D4AD3-5DF5-4B6F-A0CC-65FF923DC16F}"/>
                  </a:ext>
                </a:extLst>
              </p:cNvPr>
              <p:cNvSpPr/>
              <p:nvPr/>
            </p:nvSpPr>
            <p:spPr>
              <a:xfrm>
                <a:off x="1169396" y="19789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5" name="流程图: 接点 4274">
                <a:extLst>
                  <a:ext uri="{FF2B5EF4-FFF2-40B4-BE49-F238E27FC236}">
                    <a16:creationId xmlns:a16="http://schemas.microsoft.com/office/drawing/2014/main" id="{53DFCD0E-E58F-49D4-A155-086245354B7A}"/>
                  </a:ext>
                </a:extLst>
              </p:cNvPr>
              <p:cNvSpPr/>
              <p:nvPr/>
            </p:nvSpPr>
            <p:spPr>
              <a:xfrm>
                <a:off x="1646886" y="205869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6" name="流程图: 接点 4275">
                <a:extLst>
                  <a:ext uri="{FF2B5EF4-FFF2-40B4-BE49-F238E27FC236}">
                    <a16:creationId xmlns:a16="http://schemas.microsoft.com/office/drawing/2014/main" id="{93327F63-1B97-40ED-9AD9-BBC3972945C2}"/>
                  </a:ext>
                </a:extLst>
              </p:cNvPr>
              <p:cNvSpPr/>
              <p:nvPr/>
            </p:nvSpPr>
            <p:spPr>
              <a:xfrm>
                <a:off x="1399904" y="20671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7" name="流程图: 接点 4276">
                <a:extLst>
                  <a:ext uri="{FF2B5EF4-FFF2-40B4-BE49-F238E27FC236}">
                    <a16:creationId xmlns:a16="http://schemas.microsoft.com/office/drawing/2014/main" id="{99022B50-CC01-4C44-AE3D-96440C4D2A63}"/>
                  </a:ext>
                </a:extLst>
              </p:cNvPr>
              <p:cNvSpPr/>
              <p:nvPr/>
            </p:nvSpPr>
            <p:spPr>
              <a:xfrm>
                <a:off x="1592777" y="20929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8" name="流程图: 接点 4277">
                <a:extLst>
                  <a:ext uri="{FF2B5EF4-FFF2-40B4-BE49-F238E27FC236}">
                    <a16:creationId xmlns:a16="http://schemas.microsoft.com/office/drawing/2014/main" id="{08CBD31F-5A64-469A-AD76-1435D74E6595}"/>
                  </a:ext>
                </a:extLst>
              </p:cNvPr>
              <p:cNvSpPr/>
              <p:nvPr/>
            </p:nvSpPr>
            <p:spPr>
              <a:xfrm>
                <a:off x="1661892" y="20703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9" name="流程图: 接点 4278">
                <a:extLst>
                  <a:ext uri="{FF2B5EF4-FFF2-40B4-BE49-F238E27FC236}">
                    <a16:creationId xmlns:a16="http://schemas.microsoft.com/office/drawing/2014/main" id="{DBF80655-14A8-4933-8CD9-1A91EDD76FA3}"/>
                  </a:ext>
                </a:extLst>
              </p:cNvPr>
              <p:cNvSpPr/>
              <p:nvPr/>
            </p:nvSpPr>
            <p:spPr>
              <a:xfrm>
                <a:off x="1598496" y="20683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80" name="流程图: 接点 4279">
                <a:extLst>
                  <a:ext uri="{FF2B5EF4-FFF2-40B4-BE49-F238E27FC236}">
                    <a16:creationId xmlns:a16="http://schemas.microsoft.com/office/drawing/2014/main" id="{D510CFDC-6495-4EF9-AE4A-553C03308862}"/>
                  </a:ext>
                </a:extLst>
              </p:cNvPr>
              <p:cNvSpPr/>
              <p:nvPr/>
            </p:nvSpPr>
            <p:spPr>
              <a:xfrm>
                <a:off x="1598384" y="213387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81" name="流程图: 接点 4280">
                <a:extLst>
                  <a:ext uri="{FF2B5EF4-FFF2-40B4-BE49-F238E27FC236}">
                    <a16:creationId xmlns:a16="http://schemas.microsoft.com/office/drawing/2014/main" id="{BEE24CB7-ADED-4422-B8EB-5CF711D2411A}"/>
                  </a:ext>
                </a:extLst>
              </p:cNvPr>
              <p:cNvSpPr/>
              <p:nvPr/>
            </p:nvSpPr>
            <p:spPr>
              <a:xfrm>
                <a:off x="1530793" y="209851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82" name="流程图: 接点 4281">
                <a:extLst>
                  <a:ext uri="{FF2B5EF4-FFF2-40B4-BE49-F238E27FC236}">
                    <a16:creationId xmlns:a16="http://schemas.microsoft.com/office/drawing/2014/main" id="{00881A03-BBE6-4FF4-A793-F6124D90D636}"/>
                  </a:ext>
                </a:extLst>
              </p:cNvPr>
              <p:cNvSpPr/>
              <p:nvPr/>
            </p:nvSpPr>
            <p:spPr>
              <a:xfrm>
                <a:off x="1599908" y="20759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83" name="流程图: 接点 4282">
                <a:extLst>
                  <a:ext uri="{FF2B5EF4-FFF2-40B4-BE49-F238E27FC236}">
                    <a16:creationId xmlns:a16="http://schemas.microsoft.com/office/drawing/2014/main" id="{6639FAA7-342C-4653-9B9B-A53B8D589D8C}"/>
                  </a:ext>
                </a:extLst>
              </p:cNvPr>
              <p:cNvSpPr/>
              <p:nvPr/>
            </p:nvSpPr>
            <p:spPr>
              <a:xfrm>
                <a:off x="1566045" y="21488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84" name="流程图: 接点 4283">
                <a:extLst>
                  <a:ext uri="{FF2B5EF4-FFF2-40B4-BE49-F238E27FC236}">
                    <a16:creationId xmlns:a16="http://schemas.microsoft.com/office/drawing/2014/main" id="{F6EDA6B4-C670-41BD-B890-0C6C753A885B}"/>
                  </a:ext>
                </a:extLst>
              </p:cNvPr>
              <p:cNvSpPr/>
              <p:nvPr/>
            </p:nvSpPr>
            <p:spPr>
              <a:xfrm>
                <a:off x="1502649" y="214689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85" name="流程图: 接点 4284">
                <a:extLst>
                  <a:ext uri="{FF2B5EF4-FFF2-40B4-BE49-F238E27FC236}">
                    <a16:creationId xmlns:a16="http://schemas.microsoft.com/office/drawing/2014/main" id="{721F0D84-EDD4-433A-89AF-072822343C45}"/>
                  </a:ext>
                </a:extLst>
              </p:cNvPr>
              <p:cNvSpPr/>
              <p:nvPr/>
            </p:nvSpPr>
            <p:spPr>
              <a:xfrm>
                <a:off x="1502536" y="221244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86" name="流程图: 接点 4285">
                <a:extLst>
                  <a:ext uri="{FF2B5EF4-FFF2-40B4-BE49-F238E27FC236}">
                    <a16:creationId xmlns:a16="http://schemas.microsoft.com/office/drawing/2014/main" id="{4B555858-1E41-43E2-B2D4-F9FF547E6302}"/>
                  </a:ext>
                </a:extLst>
              </p:cNvPr>
              <p:cNvSpPr/>
              <p:nvPr/>
            </p:nvSpPr>
            <p:spPr>
              <a:xfrm>
                <a:off x="1685347" y="210240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87" name="流程图: 接点 4286">
                <a:extLst>
                  <a:ext uri="{FF2B5EF4-FFF2-40B4-BE49-F238E27FC236}">
                    <a16:creationId xmlns:a16="http://schemas.microsoft.com/office/drawing/2014/main" id="{C49515EF-CB6B-4C28-AD18-0354D6B7D631}"/>
                  </a:ext>
                </a:extLst>
              </p:cNvPr>
              <p:cNvSpPr/>
              <p:nvPr/>
            </p:nvSpPr>
            <p:spPr>
              <a:xfrm>
                <a:off x="1621951" y="210042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88" name="流程图: 接点 4287">
                <a:extLst>
                  <a:ext uri="{FF2B5EF4-FFF2-40B4-BE49-F238E27FC236}">
                    <a16:creationId xmlns:a16="http://schemas.microsoft.com/office/drawing/2014/main" id="{88326C63-BE0E-42C6-AFB9-742BF434BE36}"/>
                  </a:ext>
                </a:extLst>
              </p:cNvPr>
              <p:cNvSpPr/>
              <p:nvPr/>
            </p:nvSpPr>
            <p:spPr>
              <a:xfrm>
                <a:off x="1691066" y="20778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89" name="流程图: 接点 4288">
                <a:extLst>
                  <a:ext uri="{FF2B5EF4-FFF2-40B4-BE49-F238E27FC236}">
                    <a16:creationId xmlns:a16="http://schemas.microsoft.com/office/drawing/2014/main" id="{7DE51DAB-740D-40E5-886D-8D70F8E0538D}"/>
                  </a:ext>
                </a:extLst>
              </p:cNvPr>
              <p:cNvSpPr/>
              <p:nvPr/>
            </p:nvSpPr>
            <p:spPr>
              <a:xfrm>
                <a:off x="1631366" y="210012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90" name="流程图: 接点 4289">
                <a:extLst>
                  <a:ext uri="{FF2B5EF4-FFF2-40B4-BE49-F238E27FC236}">
                    <a16:creationId xmlns:a16="http://schemas.microsoft.com/office/drawing/2014/main" id="{06E9E09C-0F85-4714-B07B-EDFA4CB44AA0}"/>
                  </a:ext>
                </a:extLst>
              </p:cNvPr>
              <p:cNvSpPr/>
              <p:nvPr/>
            </p:nvSpPr>
            <p:spPr>
              <a:xfrm>
                <a:off x="1653785" y="207783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91" name="流程图: 接点 4290">
                <a:extLst>
                  <a:ext uri="{FF2B5EF4-FFF2-40B4-BE49-F238E27FC236}">
                    <a16:creationId xmlns:a16="http://schemas.microsoft.com/office/drawing/2014/main" id="{E2AABC20-C9F2-4AB1-876C-586836B1FB39}"/>
                  </a:ext>
                </a:extLst>
              </p:cNvPr>
              <p:cNvSpPr/>
              <p:nvPr/>
            </p:nvSpPr>
            <p:spPr>
              <a:xfrm>
                <a:off x="1602656" y="208576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92" name="流程图: 接点 4291">
                <a:extLst>
                  <a:ext uri="{FF2B5EF4-FFF2-40B4-BE49-F238E27FC236}">
                    <a16:creationId xmlns:a16="http://schemas.microsoft.com/office/drawing/2014/main" id="{DA670F54-2AA8-4FA1-8C33-AAEEE65707F2}"/>
                  </a:ext>
                </a:extLst>
              </p:cNvPr>
              <p:cNvSpPr/>
              <p:nvPr/>
            </p:nvSpPr>
            <p:spPr>
              <a:xfrm>
                <a:off x="1689465" y="20726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93" name="流程图: 接点 4292">
                <a:extLst>
                  <a:ext uri="{FF2B5EF4-FFF2-40B4-BE49-F238E27FC236}">
                    <a16:creationId xmlns:a16="http://schemas.microsoft.com/office/drawing/2014/main" id="{F3FE9499-BA43-4FCE-83FC-490B54C1C2C4}"/>
                  </a:ext>
                </a:extLst>
              </p:cNvPr>
              <p:cNvSpPr/>
              <p:nvPr/>
            </p:nvSpPr>
            <p:spPr>
              <a:xfrm>
                <a:off x="1695072" y="211357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94" name="流程图: 接点 4293">
                <a:extLst>
                  <a:ext uri="{FF2B5EF4-FFF2-40B4-BE49-F238E27FC236}">
                    <a16:creationId xmlns:a16="http://schemas.microsoft.com/office/drawing/2014/main" id="{C286BEB1-1EA1-4F86-8B30-BC511E517824}"/>
                  </a:ext>
                </a:extLst>
              </p:cNvPr>
              <p:cNvSpPr/>
              <p:nvPr/>
            </p:nvSpPr>
            <p:spPr>
              <a:xfrm>
                <a:off x="1580063" y="207377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95" name="流程图: 接点 4294">
                <a:extLst>
                  <a:ext uri="{FF2B5EF4-FFF2-40B4-BE49-F238E27FC236}">
                    <a16:creationId xmlns:a16="http://schemas.microsoft.com/office/drawing/2014/main" id="{122437E9-4CCB-409C-B393-06B4C2F18A6B}"/>
                  </a:ext>
                </a:extLst>
              </p:cNvPr>
              <p:cNvSpPr/>
              <p:nvPr/>
            </p:nvSpPr>
            <p:spPr>
              <a:xfrm>
                <a:off x="1649178" y="205117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96" name="流程图: 接点 4295">
                <a:extLst>
                  <a:ext uri="{FF2B5EF4-FFF2-40B4-BE49-F238E27FC236}">
                    <a16:creationId xmlns:a16="http://schemas.microsoft.com/office/drawing/2014/main" id="{29B4725B-5952-4529-907A-10E0285CAD94}"/>
                  </a:ext>
                </a:extLst>
              </p:cNvPr>
              <p:cNvSpPr/>
              <p:nvPr/>
            </p:nvSpPr>
            <p:spPr>
              <a:xfrm>
                <a:off x="1649066" y="211672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97" name="流程图: 接点 4296">
                <a:extLst>
                  <a:ext uri="{FF2B5EF4-FFF2-40B4-BE49-F238E27FC236}">
                    <a16:creationId xmlns:a16="http://schemas.microsoft.com/office/drawing/2014/main" id="{A4CB8B96-2955-4929-AD9E-0981D5AD1211}"/>
                  </a:ext>
                </a:extLst>
              </p:cNvPr>
              <p:cNvSpPr/>
              <p:nvPr/>
            </p:nvSpPr>
            <p:spPr>
              <a:xfrm>
                <a:off x="1585670" y="2114742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98" name="流程图: 接点 4297">
                <a:extLst>
                  <a:ext uri="{FF2B5EF4-FFF2-40B4-BE49-F238E27FC236}">
                    <a16:creationId xmlns:a16="http://schemas.microsoft.com/office/drawing/2014/main" id="{4E5CA44E-A47A-41E9-894C-44531D69C367}"/>
                  </a:ext>
                </a:extLst>
              </p:cNvPr>
              <p:cNvSpPr/>
              <p:nvPr/>
            </p:nvSpPr>
            <p:spPr>
              <a:xfrm>
                <a:off x="1611784" y="211673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99" name="流程图: 接点 4298">
                <a:extLst>
                  <a:ext uri="{FF2B5EF4-FFF2-40B4-BE49-F238E27FC236}">
                    <a16:creationId xmlns:a16="http://schemas.microsoft.com/office/drawing/2014/main" id="{2D5EF22D-76C7-4AC5-8BA2-B14C6287BE2A}"/>
                  </a:ext>
                </a:extLst>
              </p:cNvPr>
              <p:cNvSpPr/>
              <p:nvPr/>
            </p:nvSpPr>
            <p:spPr>
              <a:xfrm>
                <a:off x="1548388" y="211475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0" name="流程图: 接点 4299">
                <a:extLst>
                  <a:ext uri="{FF2B5EF4-FFF2-40B4-BE49-F238E27FC236}">
                    <a16:creationId xmlns:a16="http://schemas.microsoft.com/office/drawing/2014/main" id="{8351AC42-8696-4900-9CC6-9C64904C63E7}"/>
                  </a:ext>
                </a:extLst>
              </p:cNvPr>
              <p:cNvSpPr/>
              <p:nvPr/>
            </p:nvSpPr>
            <p:spPr>
              <a:xfrm>
                <a:off x="1584068" y="210951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1" name="流程图: 接点 4300">
                <a:extLst>
                  <a:ext uri="{FF2B5EF4-FFF2-40B4-BE49-F238E27FC236}">
                    <a16:creationId xmlns:a16="http://schemas.microsoft.com/office/drawing/2014/main" id="{1E689E57-5CB0-4144-A092-1196129F5AE6}"/>
                  </a:ext>
                </a:extLst>
              </p:cNvPr>
              <p:cNvSpPr/>
              <p:nvPr/>
            </p:nvSpPr>
            <p:spPr>
              <a:xfrm>
                <a:off x="1752219" y="201536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2" name="流程图: 接点 4301">
                <a:extLst>
                  <a:ext uri="{FF2B5EF4-FFF2-40B4-BE49-F238E27FC236}">
                    <a16:creationId xmlns:a16="http://schemas.microsoft.com/office/drawing/2014/main" id="{4F73FD31-63F9-4FF6-9F20-FFA63CAEC35F}"/>
                  </a:ext>
                </a:extLst>
              </p:cNvPr>
              <p:cNvSpPr/>
              <p:nvPr/>
            </p:nvSpPr>
            <p:spPr>
              <a:xfrm>
                <a:off x="1757826" y="205633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3" name="流程图: 接点 4302">
                <a:extLst>
                  <a:ext uri="{FF2B5EF4-FFF2-40B4-BE49-F238E27FC236}">
                    <a16:creationId xmlns:a16="http://schemas.microsoft.com/office/drawing/2014/main" id="{9513C29D-44B4-42DE-8CA8-9DFC5CA48700}"/>
                  </a:ext>
                </a:extLst>
              </p:cNvPr>
              <p:cNvSpPr/>
              <p:nvPr/>
            </p:nvSpPr>
            <p:spPr>
              <a:xfrm>
                <a:off x="1734498" y="175535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4" name="流程图: 接点 4303">
                <a:extLst>
                  <a:ext uri="{FF2B5EF4-FFF2-40B4-BE49-F238E27FC236}">
                    <a16:creationId xmlns:a16="http://schemas.microsoft.com/office/drawing/2014/main" id="{2C395DB3-5A65-4646-B730-EB2B2D4036CE}"/>
                  </a:ext>
                </a:extLst>
              </p:cNvPr>
              <p:cNvSpPr/>
              <p:nvPr/>
            </p:nvSpPr>
            <p:spPr>
              <a:xfrm>
                <a:off x="1409436" y="170752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5" name="流程图: 接点 4304">
                <a:extLst>
                  <a:ext uri="{FF2B5EF4-FFF2-40B4-BE49-F238E27FC236}">
                    <a16:creationId xmlns:a16="http://schemas.microsoft.com/office/drawing/2014/main" id="{3141B15B-8CDD-4567-B383-7ADE9593F063}"/>
                  </a:ext>
                </a:extLst>
              </p:cNvPr>
              <p:cNvSpPr/>
              <p:nvPr/>
            </p:nvSpPr>
            <p:spPr>
              <a:xfrm>
                <a:off x="1693449" y="190826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6" name="流程图: 接点 4305">
                <a:extLst>
                  <a:ext uri="{FF2B5EF4-FFF2-40B4-BE49-F238E27FC236}">
                    <a16:creationId xmlns:a16="http://schemas.microsoft.com/office/drawing/2014/main" id="{ECB02492-A1C1-4741-9CBB-4859A6AA69FA}"/>
                  </a:ext>
                </a:extLst>
              </p:cNvPr>
              <p:cNvSpPr/>
              <p:nvPr/>
            </p:nvSpPr>
            <p:spPr>
              <a:xfrm>
                <a:off x="1801722" y="232616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7" name="流程图: 接点 4306">
                <a:extLst>
                  <a:ext uri="{FF2B5EF4-FFF2-40B4-BE49-F238E27FC236}">
                    <a16:creationId xmlns:a16="http://schemas.microsoft.com/office/drawing/2014/main" id="{7E3E6D49-2477-472B-86E1-7CF515CF4957}"/>
                  </a:ext>
                </a:extLst>
              </p:cNvPr>
              <p:cNvSpPr/>
              <p:nvPr/>
            </p:nvSpPr>
            <p:spPr>
              <a:xfrm>
                <a:off x="1869259" y="2185100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8" name="流程图: 接点 4307">
                <a:extLst>
                  <a:ext uri="{FF2B5EF4-FFF2-40B4-BE49-F238E27FC236}">
                    <a16:creationId xmlns:a16="http://schemas.microsoft.com/office/drawing/2014/main" id="{358161FC-8767-4F14-8111-4B2A2658F254}"/>
                  </a:ext>
                </a:extLst>
              </p:cNvPr>
              <p:cNvSpPr/>
              <p:nvPr/>
            </p:nvSpPr>
            <p:spPr>
              <a:xfrm>
                <a:off x="1874866" y="222606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9" name="流程图: 接点 4308">
                <a:extLst>
                  <a:ext uri="{FF2B5EF4-FFF2-40B4-BE49-F238E27FC236}">
                    <a16:creationId xmlns:a16="http://schemas.microsoft.com/office/drawing/2014/main" id="{F0F54E39-BA69-461D-87B9-C34B48BF6A2F}"/>
                  </a:ext>
                </a:extLst>
              </p:cNvPr>
              <p:cNvSpPr/>
              <p:nvPr/>
            </p:nvSpPr>
            <p:spPr>
              <a:xfrm>
                <a:off x="1921759" y="228572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10" name="流程图: 接点 4309">
                <a:extLst>
                  <a:ext uri="{FF2B5EF4-FFF2-40B4-BE49-F238E27FC236}">
                    <a16:creationId xmlns:a16="http://schemas.microsoft.com/office/drawing/2014/main" id="{40AA21B6-80DE-4FE5-9ACB-3EC82363498C}"/>
                  </a:ext>
                </a:extLst>
              </p:cNvPr>
              <p:cNvSpPr/>
              <p:nvPr/>
            </p:nvSpPr>
            <p:spPr>
              <a:xfrm>
                <a:off x="642769" y="185457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11" name="流程图: 接点 4310">
                <a:extLst>
                  <a:ext uri="{FF2B5EF4-FFF2-40B4-BE49-F238E27FC236}">
                    <a16:creationId xmlns:a16="http://schemas.microsoft.com/office/drawing/2014/main" id="{AFB3E059-E304-4676-93FA-2FE4C31AEBC0}"/>
                  </a:ext>
                </a:extLst>
              </p:cNvPr>
              <p:cNvSpPr/>
              <p:nvPr/>
            </p:nvSpPr>
            <p:spPr>
              <a:xfrm>
                <a:off x="395787" y="186304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12" name="流程图: 接点 4311">
                <a:extLst>
                  <a:ext uri="{FF2B5EF4-FFF2-40B4-BE49-F238E27FC236}">
                    <a16:creationId xmlns:a16="http://schemas.microsoft.com/office/drawing/2014/main" id="{83F9F3EE-8E7C-4246-B685-EE798C7C2BBC}"/>
                  </a:ext>
                </a:extLst>
              </p:cNvPr>
              <p:cNvSpPr/>
              <p:nvPr/>
            </p:nvSpPr>
            <p:spPr>
              <a:xfrm>
                <a:off x="588660" y="1888785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13" name="流程图: 接点 4312">
                <a:extLst>
                  <a:ext uri="{FF2B5EF4-FFF2-40B4-BE49-F238E27FC236}">
                    <a16:creationId xmlns:a16="http://schemas.microsoft.com/office/drawing/2014/main" id="{916D44D6-F95D-4827-82B1-445211BA3021}"/>
                  </a:ext>
                </a:extLst>
              </p:cNvPr>
              <p:cNvSpPr/>
              <p:nvPr/>
            </p:nvSpPr>
            <p:spPr>
              <a:xfrm>
                <a:off x="594379" y="186420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14" name="流程图: 接点 4313">
                <a:extLst>
                  <a:ext uri="{FF2B5EF4-FFF2-40B4-BE49-F238E27FC236}">
                    <a16:creationId xmlns:a16="http://schemas.microsoft.com/office/drawing/2014/main" id="{484BF037-2BE7-48F8-A74E-527D2F9B5A8B}"/>
                  </a:ext>
                </a:extLst>
              </p:cNvPr>
              <p:cNvSpPr/>
              <p:nvPr/>
            </p:nvSpPr>
            <p:spPr>
              <a:xfrm>
                <a:off x="594267" y="1929751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15" name="流程图: 接点 4314">
                <a:extLst>
                  <a:ext uri="{FF2B5EF4-FFF2-40B4-BE49-F238E27FC236}">
                    <a16:creationId xmlns:a16="http://schemas.microsoft.com/office/drawing/2014/main" id="{D35A09AD-9579-4FD8-B22A-6FD076468CE7}"/>
                  </a:ext>
                </a:extLst>
              </p:cNvPr>
              <p:cNvSpPr/>
              <p:nvPr/>
            </p:nvSpPr>
            <p:spPr>
              <a:xfrm>
                <a:off x="526676" y="189439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16" name="流程图: 接点 4315">
                <a:extLst>
                  <a:ext uri="{FF2B5EF4-FFF2-40B4-BE49-F238E27FC236}">
                    <a16:creationId xmlns:a16="http://schemas.microsoft.com/office/drawing/2014/main" id="{3D0141C2-2C65-4F5E-A969-136A3096594F}"/>
                  </a:ext>
                </a:extLst>
              </p:cNvPr>
              <p:cNvSpPr/>
              <p:nvPr/>
            </p:nvSpPr>
            <p:spPr>
              <a:xfrm>
                <a:off x="595791" y="18717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17" name="流程图: 接点 4316">
                <a:extLst>
                  <a:ext uri="{FF2B5EF4-FFF2-40B4-BE49-F238E27FC236}">
                    <a16:creationId xmlns:a16="http://schemas.microsoft.com/office/drawing/2014/main" id="{E1A65D78-B9E4-4E85-A8AB-7428F128E8C6}"/>
                  </a:ext>
                </a:extLst>
              </p:cNvPr>
              <p:cNvSpPr/>
              <p:nvPr/>
            </p:nvSpPr>
            <p:spPr>
              <a:xfrm>
                <a:off x="561928" y="194475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18" name="流程图: 接点 4317">
                <a:extLst>
                  <a:ext uri="{FF2B5EF4-FFF2-40B4-BE49-F238E27FC236}">
                    <a16:creationId xmlns:a16="http://schemas.microsoft.com/office/drawing/2014/main" id="{F34EB1CC-9F55-487D-90CA-CFC822387DEC}"/>
                  </a:ext>
                </a:extLst>
              </p:cNvPr>
              <p:cNvSpPr/>
              <p:nvPr/>
            </p:nvSpPr>
            <p:spPr>
              <a:xfrm>
                <a:off x="498532" y="194277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19" name="流程图: 接点 4318">
                <a:extLst>
                  <a:ext uri="{FF2B5EF4-FFF2-40B4-BE49-F238E27FC236}">
                    <a16:creationId xmlns:a16="http://schemas.microsoft.com/office/drawing/2014/main" id="{06362A65-DC37-4494-ADFA-5A86549DE259}"/>
                  </a:ext>
                </a:extLst>
              </p:cNvPr>
              <p:cNvSpPr/>
              <p:nvPr/>
            </p:nvSpPr>
            <p:spPr>
              <a:xfrm>
                <a:off x="498419" y="200832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20" name="流程图: 接点 4319">
                <a:extLst>
                  <a:ext uri="{FF2B5EF4-FFF2-40B4-BE49-F238E27FC236}">
                    <a16:creationId xmlns:a16="http://schemas.microsoft.com/office/drawing/2014/main" id="{84BE28E0-20DF-46FA-BE8C-C28C622DCE3C}"/>
                  </a:ext>
                </a:extLst>
              </p:cNvPr>
              <p:cNvSpPr/>
              <p:nvPr/>
            </p:nvSpPr>
            <p:spPr>
              <a:xfrm>
                <a:off x="617834" y="18963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21" name="流程图: 接点 4320">
                <a:extLst>
                  <a:ext uri="{FF2B5EF4-FFF2-40B4-BE49-F238E27FC236}">
                    <a16:creationId xmlns:a16="http://schemas.microsoft.com/office/drawing/2014/main" id="{090D0F14-715F-40AA-8C8F-46B034B97812}"/>
                  </a:ext>
                </a:extLst>
              </p:cNvPr>
              <p:cNvSpPr/>
              <p:nvPr/>
            </p:nvSpPr>
            <p:spPr>
              <a:xfrm>
                <a:off x="627249" y="1896008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22" name="流程图: 接点 4321">
                <a:extLst>
                  <a:ext uri="{FF2B5EF4-FFF2-40B4-BE49-F238E27FC236}">
                    <a16:creationId xmlns:a16="http://schemas.microsoft.com/office/drawing/2014/main" id="{C8A66581-83EE-42DB-BB01-A67A3776DD5B}"/>
                  </a:ext>
                </a:extLst>
              </p:cNvPr>
              <p:cNvSpPr/>
              <p:nvPr/>
            </p:nvSpPr>
            <p:spPr>
              <a:xfrm>
                <a:off x="598539" y="188164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23" name="流程图: 接点 4322">
                <a:extLst>
                  <a:ext uri="{FF2B5EF4-FFF2-40B4-BE49-F238E27FC236}">
                    <a16:creationId xmlns:a16="http://schemas.microsoft.com/office/drawing/2014/main" id="{AA8C83CC-06B0-4000-977B-75343F04384A}"/>
                  </a:ext>
                </a:extLst>
              </p:cNvPr>
              <p:cNvSpPr/>
              <p:nvPr/>
            </p:nvSpPr>
            <p:spPr>
              <a:xfrm>
                <a:off x="575946" y="186965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24" name="流程图: 接点 4323">
                <a:extLst>
                  <a:ext uri="{FF2B5EF4-FFF2-40B4-BE49-F238E27FC236}">
                    <a16:creationId xmlns:a16="http://schemas.microsoft.com/office/drawing/2014/main" id="{79DBE354-3424-4AF4-A481-BB5EBB26FB05}"/>
                  </a:ext>
                </a:extLst>
              </p:cNvPr>
              <p:cNvSpPr/>
              <p:nvPr/>
            </p:nvSpPr>
            <p:spPr>
              <a:xfrm>
                <a:off x="644949" y="1912606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25" name="流程图: 接点 4324">
                <a:extLst>
                  <a:ext uri="{FF2B5EF4-FFF2-40B4-BE49-F238E27FC236}">
                    <a16:creationId xmlns:a16="http://schemas.microsoft.com/office/drawing/2014/main" id="{CF4C7608-DA4B-40B6-84F5-9004BB8D0B5E}"/>
                  </a:ext>
                </a:extLst>
              </p:cNvPr>
              <p:cNvSpPr/>
              <p:nvPr/>
            </p:nvSpPr>
            <p:spPr>
              <a:xfrm>
                <a:off x="581553" y="1910623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26" name="流程图: 接点 4325">
                <a:extLst>
                  <a:ext uri="{FF2B5EF4-FFF2-40B4-BE49-F238E27FC236}">
                    <a16:creationId xmlns:a16="http://schemas.microsoft.com/office/drawing/2014/main" id="{9431FE4F-663A-42C9-9844-1811141D299B}"/>
                  </a:ext>
                </a:extLst>
              </p:cNvPr>
              <p:cNvSpPr/>
              <p:nvPr/>
            </p:nvSpPr>
            <p:spPr>
              <a:xfrm>
                <a:off x="607667" y="1912617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27" name="流程图: 接点 4326">
                <a:extLst>
                  <a:ext uri="{FF2B5EF4-FFF2-40B4-BE49-F238E27FC236}">
                    <a16:creationId xmlns:a16="http://schemas.microsoft.com/office/drawing/2014/main" id="{AA8287A0-8CE3-4723-AB8F-CDEE09872AB0}"/>
                  </a:ext>
                </a:extLst>
              </p:cNvPr>
              <p:cNvSpPr/>
              <p:nvPr/>
            </p:nvSpPr>
            <p:spPr>
              <a:xfrm>
                <a:off x="544271" y="1910634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28" name="流程图: 接点 4327">
                <a:extLst>
                  <a:ext uri="{FF2B5EF4-FFF2-40B4-BE49-F238E27FC236}">
                    <a16:creationId xmlns:a16="http://schemas.microsoft.com/office/drawing/2014/main" id="{A07206E0-2FD3-4486-8EDB-6E0828A1A3D8}"/>
                  </a:ext>
                </a:extLst>
              </p:cNvPr>
              <p:cNvSpPr/>
              <p:nvPr/>
            </p:nvSpPr>
            <p:spPr>
              <a:xfrm>
                <a:off x="579951" y="1905399"/>
                <a:ext cx="34620" cy="32898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330" name="矩形: 圆角 4329">
              <a:extLst>
                <a:ext uri="{FF2B5EF4-FFF2-40B4-BE49-F238E27FC236}">
                  <a16:creationId xmlns:a16="http://schemas.microsoft.com/office/drawing/2014/main" id="{7FF68F7E-53BD-47D7-A165-42C61E1CAB9C}"/>
                </a:ext>
              </a:extLst>
            </p:cNvPr>
            <p:cNvSpPr/>
            <p:nvPr/>
          </p:nvSpPr>
          <p:spPr>
            <a:xfrm>
              <a:off x="5214830" y="415831"/>
              <a:ext cx="3402012" cy="2074999"/>
            </a:xfrm>
            <a:prstGeom prst="roundRect">
              <a:avLst>
                <a:gd name="adj" fmla="val 3132"/>
              </a:avLst>
            </a:prstGeom>
            <a:solidFill>
              <a:srgbClr val="FFFFFF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65" name="组合 1164">
              <a:extLst>
                <a:ext uri="{FF2B5EF4-FFF2-40B4-BE49-F238E27FC236}">
                  <a16:creationId xmlns:a16="http://schemas.microsoft.com/office/drawing/2014/main" id="{5C4419B6-7CE1-4585-B028-83FBA27433F7}"/>
                </a:ext>
              </a:extLst>
            </p:cNvPr>
            <p:cNvGrpSpPr/>
            <p:nvPr/>
          </p:nvGrpSpPr>
          <p:grpSpPr>
            <a:xfrm>
              <a:off x="5650637" y="626811"/>
              <a:ext cx="611632" cy="576000"/>
              <a:chOff x="7815526" y="1001283"/>
              <a:chExt cx="611632" cy="576000"/>
            </a:xfrm>
          </p:grpSpPr>
          <p:sp>
            <p:nvSpPr>
              <p:cNvPr id="4331" name="流程图: 接点 4330">
                <a:extLst>
                  <a:ext uri="{FF2B5EF4-FFF2-40B4-BE49-F238E27FC236}">
                    <a16:creationId xmlns:a16="http://schemas.microsoft.com/office/drawing/2014/main" id="{3E5F8B97-6B36-4D01-B58E-7FEBC7167C89}"/>
                  </a:ext>
                </a:extLst>
              </p:cNvPr>
              <p:cNvSpPr/>
              <p:nvPr/>
            </p:nvSpPr>
            <p:spPr>
              <a:xfrm>
                <a:off x="7815526" y="1045892"/>
                <a:ext cx="576000" cy="531391"/>
              </a:xfrm>
              <a:prstGeom prst="flowChartConnector">
                <a:avLst/>
              </a:prstGeom>
              <a:solidFill>
                <a:srgbClr val="37FF3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33" name="椭圆 4332">
                <a:extLst>
                  <a:ext uri="{FF2B5EF4-FFF2-40B4-BE49-F238E27FC236}">
                    <a16:creationId xmlns:a16="http://schemas.microsoft.com/office/drawing/2014/main" id="{47F959D1-0726-4E3A-A2FA-DBB009B8C128}"/>
                  </a:ext>
                </a:extLst>
              </p:cNvPr>
              <p:cNvSpPr/>
              <p:nvPr/>
            </p:nvSpPr>
            <p:spPr>
              <a:xfrm>
                <a:off x="7815526" y="1212219"/>
                <a:ext cx="576000" cy="19873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34" name="流程图: 接点 4333">
                <a:extLst>
                  <a:ext uri="{FF2B5EF4-FFF2-40B4-BE49-F238E27FC236}">
                    <a16:creationId xmlns:a16="http://schemas.microsoft.com/office/drawing/2014/main" id="{BA7170C8-6B6E-48CB-A5C7-2F5BE080309E}"/>
                  </a:ext>
                </a:extLst>
              </p:cNvPr>
              <p:cNvSpPr/>
              <p:nvPr/>
            </p:nvSpPr>
            <p:spPr>
              <a:xfrm>
                <a:off x="8067526" y="1278376"/>
                <a:ext cx="72000" cy="66424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35" name="流程图: 接点 4334">
                <a:extLst>
                  <a:ext uri="{FF2B5EF4-FFF2-40B4-BE49-F238E27FC236}">
                    <a16:creationId xmlns:a16="http://schemas.microsoft.com/office/drawing/2014/main" id="{C006F2F0-45FC-4376-A813-E56ED319C3EE}"/>
                  </a:ext>
                </a:extLst>
              </p:cNvPr>
              <p:cNvSpPr/>
              <p:nvPr/>
            </p:nvSpPr>
            <p:spPr>
              <a:xfrm>
                <a:off x="8200123" y="1106617"/>
                <a:ext cx="72000" cy="66424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337" name="直接箭头连接符 4336">
                <a:extLst>
                  <a:ext uri="{FF2B5EF4-FFF2-40B4-BE49-F238E27FC236}">
                    <a16:creationId xmlns:a16="http://schemas.microsoft.com/office/drawing/2014/main" id="{D2906B13-10E4-4105-91F8-AB8BA6D106BC}"/>
                  </a:ext>
                </a:extLst>
              </p:cNvPr>
              <p:cNvCxnSpPr>
                <a:cxnSpLocks/>
                <a:endCxn id="4331" idx="0"/>
              </p:cNvCxnSpPr>
              <p:nvPr/>
            </p:nvCxnSpPr>
            <p:spPr>
              <a:xfrm flipV="1">
                <a:off x="8103526" y="1045892"/>
                <a:ext cx="0" cy="23248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41" name="文本框 4340">
                <a:extLst>
                  <a:ext uri="{FF2B5EF4-FFF2-40B4-BE49-F238E27FC236}">
                    <a16:creationId xmlns:a16="http://schemas.microsoft.com/office/drawing/2014/main" id="{A29D055A-3046-461D-A607-DA6475B63542}"/>
                  </a:ext>
                </a:extLst>
              </p:cNvPr>
              <p:cNvSpPr txBox="1"/>
              <p:nvPr/>
            </p:nvSpPr>
            <p:spPr>
              <a:xfrm>
                <a:off x="7877916" y="1001283"/>
                <a:ext cx="2616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R</a:t>
                </a:r>
                <a:endPara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42" name="文本框 4341">
                    <a:extLst>
                      <a:ext uri="{FF2B5EF4-FFF2-40B4-BE49-F238E27FC236}">
                        <a16:creationId xmlns:a16="http://schemas.microsoft.com/office/drawing/2014/main" id="{C7E2D340-DB27-4066-9365-CFF671FDD9AE}"/>
                      </a:ext>
                    </a:extLst>
                  </p:cNvPr>
                  <p:cNvSpPr txBox="1"/>
                  <p:nvPr/>
                </p:nvSpPr>
                <p:spPr>
                  <a:xfrm>
                    <a:off x="8024548" y="1136736"/>
                    <a:ext cx="402610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4342" name="文本框 4341">
                    <a:extLst>
                      <a:ext uri="{FF2B5EF4-FFF2-40B4-BE49-F238E27FC236}">
                        <a16:creationId xmlns:a16="http://schemas.microsoft.com/office/drawing/2014/main" id="{C7E2D340-DB27-4066-9365-CFF671FDD9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4548" y="1136736"/>
                    <a:ext cx="402610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43" name="流程图: 接点 4342">
                <a:extLst>
                  <a:ext uri="{FF2B5EF4-FFF2-40B4-BE49-F238E27FC236}">
                    <a16:creationId xmlns:a16="http://schemas.microsoft.com/office/drawing/2014/main" id="{14683E17-E2E5-41B1-A9A3-68B30249DF72}"/>
                  </a:ext>
                </a:extLst>
              </p:cNvPr>
              <p:cNvSpPr/>
              <p:nvPr/>
            </p:nvSpPr>
            <p:spPr>
              <a:xfrm>
                <a:off x="7892487" y="1278376"/>
                <a:ext cx="72000" cy="66424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44" name="流程图: 接点 4343">
                <a:extLst>
                  <a:ext uri="{FF2B5EF4-FFF2-40B4-BE49-F238E27FC236}">
                    <a16:creationId xmlns:a16="http://schemas.microsoft.com/office/drawing/2014/main" id="{BB8129F5-6877-456D-BB6C-76AC23C9ADBC}"/>
                  </a:ext>
                </a:extLst>
              </p:cNvPr>
              <p:cNvSpPr/>
              <p:nvPr/>
            </p:nvSpPr>
            <p:spPr>
              <a:xfrm>
                <a:off x="7986636" y="1450134"/>
                <a:ext cx="72000" cy="66424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45" name="流程图: 接点 4344">
                <a:extLst>
                  <a:ext uri="{FF2B5EF4-FFF2-40B4-BE49-F238E27FC236}">
                    <a16:creationId xmlns:a16="http://schemas.microsoft.com/office/drawing/2014/main" id="{8B6D5412-B247-46A0-BDEC-14A379D81B6F}"/>
                  </a:ext>
                </a:extLst>
              </p:cNvPr>
              <p:cNvSpPr/>
              <p:nvPr/>
            </p:nvSpPr>
            <p:spPr>
              <a:xfrm>
                <a:off x="8195107" y="1439985"/>
                <a:ext cx="72000" cy="66424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66" name="组合 1165">
              <a:extLst>
                <a:ext uri="{FF2B5EF4-FFF2-40B4-BE49-F238E27FC236}">
                  <a16:creationId xmlns:a16="http://schemas.microsoft.com/office/drawing/2014/main" id="{199ADDCC-A4AD-4053-A196-F5EA32A80434}"/>
                </a:ext>
              </a:extLst>
            </p:cNvPr>
            <p:cNvGrpSpPr/>
            <p:nvPr/>
          </p:nvGrpSpPr>
          <p:grpSpPr>
            <a:xfrm>
              <a:off x="5501412" y="502713"/>
              <a:ext cx="864000" cy="864000"/>
              <a:chOff x="7666301" y="877185"/>
              <a:chExt cx="864000" cy="864000"/>
            </a:xfrm>
          </p:grpSpPr>
          <p:sp>
            <p:nvSpPr>
              <p:cNvPr id="10" name="流程图: 接点 9">
                <a:extLst>
                  <a:ext uri="{FF2B5EF4-FFF2-40B4-BE49-F238E27FC236}">
                    <a16:creationId xmlns:a16="http://schemas.microsoft.com/office/drawing/2014/main" id="{1ED4FE6C-3B68-4A37-8A31-749F03A9D625}"/>
                  </a:ext>
                </a:extLst>
              </p:cNvPr>
              <p:cNvSpPr/>
              <p:nvPr/>
            </p:nvSpPr>
            <p:spPr>
              <a:xfrm>
                <a:off x="7666301" y="877185"/>
                <a:ext cx="864000" cy="864000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8" name="乘号 457">
                <a:extLst>
                  <a:ext uri="{FF2B5EF4-FFF2-40B4-BE49-F238E27FC236}">
                    <a16:creationId xmlns:a16="http://schemas.microsoft.com/office/drawing/2014/main" id="{D8239A18-1399-4076-A126-A55294037FE3}"/>
                  </a:ext>
                </a:extLst>
              </p:cNvPr>
              <p:cNvSpPr/>
              <p:nvPr/>
            </p:nvSpPr>
            <p:spPr>
              <a:xfrm>
                <a:off x="7905567" y="1584503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32" name="乘号 4331">
                <a:extLst>
                  <a:ext uri="{FF2B5EF4-FFF2-40B4-BE49-F238E27FC236}">
                    <a16:creationId xmlns:a16="http://schemas.microsoft.com/office/drawing/2014/main" id="{AF5083B8-A37A-4CB0-BA7C-EFCFF1494229}"/>
                  </a:ext>
                </a:extLst>
              </p:cNvPr>
              <p:cNvSpPr/>
              <p:nvPr/>
            </p:nvSpPr>
            <p:spPr>
              <a:xfrm>
                <a:off x="8352358" y="1476503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36" name="乘号 4335">
                <a:extLst>
                  <a:ext uri="{FF2B5EF4-FFF2-40B4-BE49-F238E27FC236}">
                    <a16:creationId xmlns:a16="http://schemas.microsoft.com/office/drawing/2014/main" id="{550BFEFE-FA36-48C1-8769-0B18AC18CA1B}"/>
                  </a:ext>
                </a:extLst>
              </p:cNvPr>
              <p:cNvSpPr/>
              <p:nvPr/>
            </p:nvSpPr>
            <p:spPr>
              <a:xfrm>
                <a:off x="8406358" y="1211821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38" name="乘号 4337">
                <a:extLst>
                  <a:ext uri="{FF2B5EF4-FFF2-40B4-BE49-F238E27FC236}">
                    <a16:creationId xmlns:a16="http://schemas.microsoft.com/office/drawing/2014/main" id="{B829FFEB-AB92-4ABB-A8A0-70C9335DAC2A}"/>
                  </a:ext>
                </a:extLst>
              </p:cNvPr>
              <p:cNvSpPr/>
              <p:nvPr/>
            </p:nvSpPr>
            <p:spPr>
              <a:xfrm>
                <a:off x="8223087" y="947283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39" name="乘号 4338">
                <a:extLst>
                  <a:ext uri="{FF2B5EF4-FFF2-40B4-BE49-F238E27FC236}">
                    <a16:creationId xmlns:a16="http://schemas.microsoft.com/office/drawing/2014/main" id="{DDF03F55-0BE9-4A6E-A654-D285AADA6759}"/>
                  </a:ext>
                </a:extLst>
              </p:cNvPr>
              <p:cNvSpPr/>
              <p:nvPr/>
            </p:nvSpPr>
            <p:spPr>
              <a:xfrm>
                <a:off x="7766974" y="1050255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40" name="乘号 4339">
                <a:extLst>
                  <a:ext uri="{FF2B5EF4-FFF2-40B4-BE49-F238E27FC236}">
                    <a16:creationId xmlns:a16="http://schemas.microsoft.com/office/drawing/2014/main" id="{8E557E4B-8B83-407A-A66F-110C01190832}"/>
                  </a:ext>
                </a:extLst>
              </p:cNvPr>
              <p:cNvSpPr/>
              <p:nvPr/>
            </p:nvSpPr>
            <p:spPr>
              <a:xfrm>
                <a:off x="7712974" y="1341720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8" name="组合 507">
              <a:extLst>
                <a:ext uri="{FF2B5EF4-FFF2-40B4-BE49-F238E27FC236}">
                  <a16:creationId xmlns:a16="http://schemas.microsoft.com/office/drawing/2014/main" id="{1692E475-3FF8-4776-B351-6CEABC60765F}"/>
                </a:ext>
              </a:extLst>
            </p:cNvPr>
            <p:cNvGrpSpPr/>
            <p:nvPr/>
          </p:nvGrpSpPr>
          <p:grpSpPr>
            <a:xfrm>
              <a:off x="6978770" y="676223"/>
              <a:ext cx="1008000" cy="1008000"/>
              <a:chOff x="381797" y="737682"/>
              <a:chExt cx="1008000" cy="1008000"/>
            </a:xfrm>
          </p:grpSpPr>
          <p:grpSp>
            <p:nvGrpSpPr>
              <p:cNvPr id="4360" name="组合 4359">
                <a:extLst>
                  <a:ext uri="{FF2B5EF4-FFF2-40B4-BE49-F238E27FC236}">
                    <a16:creationId xmlns:a16="http://schemas.microsoft.com/office/drawing/2014/main" id="{83841273-9726-41BD-96B1-9206431E44C5}"/>
                  </a:ext>
                </a:extLst>
              </p:cNvPr>
              <p:cNvGrpSpPr/>
              <p:nvPr/>
            </p:nvGrpSpPr>
            <p:grpSpPr>
              <a:xfrm>
                <a:off x="501716" y="835370"/>
                <a:ext cx="756000" cy="772200"/>
                <a:chOff x="1093615" y="2328953"/>
                <a:chExt cx="756000" cy="772200"/>
              </a:xfrm>
            </p:grpSpPr>
            <p:grpSp>
              <p:nvGrpSpPr>
                <p:cNvPr id="4359" name="组合 4358">
                  <a:extLst>
                    <a:ext uri="{FF2B5EF4-FFF2-40B4-BE49-F238E27FC236}">
                      <a16:creationId xmlns:a16="http://schemas.microsoft.com/office/drawing/2014/main" id="{0F1E61CE-3C56-498D-9656-5A11558F0524}"/>
                    </a:ext>
                  </a:extLst>
                </p:cNvPr>
                <p:cNvGrpSpPr/>
                <p:nvPr/>
              </p:nvGrpSpPr>
              <p:grpSpPr>
                <a:xfrm>
                  <a:off x="1093615" y="2328953"/>
                  <a:ext cx="756000" cy="772200"/>
                  <a:chOff x="1093615" y="2328953"/>
                  <a:chExt cx="756000" cy="772200"/>
                </a:xfrm>
              </p:grpSpPr>
              <p:sp>
                <p:nvSpPr>
                  <p:cNvPr id="4348" name="流程图: 接点 4347">
                    <a:extLst>
                      <a:ext uri="{FF2B5EF4-FFF2-40B4-BE49-F238E27FC236}">
                        <a16:creationId xmlns:a16="http://schemas.microsoft.com/office/drawing/2014/main" id="{82235E98-7DFE-47DB-86A2-338AD736F252}"/>
                      </a:ext>
                    </a:extLst>
                  </p:cNvPr>
                  <p:cNvSpPr/>
                  <p:nvPr/>
                </p:nvSpPr>
                <p:spPr>
                  <a:xfrm>
                    <a:off x="1093615" y="2370491"/>
                    <a:ext cx="756000" cy="730662"/>
                  </a:xfrm>
                  <a:prstGeom prst="flowChartConnector">
                    <a:avLst/>
                  </a:prstGeom>
                  <a:solidFill>
                    <a:srgbClr val="0303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49" name="椭圆 4348">
                    <a:extLst>
                      <a:ext uri="{FF2B5EF4-FFF2-40B4-BE49-F238E27FC236}">
                        <a16:creationId xmlns:a16="http://schemas.microsoft.com/office/drawing/2014/main" id="{039664B0-43CF-449B-9058-518D341900AF}"/>
                      </a:ext>
                    </a:extLst>
                  </p:cNvPr>
                  <p:cNvSpPr/>
                  <p:nvPr/>
                </p:nvSpPr>
                <p:spPr>
                  <a:xfrm>
                    <a:off x="1093615" y="2618990"/>
                    <a:ext cx="756000" cy="273263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50" name="流程图: 接点 4349">
                    <a:extLst>
                      <a:ext uri="{FF2B5EF4-FFF2-40B4-BE49-F238E27FC236}">
                        <a16:creationId xmlns:a16="http://schemas.microsoft.com/office/drawing/2014/main" id="{2A33B064-2500-4E49-8159-68C13F7649C4}"/>
                      </a:ext>
                    </a:extLst>
                  </p:cNvPr>
                  <p:cNvSpPr/>
                  <p:nvPr/>
                </p:nvSpPr>
                <p:spPr>
                  <a:xfrm>
                    <a:off x="1424365" y="2709955"/>
                    <a:ext cx="94500" cy="91333"/>
                  </a:xfrm>
                  <a:prstGeom prst="flowChartConnector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51" name="流程图: 接点 4350">
                    <a:extLst>
                      <a:ext uri="{FF2B5EF4-FFF2-40B4-BE49-F238E27FC236}">
                        <a16:creationId xmlns:a16="http://schemas.microsoft.com/office/drawing/2014/main" id="{7B240D9D-F812-4F26-8C1C-CA4E66306704}"/>
                      </a:ext>
                    </a:extLst>
                  </p:cNvPr>
                  <p:cNvSpPr/>
                  <p:nvPr/>
                </p:nvSpPr>
                <p:spPr>
                  <a:xfrm>
                    <a:off x="1598399" y="2473788"/>
                    <a:ext cx="94500" cy="91333"/>
                  </a:xfrm>
                  <a:prstGeom prst="flowChartConnector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352" name="直接箭头连接符 4351">
                    <a:extLst>
                      <a:ext uri="{FF2B5EF4-FFF2-40B4-BE49-F238E27FC236}">
                        <a16:creationId xmlns:a16="http://schemas.microsoft.com/office/drawing/2014/main" id="{BA0E74CD-6E8F-4787-B1B0-CE205DECA5DE}"/>
                      </a:ext>
                    </a:extLst>
                  </p:cNvPr>
                  <p:cNvCxnSpPr>
                    <a:cxnSpLocks/>
                    <a:endCxn id="4348" idx="0"/>
                  </p:cNvCxnSpPr>
                  <p:nvPr/>
                </p:nvCxnSpPr>
                <p:spPr>
                  <a:xfrm flipV="1">
                    <a:off x="1471615" y="2370491"/>
                    <a:ext cx="0" cy="319665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stealt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53" name="文本框 4352">
                    <a:extLst>
                      <a:ext uri="{FF2B5EF4-FFF2-40B4-BE49-F238E27FC236}">
                        <a16:creationId xmlns:a16="http://schemas.microsoft.com/office/drawing/2014/main" id="{ABCA1BB2-5679-41C9-B836-ED7FE340DB91}"/>
                      </a:ext>
                    </a:extLst>
                  </p:cNvPr>
                  <p:cNvSpPr txBox="1"/>
                  <p:nvPr/>
                </p:nvSpPr>
                <p:spPr>
                  <a:xfrm>
                    <a:off x="1175502" y="2328953"/>
                    <a:ext cx="261610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R</a:t>
                    </a:r>
                    <a:endParaRPr lang="zh-CN" altLang="en-US" sz="1200" dirty="0"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54" name="文本框 4353">
                        <a:extLst>
                          <a:ext uri="{FF2B5EF4-FFF2-40B4-BE49-F238E27FC236}">
                            <a16:creationId xmlns:a16="http://schemas.microsoft.com/office/drawing/2014/main" id="{74326A96-8BBD-463E-ABA8-F93A30E2274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52870" y="2512023"/>
                        <a:ext cx="406201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zh-CN" altLang="en-US" sz="12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354" name="文本框 4353">
                        <a:extLst>
                          <a:ext uri="{FF2B5EF4-FFF2-40B4-BE49-F238E27FC236}">
                            <a16:creationId xmlns:a16="http://schemas.microsoft.com/office/drawing/2014/main" id="{74326A96-8BBD-463E-ABA8-F93A30E2274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352870" y="2512023"/>
                        <a:ext cx="406201" cy="276999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355" name="流程图: 接点 4354">
                    <a:extLst>
                      <a:ext uri="{FF2B5EF4-FFF2-40B4-BE49-F238E27FC236}">
                        <a16:creationId xmlns:a16="http://schemas.microsoft.com/office/drawing/2014/main" id="{02869A7C-8DE1-4760-AE9D-1017B8963997}"/>
                      </a:ext>
                    </a:extLst>
                  </p:cNvPr>
                  <p:cNvSpPr/>
                  <p:nvPr/>
                </p:nvSpPr>
                <p:spPr>
                  <a:xfrm>
                    <a:off x="1194626" y="2709955"/>
                    <a:ext cx="94500" cy="91333"/>
                  </a:xfrm>
                  <a:prstGeom prst="flowChartConnector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56" name="流程图: 接点 4355">
                    <a:extLst>
                      <a:ext uri="{FF2B5EF4-FFF2-40B4-BE49-F238E27FC236}">
                        <a16:creationId xmlns:a16="http://schemas.microsoft.com/office/drawing/2014/main" id="{76537C08-B933-4F4B-9FD6-8E40BD6D9116}"/>
                      </a:ext>
                    </a:extLst>
                  </p:cNvPr>
                  <p:cNvSpPr/>
                  <p:nvPr/>
                </p:nvSpPr>
                <p:spPr>
                  <a:xfrm>
                    <a:off x="1318197" y="2946123"/>
                    <a:ext cx="94500" cy="91333"/>
                  </a:xfrm>
                  <a:prstGeom prst="flowChartConnector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57" name="流程图: 接点 4356">
                    <a:extLst>
                      <a:ext uri="{FF2B5EF4-FFF2-40B4-BE49-F238E27FC236}">
                        <a16:creationId xmlns:a16="http://schemas.microsoft.com/office/drawing/2014/main" id="{EF603081-163B-4202-BD7E-F09AA92FF96C}"/>
                      </a:ext>
                    </a:extLst>
                  </p:cNvPr>
                  <p:cNvSpPr/>
                  <p:nvPr/>
                </p:nvSpPr>
                <p:spPr>
                  <a:xfrm>
                    <a:off x="1591815" y="2932168"/>
                    <a:ext cx="94500" cy="91333"/>
                  </a:xfrm>
                  <a:prstGeom prst="flowChartConnector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4358" name="流程图: 接点 4357">
                  <a:extLst>
                    <a:ext uri="{FF2B5EF4-FFF2-40B4-BE49-F238E27FC236}">
                      <a16:creationId xmlns:a16="http://schemas.microsoft.com/office/drawing/2014/main" id="{19E9F2D5-772E-46CC-828E-40D1530AD10B}"/>
                    </a:ext>
                  </a:extLst>
                </p:cNvPr>
                <p:cNvSpPr/>
                <p:nvPr/>
              </p:nvSpPr>
              <p:spPr>
                <a:xfrm>
                  <a:off x="1619454" y="2723903"/>
                  <a:ext cx="94500" cy="91333"/>
                </a:xfrm>
                <a:prstGeom prst="flowChartConnector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347" name="乘号 4346">
                <a:extLst>
                  <a:ext uri="{FF2B5EF4-FFF2-40B4-BE49-F238E27FC236}">
                    <a16:creationId xmlns:a16="http://schemas.microsoft.com/office/drawing/2014/main" id="{2D6C7A37-F39B-4271-A8CF-4848784601F4}"/>
                  </a:ext>
                </a:extLst>
              </p:cNvPr>
              <p:cNvSpPr/>
              <p:nvPr/>
            </p:nvSpPr>
            <p:spPr>
              <a:xfrm>
                <a:off x="885797" y="1637682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61" name="流程图: 接点 4360">
                <a:extLst>
                  <a:ext uri="{FF2B5EF4-FFF2-40B4-BE49-F238E27FC236}">
                    <a16:creationId xmlns:a16="http://schemas.microsoft.com/office/drawing/2014/main" id="{8BCBD233-CE6E-4C68-920B-7E27FE0E6E87}"/>
                  </a:ext>
                </a:extLst>
              </p:cNvPr>
              <p:cNvSpPr/>
              <p:nvPr/>
            </p:nvSpPr>
            <p:spPr>
              <a:xfrm>
                <a:off x="381797" y="737682"/>
                <a:ext cx="1008000" cy="1008000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62" name="乘号 4361">
                <a:extLst>
                  <a:ext uri="{FF2B5EF4-FFF2-40B4-BE49-F238E27FC236}">
                    <a16:creationId xmlns:a16="http://schemas.microsoft.com/office/drawing/2014/main" id="{AAB6330D-3942-4C07-811D-51070462EE46}"/>
                  </a:ext>
                </a:extLst>
              </p:cNvPr>
              <p:cNvSpPr/>
              <p:nvPr/>
            </p:nvSpPr>
            <p:spPr>
              <a:xfrm>
                <a:off x="777797" y="1624212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76" name="乘号 4375">
                <a:extLst>
                  <a:ext uri="{FF2B5EF4-FFF2-40B4-BE49-F238E27FC236}">
                    <a16:creationId xmlns:a16="http://schemas.microsoft.com/office/drawing/2014/main" id="{B558551B-581C-453F-9AFD-1269BF493E13}"/>
                  </a:ext>
                </a:extLst>
              </p:cNvPr>
              <p:cNvSpPr/>
              <p:nvPr/>
            </p:nvSpPr>
            <p:spPr>
              <a:xfrm>
                <a:off x="1241830" y="1387651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77" name="乘号 4376">
                <a:extLst>
                  <a:ext uri="{FF2B5EF4-FFF2-40B4-BE49-F238E27FC236}">
                    <a16:creationId xmlns:a16="http://schemas.microsoft.com/office/drawing/2014/main" id="{9C6687EB-F95F-427D-B296-58A9E8B2C8E8}"/>
                  </a:ext>
                </a:extLst>
              </p:cNvPr>
              <p:cNvSpPr/>
              <p:nvPr/>
            </p:nvSpPr>
            <p:spPr>
              <a:xfrm>
                <a:off x="1187830" y="954667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78" name="乘号 4377">
                <a:extLst>
                  <a:ext uri="{FF2B5EF4-FFF2-40B4-BE49-F238E27FC236}">
                    <a16:creationId xmlns:a16="http://schemas.microsoft.com/office/drawing/2014/main" id="{CF72EEB8-1EDD-4AA2-8203-CD65E736FE84}"/>
                  </a:ext>
                </a:extLst>
              </p:cNvPr>
              <p:cNvSpPr/>
              <p:nvPr/>
            </p:nvSpPr>
            <p:spPr>
              <a:xfrm>
                <a:off x="1057286" y="846667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79" name="乘号 4378">
                <a:extLst>
                  <a:ext uri="{FF2B5EF4-FFF2-40B4-BE49-F238E27FC236}">
                    <a16:creationId xmlns:a16="http://schemas.microsoft.com/office/drawing/2014/main" id="{F9A6CEE2-F40E-475B-873A-679DB2BAFA92}"/>
                  </a:ext>
                </a:extLst>
              </p:cNvPr>
              <p:cNvSpPr/>
              <p:nvPr/>
            </p:nvSpPr>
            <p:spPr>
              <a:xfrm>
                <a:off x="809427" y="742212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80" name="乘号 4379">
                <a:extLst>
                  <a:ext uri="{FF2B5EF4-FFF2-40B4-BE49-F238E27FC236}">
                    <a16:creationId xmlns:a16="http://schemas.microsoft.com/office/drawing/2014/main" id="{E5C542D2-ABF0-42E5-B2E8-D180205AC7FB}"/>
                  </a:ext>
                </a:extLst>
              </p:cNvPr>
              <p:cNvSpPr/>
              <p:nvPr/>
            </p:nvSpPr>
            <p:spPr>
              <a:xfrm>
                <a:off x="431914" y="1100176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81" name="乘号 4380">
                <a:extLst>
                  <a:ext uri="{FF2B5EF4-FFF2-40B4-BE49-F238E27FC236}">
                    <a16:creationId xmlns:a16="http://schemas.microsoft.com/office/drawing/2014/main" id="{4A117EDE-D99E-41EE-8DBE-A8CD6D4F78CA}"/>
                  </a:ext>
                </a:extLst>
              </p:cNvPr>
              <p:cNvSpPr/>
              <p:nvPr/>
            </p:nvSpPr>
            <p:spPr>
              <a:xfrm>
                <a:off x="431914" y="1314929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83" name="乘号 4382">
                <a:extLst>
                  <a:ext uri="{FF2B5EF4-FFF2-40B4-BE49-F238E27FC236}">
                    <a16:creationId xmlns:a16="http://schemas.microsoft.com/office/drawing/2014/main" id="{B87EEAC2-9B7D-467B-B935-77A0606CE485}"/>
                  </a:ext>
                </a:extLst>
              </p:cNvPr>
              <p:cNvSpPr/>
              <p:nvPr/>
            </p:nvSpPr>
            <p:spPr>
              <a:xfrm>
                <a:off x="495514" y="1475755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09" name="组合 508">
              <a:extLst>
                <a:ext uri="{FF2B5EF4-FFF2-40B4-BE49-F238E27FC236}">
                  <a16:creationId xmlns:a16="http://schemas.microsoft.com/office/drawing/2014/main" id="{34AB6E94-5A57-464D-931B-A576F22B9203}"/>
                </a:ext>
              </a:extLst>
            </p:cNvPr>
            <p:cNvGrpSpPr/>
            <p:nvPr/>
          </p:nvGrpSpPr>
          <p:grpSpPr>
            <a:xfrm>
              <a:off x="6043134" y="1453330"/>
              <a:ext cx="1008000" cy="1008000"/>
              <a:chOff x="626691" y="1022755"/>
              <a:chExt cx="1008000" cy="1008000"/>
            </a:xfrm>
          </p:grpSpPr>
          <p:grpSp>
            <p:nvGrpSpPr>
              <p:cNvPr id="4375" name="组合 4374">
                <a:extLst>
                  <a:ext uri="{FF2B5EF4-FFF2-40B4-BE49-F238E27FC236}">
                    <a16:creationId xmlns:a16="http://schemas.microsoft.com/office/drawing/2014/main" id="{54909D1E-58B8-4123-BBB4-4A90239FC4AF}"/>
                  </a:ext>
                </a:extLst>
              </p:cNvPr>
              <p:cNvGrpSpPr/>
              <p:nvPr/>
            </p:nvGrpSpPr>
            <p:grpSpPr>
              <a:xfrm>
                <a:off x="766117" y="1152485"/>
                <a:ext cx="720000" cy="720000"/>
                <a:chOff x="2566904" y="2303932"/>
                <a:chExt cx="720000" cy="720000"/>
              </a:xfrm>
            </p:grpSpPr>
            <p:sp>
              <p:nvSpPr>
                <p:cNvPr id="4364" name="流程图: 接点 4363">
                  <a:extLst>
                    <a:ext uri="{FF2B5EF4-FFF2-40B4-BE49-F238E27FC236}">
                      <a16:creationId xmlns:a16="http://schemas.microsoft.com/office/drawing/2014/main" id="{F685EB82-FF4D-4828-AB2C-B0F4A3D39FB2}"/>
                    </a:ext>
                  </a:extLst>
                </p:cNvPr>
                <p:cNvSpPr/>
                <p:nvPr/>
              </p:nvSpPr>
              <p:spPr>
                <a:xfrm>
                  <a:off x="2566904" y="2342662"/>
                  <a:ext cx="720000" cy="681270"/>
                </a:xfrm>
                <a:prstGeom prst="flowChartConnector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65" name="椭圆 4364">
                  <a:extLst>
                    <a:ext uri="{FF2B5EF4-FFF2-40B4-BE49-F238E27FC236}">
                      <a16:creationId xmlns:a16="http://schemas.microsoft.com/office/drawing/2014/main" id="{E6B58F16-DF0E-41F0-A2DD-97315E8F64AE}"/>
                    </a:ext>
                  </a:extLst>
                </p:cNvPr>
                <p:cNvSpPr/>
                <p:nvPr/>
              </p:nvSpPr>
              <p:spPr>
                <a:xfrm>
                  <a:off x="2566904" y="2574363"/>
                  <a:ext cx="720000" cy="25479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66" name="流程图: 接点 4365">
                  <a:extLst>
                    <a:ext uri="{FF2B5EF4-FFF2-40B4-BE49-F238E27FC236}">
                      <a16:creationId xmlns:a16="http://schemas.microsoft.com/office/drawing/2014/main" id="{9F648117-FC6E-4A63-A588-1DCE7A57433D}"/>
                    </a:ext>
                  </a:extLst>
                </p:cNvPr>
                <p:cNvSpPr/>
                <p:nvPr/>
              </p:nvSpPr>
              <p:spPr>
                <a:xfrm>
                  <a:off x="2881904" y="2659179"/>
                  <a:ext cx="90000" cy="85159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67" name="流程图: 接点 4366">
                  <a:extLst>
                    <a:ext uri="{FF2B5EF4-FFF2-40B4-BE49-F238E27FC236}">
                      <a16:creationId xmlns:a16="http://schemas.microsoft.com/office/drawing/2014/main" id="{2D7B0DC2-B42E-4F56-860F-3DDEFE718266}"/>
                    </a:ext>
                  </a:extLst>
                </p:cNvPr>
                <p:cNvSpPr/>
                <p:nvPr/>
              </p:nvSpPr>
              <p:spPr>
                <a:xfrm>
                  <a:off x="3047651" y="2438976"/>
                  <a:ext cx="90000" cy="85159"/>
                </a:xfrm>
                <a:prstGeom prst="flowChartConnector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368" name="直接箭头连接符 4367">
                  <a:extLst>
                    <a:ext uri="{FF2B5EF4-FFF2-40B4-BE49-F238E27FC236}">
                      <a16:creationId xmlns:a16="http://schemas.microsoft.com/office/drawing/2014/main" id="{A4F73595-0ECF-4AD5-AE5C-64C10D1F19B0}"/>
                    </a:ext>
                  </a:extLst>
                </p:cNvPr>
                <p:cNvCxnSpPr>
                  <a:cxnSpLocks/>
                  <a:endCxn id="4364" idx="0"/>
                </p:cNvCxnSpPr>
                <p:nvPr/>
              </p:nvCxnSpPr>
              <p:spPr>
                <a:xfrm flipV="1">
                  <a:off x="2926904" y="2342662"/>
                  <a:ext cx="0" cy="29805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69" name="文本框 4368">
                  <a:extLst>
                    <a:ext uri="{FF2B5EF4-FFF2-40B4-BE49-F238E27FC236}">
                      <a16:creationId xmlns:a16="http://schemas.microsoft.com/office/drawing/2014/main" id="{619D3391-8137-48AF-B117-B78C13EE7149}"/>
                    </a:ext>
                  </a:extLst>
                </p:cNvPr>
                <p:cNvSpPr txBox="1"/>
                <p:nvPr/>
              </p:nvSpPr>
              <p:spPr>
                <a:xfrm>
                  <a:off x="2644892" y="2303932"/>
                  <a:ext cx="2616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R</a:t>
                  </a:r>
                  <a:endPara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70" name="文本框 4369">
                      <a:extLst>
                        <a:ext uri="{FF2B5EF4-FFF2-40B4-BE49-F238E27FC236}">
                          <a16:creationId xmlns:a16="http://schemas.microsoft.com/office/drawing/2014/main" id="{4CFCC24F-553A-49A2-9908-0F857C5261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74791" y="2584693"/>
                      <a:ext cx="4062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4370" name="文本框 4369">
                      <a:extLst>
                        <a:ext uri="{FF2B5EF4-FFF2-40B4-BE49-F238E27FC236}">
                          <a16:creationId xmlns:a16="http://schemas.microsoft.com/office/drawing/2014/main" id="{4CFCC24F-553A-49A2-9908-0F857C52615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74791" y="2584693"/>
                      <a:ext cx="406201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371" name="流程图: 接点 4370">
                  <a:extLst>
                    <a:ext uri="{FF2B5EF4-FFF2-40B4-BE49-F238E27FC236}">
                      <a16:creationId xmlns:a16="http://schemas.microsoft.com/office/drawing/2014/main" id="{CDD897AC-3966-42C4-915E-9C5CB4708586}"/>
                    </a:ext>
                  </a:extLst>
                </p:cNvPr>
                <p:cNvSpPr/>
                <p:nvPr/>
              </p:nvSpPr>
              <p:spPr>
                <a:xfrm>
                  <a:off x="2663105" y="2659179"/>
                  <a:ext cx="90000" cy="85159"/>
                </a:xfrm>
                <a:prstGeom prst="flowChartConnector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72" name="流程图: 接点 4371">
                  <a:extLst>
                    <a:ext uri="{FF2B5EF4-FFF2-40B4-BE49-F238E27FC236}">
                      <a16:creationId xmlns:a16="http://schemas.microsoft.com/office/drawing/2014/main" id="{F278B2CF-AD23-4BF9-94E4-ECA1004B07BA}"/>
                    </a:ext>
                  </a:extLst>
                </p:cNvPr>
                <p:cNvSpPr/>
                <p:nvPr/>
              </p:nvSpPr>
              <p:spPr>
                <a:xfrm>
                  <a:off x="2780792" y="2879382"/>
                  <a:ext cx="90000" cy="85159"/>
                </a:xfrm>
                <a:prstGeom prst="flowChartConnector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73" name="流程图: 接点 4372">
                  <a:extLst>
                    <a:ext uri="{FF2B5EF4-FFF2-40B4-BE49-F238E27FC236}">
                      <a16:creationId xmlns:a16="http://schemas.microsoft.com/office/drawing/2014/main" id="{DFB6AEF7-B302-4503-AA98-DD02369E1103}"/>
                    </a:ext>
                  </a:extLst>
                </p:cNvPr>
                <p:cNvSpPr/>
                <p:nvPr/>
              </p:nvSpPr>
              <p:spPr>
                <a:xfrm>
                  <a:off x="3041380" y="2866370"/>
                  <a:ext cx="90000" cy="85159"/>
                </a:xfrm>
                <a:prstGeom prst="flowChartConnector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63" name="流程图: 接点 4362">
                  <a:extLst>
                    <a:ext uri="{FF2B5EF4-FFF2-40B4-BE49-F238E27FC236}">
                      <a16:creationId xmlns:a16="http://schemas.microsoft.com/office/drawing/2014/main" id="{0C1CAD72-C71A-412A-8A2E-43F01A8DD308}"/>
                    </a:ext>
                  </a:extLst>
                </p:cNvPr>
                <p:cNvSpPr/>
                <p:nvPr/>
              </p:nvSpPr>
              <p:spPr>
                <a:xfrm>
                  <a:off x="3067703" y="2672184"/>
                  <a:ext cx="90000" cy="85159"/>
                </a:xfrm>
                <a:prstGeom prst="flowChartConnector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382" name="乘号 4381">
                <a:extLst>
                  <a:ext uri="{FF2B5EF4-FFF2-40B4-BE49-F238E27FC236}">
                    <a16:creationId xmlns:a16="http://schemas.microsoft.com/office/drawing/2014/main" id="{050E3018-B83A-4465-A00A-FCA34EFC28B6}"/>
                  </a:ext>
                </a:extLst>
              </p:cNvPr>
              <p:cNvSpPr/>
              <p:nvPr/>
            </p:nvSpPr>
            <p:spPr>
              <a:xfrm>
                <a:off x="1314222" y="1811117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84" name="流程图: 接点 4383">
                <a:extLst>
                  <a:ext uri="{FF2B5EF4-FFF2-40B4-BE49-F238E27FC236}">
                    <a16:creationId xmlns:a16="http://schemas.microsoft.com/office/drawing/2014/main" id="{2493D089-241B-4C69-A01A-B8D1B6555DE2}"/>
                  </a:ext>
                </a:extLst>
              </p:cNvPr>
              <p:cNvSpPr/>
              <p:nvPr/>
            </p:nvSpPr>
            <p:spPr>
              <a:xfrm>
                <a:off x="626691" y="1022755"/>
                <a:ext cx="1008000" cy="1008000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85" name="乘号 4384">
                <a:extLst>
                  <a:ext uri="{FF2B5EF4-FFF2-40B4-BE49-F238E27FC236}">
                    <a16:creationId xmlns:a16="http://schemas.microsoft.com/office/drawing/2014/main" id="{F2E7411D-2D9A-47C3-AACC-59315A8A3FBD}"/>
                  </a:ext>
                </a:extLst>
              </p:cNvPr>
              <p:cNvSpPr/>
              <p:nvPr/>
            </p:nvSpPr>
            <p:spPr>
              <a:xfrm>
                <a:off x="1486117" y="1581380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86" name="乘号 4385">
                <a:extLst>
                  <a:ext uri="{FF2B5EF4-FFF2-40B4-BE49-F238E27FC236}">
                    <a16:creationId xmlns:a16="http://schemas.microsoft.com/office/drawing/2014/main" id="{C4C29C33-CF18-4E03-9024-EB8F55EF8551}"/>
                  </a:ext>
                </a:extLst>
              </p:cNvPr>
              <p:cNvSpPr/>
              <p:nvPr/>
            </p:nvSpPr>
            <p:spPr>
              <a:xfrm>
                <a:off x="1295830" y="1133682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87" name="乘号 4386">
                <a:extLst>
                  <a:ext uri="{FF2B5EF4-FFF2-40B4-BE49-F238E27FC236}">
                    <a16:creationId xmlns:a16="http://schemas.microsoft.com/office/drawing/2014/main" id="{180C61B1-869D-47EF-9E52-A70E4A009FCA}"/>
                  </a:ext>
                </a:extLst>
              </p:cNvPr>
              <p:cNvSpPr/>
              <p:nvPr/>
            </p:nvSpPr>
            <p:spPr>
              <a:xfrm>
                <a:off x="708500" y="1208480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88" name="乘号 4387">
                <a:extLst>
                  <a:ext uri="{FF2B5EF4-FFF2-40B4-BE49-F238E27FC236}">
                    <a16:creationId xmlns:a16="http://schemas.microsoft.com/office/drawing/2014/main" id="{1FFA6B6A-630C-4FE0-8432-A51103291C68}"/>
                  </a:ext>
                </a:extLst>
              </p:cNvPr>
              <p:cNvSpPr/>
              <p:nvPr/>
            </p:nvSpPr>
            <p:spPr>
              <a:xfrm>
                <a:off x="654500" y="1418755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89" name="乘号 4388">
                <a:extLst>
                  <a:ext uri="{FF2B5EF4-FFF2-40B4-BE49-F238E27FC236}">
                    <a16:creationId xmlns:a16="http://schemas.microsoft.com/office/drawing/2014/main" id="{48999550-550A-40CD-A458-A6C33B016A40}"/>
                  </a:ext>
                </a:extLst>
              </p:cNvPr>
              <p:cNvSpPr/>
              <p:nvPr/>
            </p:nvSpPr>
            <p:spPr>
              <a:xfrm>
                <a:off x="830018" y="1833650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11" name="组合 510">
              <a:extLst>
                <a:ext uri="{FF2B5EF4-FFF2-40B4-BE49-F238E27FC236}">
                  <a16:creationId xmlns:a16="http://schemas.microsoft.com/office/drawing/2014/main" id="{1349C613-7D5A-4928-B201-1F95FCC55509}"/>
                </a:ext>
              </a:extLst>
            </p:cNvPr>
            <p:cNvGrpSpPr/>
            <p:nvPr/>
          </p:nvGrpSpPr>
          <p:grpSpPr>
            <a:xfrm>
              <a:off x="7264304" y="1740932"/>
              <a:ext cx="1242763" cy="691841"/>
              <a:chOff x="593678" y="2449773"/>
              <a:chExt cx="1362703" cy="730156"/>
            </a:xfrm>
          </p:grpSpPr>
          <p:sp>
            <p:nvSpPr>
              <p:cNvPr id="510" name="矩形: 圆角 509">
                <a:extLst>
                  <a:ext uri="{FF2B5EF4-FFF2-40B4-BE49-F238E27FC236}">
                    <a16:creationId xmlns:a16="http://schemas.microsoft.com/office/drawing/2014/main" id="{44E9FA37-290B-48E4-B640-17CB8FDEB809}"/>
                  </a:ext>
                </a:extLst>
              </p:cNvPr>
              <p:cNvSpPr/>
              <p:nvPr/>
            </p:nvSpPr>
            <p:spPr>
              <a:xfrm>
                <a:off x="593678" y="2449773"/>
                <a:ext cx="1362703" cy="730156"/>
              </a:xfrm>
              <a:prstGeom prst="roundRect">
                <a:avLst>
                  <a:gd name="adj" fmla="val 12936"/>
                </a:avLst>
              </a:prstGeom>
              <a:solidFill>
                <a:srgbClr val="BCB9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90" name="文本框 4389">
                <a:extLst>
                  <a:ext uri="{FF2B5EF4-FFF2-40B4-BE49-F238E27FC236}">
                    <a16:creationId xmlns:a16="http://schemas.microsoft.com/office/drawing/2014/main" id="{8CB2EFFF-F421-42AD-834D-C5804450CF48}"/>
                  </a:ext>
                </a:extLst>
              </p:cNvPr>
              <p:cNvSpPr txBox="1"/>
              <p:nvPr/>
            </p:nvSpPr>
            <p:spPr>
              <a:xfrm>
                <a:off x="922705" y="2500935"/>
                <a:ext cx="989942" cy="324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正常样本</a:t>
                </a:r>
              </a:p>
            </p:txBody>
          </p:sp>
          <p:sp>
            <p:nvSpPr>
              <p:cNvPr id="4393" name="流程图: 接点 4392">
                <a:extLst>
                  <a:ext uri="{FF2B5EF4-FFF2-40B4-BE49-F238E27FC236}">
                    <a16:creationId xmlns:a16="http://schemas.microsoft.com/office/drawing/2014/main" id="{0AC5B665-1410-402F-B4A2-4C353C17A937}"/>
                  </a:ext>
                </a:extLst>
              </p:cNvPr>
              <p:cNvSpPr/>
              <p:nvPr/>
            </p:nvSpPr>
            <p:spPr>
              <a:xfrm>
                <a:off x="768781" y="2621611"/>
                <a:ext cx="72000" cy="66424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94" name="乘号 4393">
                <a:extLst>
                  <a:ext uri="{FF2B5EF4-FFF2-40B4-BE49-F238E27FC236}">
                    <a16:creationId xmlns:a16="http://schemas.microsoft.com/office/drawing/2014/main" id="{3B9D07FF-6C71-49FA-910C-0FE1580E7875}"/>
                  </a:ext>
                </a:extLst>
              </p:cNvPr>
              <p:cNvSpPr/>
              <p:nvPr/>
            </p:nvSpPr>
            <p:spPr>
              <a:xfrm>
                <a:off x="750781" y="2951268"/>
                <a:ext cx="108000" cy="108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95" name="文本框 4394">
                <a:extLst>
                  <a:ext uri="{FF2B5EF4-FFF2-40B4-BE49-F238E27FC236}">
                    <a16:creationId xmlns:a16="http://schemas.microsoft.com/office/drawing/2014/main" id="{33E2F211-AA9E-41B6-B6F2-41FCADE7A8BD}"/>
                  </a:ext>
                </a:extLst>
              </p:cNvPr>
              <p:cNvSpPr txBox="1"/>
              <p:nvPr/>
            </p:nvSpPr>
            <p:spPr>
              <a:xfrm>
                <a:off x="922704" y="2822693"/>
                <a:ext cx="989942" cy="324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异常样本</a:t>
                </a:r>
              </a:p>
            </p:txBody>
          </p:sp>
        </p:grpSp>
        <p:sp>
          <p:nvSpPr>
            <p:cNvPr id="4396" name="文本框 4395">
              <a:extLst>
                <a:ext uri="{FF2B5EF4-FFF2-40B4-BE49-F238E27FC236}">
                  <a16:creationId xmlns:a16="http://schemas.microsoft.com/office/drawing/2014/main" id="{97C92FC1-4D37-4DFD-8392-BD8998A10609}"/>
                </a:ext>
              </a:extLst>
            </p:cNvPr>
            <p:cNvSpPr txBox="1"/>
            <p:nvPr/>
          </p:nvSpPr>
          <p:spPr>
            <a:xfrm>
              <a:off x="2728779" y="108054"/>
              <a:ext cx="13516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K-Medoids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聚类</a:t>
              </a:r>
            </a:p>
          </p:txBody>
        </p:sp>
        <p:cxnSp>
          <p:nvCxnSpPr>
            <p:cNvPr id="1090" name="直接箭头连接符 1089">
              <a:extLst>
                <a:ext uri="{FF2B5EF4-FFF2-40B4-BE49-F238E27FC236}">
                  <a16:creationId xmlns:a16="http://schemas.microsoft.com/office/drawing/2014/main" id="{122FFFBD-1E69-442C-B99B-5A543A05D45A}"/>
                </a:ext>
              </a:extLst>
            </p:cNvPr>
            <p:cNvCxnSpPr>
              <a:cxnSpLocks/>
              <a:stCxn id="6" idx="3"/>
              <a:endCxn id="12" idx="1"/>
            </p:cNvCxnSpPr>
            <p:nvPr/>
          </p:nvCxnSpPr>
          <p:spPr>
            <a:xfrm>
              <a:off x="1278530" y="1451613"/>
              <a:ext cx="849182" cy="17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97" name="文本框 4396">
              <a:extLst>
                <a:ext uri="{FF2B5EF4-FFF2-40B4-BE49-F238E27FC236}">
                  <a16:creationId xmlns:a16="http://schemas.microsoft.com/office/drawing/2014/main" id="{F9F1B5FE-F8D2-45A7-9A4D-8C0D0161E006}"/>
                </a:ext>
              </a:extLst>
            </p:cNvPr>
            <p:cNvSpPr txBox="1"/>
            <p:nvPr/>
          </p:nvSpPr>
          <p:spPr>
            <a:xfrm>
              <a:off x="1298499" y="1156031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映射</a:t>
              </a:r>
            </a:p>
          </p:txBody>
        </p:sp>
        <p:cxnSp>
          <p:nvCxnSpPr>
            <p:cNvPr id="4398" name="直接箭头连接符 4397">
              <a:extLst>
                <a:ext uri="{FF2B5EF4-FFF2-40B4-BE49-F238E27FC236}">
                  <a16:creationId xmlns:a16="http://schemas.microsoft.com/office/drawing/2014/main" id="{C2F291B1-E170-4F0E-97AD-93EF8FEE8069}"/>
                </a:ext>
              </a:extLst>
            </p:cNvPr>
            <p:cNvCxnSpPr>
              <a:cxnSpLocks/>
              <a:stCxn id="12" idx="3"/>
              <a:endCxn id="4330" idx="1"/>
            </p:cNvCxnSpPr>
            <p:nvPr/>
          </p:nvCxnSpPr>
          <p:spPr>
            <a:xfrm>
              <a:off x="4590224" y="1453331"/>
              <a:ext cx="62460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3" name="组合 1092">
              <a:extLst>
                <a:ext uri="{FF2B5EF4-FFF2-40B4-BE49-F238E27FC236}">
                  <a16:creationId xmlns:a16="http://schemas.microsoft.com/office/drawing/2014/main" id="{97011E17-E8BA-4EBF-9F49-6C55FB0676C3}"/>
                </a:ext>
              </a:extLst>
            </p:cNvPr>
            <p:cNvGrpSpPr/>
            <p:nvPr/>
          </p:nvGrpSpPr>
          <p:grpSpPr>
            <a:xfrm>
              <a:off x="6663748" y="2981421"/>
              <a:ext cx="2077364" cy="706960"/>
              <a:chOff x="1891131" y="2924119"/>
              <a:chExt cx="2077364" cy="706960"/>
            </a:xfrm>
          </p:grpSpPr>
          <p:sp>
            <p:nvSpPr>
              <p:cNvPr id="1092" name="矩形: 圆角 1091">
                <a:extLst>
                  <a:ext uri="{FF2B5EF4-FFF2-40B4-BE49-F238E27FC236}">
                    <a16:creationId xmlns:a16="http://schemas.microsoft.com/office/drawing/2014/main" id="{B01E0E8D-63CD-4ACF-B05B-39946CCBF22A}"/>
                  </a:ext>
                </a:extLst>
              </p:cNvPr>
              <p:cNvSpPr/>
              <p:nvPr/>
            </p:nvSpPr>
            <p:spPr>
              <a:xfrm>
                <a:off x="1979550" y="2924119"/>
                <a:ext cx="1864675" cy="706960"/>
              </a:xfrm>
              <a:prstGeom prst="roundRect">
                <a:avLst>
                  <a:gd name="adj" fmla="val 14088"/>
                </a:avLst>
              </a:prstGeom>
              <a:solidFill>
                <a:srgbClr val="FFF2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99" name="文本框 4398">
                    <a:extLst>
                      <a:ext uri="{FF2B5EF4-FFF2-40B4-BE49-F238E27FC236}">
                        <a16:creationId xmlns:a16="http://schemas.microsoft.com/office/drawing/2014/main" id="{DFEAF383-8CD6-4671-8E80-6D0D80F2DCDB}"/>
                      </a:ext>
                    </a:extLst>
                  </p:cNvPr>
                  <p:cNvSpPr txBox="1"/>
                  <p:nvPr/>
                </p:nvSpPr>
                <p:spPr>
                  <a:xfrm>
                    <a:off x="1891131" y="2974087"/>
                    <a:ext cx="2077364" cy="5627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𝑖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𝑒𝑥𝑝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</m:num>
                            <m:den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𝑘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𝑀</m:t>
                                  </m:r>
                                </m:sup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𝑒𝑥𝑝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(−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,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)</m:t>
                                  </m:r>
                                </m:e>
                              </m:nary>
                            </m:den>
                          </m:f>
                        </m:oMath>
                      </m:oMathPara>
                    </a14:m>
                    <a:endParaRPr lang="zh-CN" altLang="en-US" sz="1400" dirty="0"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4399" name="文本框 4398">
                    <a:extLst>
                      <a:ext uri="{FF2B5EF4-FFF2-40B4-BE49-F238E27FC236}">
                        <a16:creationId xmlns:a16="http://schemas.microsoft.com/office/drawing/2014/main" id="{DFEAF383-8CD6-4671-8E80-6D0D80F2DC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1131" y="2974087"/>
                    <a:ext cx="2077364" cy="56278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1828" b="-8494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00" name="文本框 4399">
                  <a:extLst>
                    <a:ext uri="{FF2B5EF4-FFF2-40B4-BE49-F238E27FC236}">
                      <a16:creationId xmlns:a16="http://schemas.microsoft.com/office/drawing/2014/main" id="{09B2A03C-8DFE-4363-9938-FB1B110024F0}"/>
                    </a:ext>
                  </a:extLst>
                </p:cNvPr>
                <p:cNvSpPr txBox="1"/>
                <p:nvPr/>
              </p:nvSpPr>
              <p:spPr>
                <a:xfrm>
                  <a:off x="7128910" y="3652578"/>
                  <a:ext cx="1399486" cy="31720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软分配权重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𝑚</m:t>
                          </m:r>
                        </m:sub>
                      </m:sSub>
                    </m:oMath>
                  </a14:m>
                  <a:endParaRPr lang="en-US" altLang="zh-CN" sz="14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4400" name="文本框 4399">
                  <a:extLst>
                    <a:ext uri="{FF2B5EF4-FFF2-40B4-BE49-F238E27FC236}">
                      <a16:creationId xmlns:a16="http://schemas.microsoft.com/office/drawing/2014/main" id="{09B2A03C-8DFE-4363-9938-FB1B11002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910" y="3652578"/>
                  <a:ext cx="1399486" cy="317203"/>
                </a:xfrm>
                <a:prstGeom prst="rect">
                  <a:avLst/>
                </a:prstGeom>
                <a:blipFill>
                  <a:blip r:embed="rId7"/>
                  <a:stretch>
                    <a:fillRect l="-1304" t="-7692" b="-134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01" name="直接箭头连接符 4400">
              <a:extLst>
                <a:ext uri="{FF2B5EF4-FFF2-40B4-BE49-F238E27FC236}">
                  <a16:creationId xmlns:a16="http://schemas.microsoft.com/office/drawing/2014/main" id="{B03188C3-BFFE-4580-B9EF-D177F7F3B772}"/>
                </a:ext>
              </a:extLst>
            </p:cNvPr>
            <p:cNvCxnSpPr>
              <a:cxnSpLocks/>
            </p:cNvCxnSpPr>
            <p:nvPr/>
          </p:nvCxnSpPr>
          <p:spPr>
            <a:xfrm>
              <a:off x="7689730" y="2486597"/>
              <a:ext cx="0" cy="4852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3" name="组合 1162">
              <a:extLst>
                <a:ext uri="{FF2B5EF4-FFF2-40B4-BE49-F238E27FC236}">
                  <a16:creationId xmlns:a16="http://schemas.microsoft.com/office/drawing/2014/main" id="{A9E763AA-AB90-4C4D-859F-23D821AF997F}"/>
                </a:ext>
              </a:extLst>
            </p:cNvPr>
            <p:cNvGrpSpPr/>
            <p:nvPr/>
          </p:nvGrpSpPr>
          <p:grpSpPr>
            <a:xfrm>
              <a:off x="5033457" y="2989360"/>
              <a:ext cx="1713290" cy="706960"/>
              <a:chOff x="7230471" y="5301247"/>
              <a:chExt cx="1713290" cy="706960"/>
            </a:xfrm>
          </p:grpSpPr>
          <p:sp>
            <p:nvSpPr>
              <p:cNvPr id="4403" name="矩形: 圆角 4402">
                <a:extLst>
                  <a:ext uri="{FF2B5EF4-FFF2-40B4-BE49-F238E27FC236}">
                    <a16:creationId xmlns:a16="http://schemas.microsoft.com/office/drawing/2014/main" id="{86B1D535-B8FC-406F-8865-0DB43829AFFF}"/>
                  </a:ext>
                </a:extLst>
              </p:cNvPr>
              <p:cNvSpPr/>
              <p:nvPr/>
            </p:nvSpPr>
            <p:spPr>
              <a:xfrm>
                <a:off x="7253588" y="5301247"/>
                <a:ext cx="1603611" cy="706960"/>
              </a:xfrm>
              <a:prstGeom prst="roundRect">
                <a:avLst>
                  <a:gd name="adj" fmla="val 14088"/>
                </a:avLst>
              </a:prstGeom>
              <a:solidFill>
                <a:srgbClr val="FFE6E6"/>
              </a:solidFill>
              <a:ln>
                <a:solidFill>
                  <a:srgbClr val="FF787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04" name="文本框 4403">
                    <a:extLst>
                      <a:ext uri="{FF2B5EF4-FFF2-40B4-BE49-F238E27FC236}">
                        <a16:creationId xmlns:a16="http://schemas.microsoft.com/office/drawing/2014/main" id="{9C5BF6F9-077E-483F-85CA-28DC0AFB4D79}"/>
                      </a:ext>
                    </a:extLst>
                  </p:cNvPr>
                  <p:cNvSpPr txBox="1"/>
                  <p:nvPr/>
                </p:nvSpPr>
                <p:spPr>
                  <a:xfrm>
                    <a:off x="7230471" y="5478280"/>
                    <a:ext cx="1713290" cy="31720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𝑖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||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||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4404" name="文本框 4403">
                    <a:extLst>
                      <a:ext uri="{FF2B5EF4-FFF2-40B4-BE49-F238E27FC236}">
                        <a16:creationId xmlns:a16="http://schemas.microsoft.com/office/drawing/2014/main" id="{9C5BF6F9-077E-483F-85CA-28DC0AFB4D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30471" y="5478280"/>
                    <a:ext cx="1713290" cy="31720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57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406" name="文本框 4405">
              <a:extLst>
                <a:ext uri="{FF2B5EF4-FFF2-40B4-BE49-F238E27FC236}">
                  <a16:creationId xmlns:a16="http://schemas.microsoft.com/office/drawing/2014/main" id="{F2DF2D62-11C8-46D6-8ED4-AFC22546A9AE}"/>
                </a:ext>
              </a:extLst>
            </p:cNvPr>
            <p:cNvSpPr txBox="1"/>
            <p:nvPr/>
          </p:nvSpPr>
          <p:spPr>
            <a:xfrm>
              <a:off x="5341791" y="3662115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距离向量</a:t>
              </a:r>
            </a:p>
          </p:txBody>
        </p:sp>
        <p:sp>
          <p:nvSpPr>
            <p:cNvPr id="4374" name="文本框 4373">
              <a:extLst>
                <a:ext uri="{FF2B5EF4-FFF2-40B4-BE49-F238E27FC236}">
                  <a16:creationId xmlns:a16="http://schemas.microsoft.com/office/drawing/2014/main" id="{32A1B99A-128E-4709-A1DA-BD3AC3CE6D7D}"/>
                </a:ext>
              </a:extLst>
            </p:cNvPr>
            <p:cNvSpPr txBox="1"/>
            <p:nvPr/>
          </p:nvSpPr>
          <p:spPr>
            <a:xfrm>
              <a:off x="4539427" y="113979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超球体</a:t>
              </a:r>
              <a:endPara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4391" name="直接箭头连接符 4390">
              <a:extLst>
                <a:ext uri="{FF2B5EF4-FFF2-40B4-BE49-F238E27FC236}">
                  <a16:creationId xmlns:a16="http://schemas.microsoft.com/office/drawing/2014/main" id="{CDCBF3C6-0EE0-424B-B996-5361A4F43A69}"/>
                </a:ext>
              </a:extLst>
            </p:cNvPr>
            <p:cNvCxnSpPr>
              <a:cxnSpLocks/>
            </p:cNvCxnSpPr>
            <p:nvPr/>
          </p:nvCxnSpPr>
          <p:spPr>
            <a:xfrm>
              <a:off x="5793197" y="2490830"/>
              <a:ext cx="0" cy="4852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92" name="文本框 4391">
              <a:extLst>
                <a:ext uri="{FF2B5EF4-FFF2-40B4-BE49-F238E27FC236}">
                  <a16:creationId xmlns:a16="http://schemas.microsoft.com/office/drawing/2014/main" id="{A2F413A4-9043-4875-A913-F7D82A84265F}"/>
                </a:ext>
              </a:extLst>
            </p:cNvPr>
            <p:cNvSpPr txBox="1"/>
            <p:nvPr/>
          </p:nvSpPr>
          <p:spPr>
            <a:xfrm>
              <a:off x="4628914" y="144757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SVDD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02" name="文本框 4401">
                  <a:extLst>
                    <a:ext uri="{FF2B5EF4-FFF2-40B4-BE49-F238E27FC236}">
                      <a16:creationId xmlns:a16="http://schemas.microsoft.com/office/drawing/2014/main" id="{75128279-ECA0-44C5-A532-EE9FED1B6D93}"/>
                    </a:ext>
                  </a:extLst>
                </p:cNvPr>
                <p:cNvSpPr txBox="1"/>
                <p:nvPr/>
              </p:nvSpPr>
              <p:spPr>
                <a:xfrm>
                  <a:off x="2089022" y="2161617"/>
                  <a:ext cx="1417311" cy="3344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Ζ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begChr m:val=""/>
                            <m:endChr m:val="}"/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sz="14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4402" name="文本框 4401">
                  <a:extLst>
                    <a:ext uri="{FF2B5EF4-FFF2-40B4-BE49-F238E27FC236}">
                      <a16:creationId xmlns:a16="http://schemas.microsoft.com/office/drawing/2014/main" id="{75128279-ECA0-44C5-A532-EE9FED1B6D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9022" y="2161617"/>
                  <a:ext cx="1417311" cy="334451"/>
                </a:xfrm>
                <a:prstGeom prst="rect">
                  <a:avLst/>
                </a:prstGeom>
                <a:blipFill>
                  <a:blip r:embed="rId9"/>
                  <a:stretch>
                    <a:fillRect t="-138889" r="-25000" b="-2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51444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</TotalTime>
  <Words>36</Words>
  <Application>Microsoft Office PowerPoint</Application>
  <PresentationFormat>自定义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羲 王</dc:creator>
  <cp:lastModifiedBy>羲 王</cp:lastModifiedBy>
  <cp:revision>12</cp:revision>
  <dcterms:created xsi:type="dcterms:W3CDTF">2026-03-12T12:04:33Z</dcterms:created>
  <dcterms:modified xsi:type="dcterms:W3CDTF">2026-03-19T11:06:25Z</dcterms:modified>
</cp:coreProperties>
</file>