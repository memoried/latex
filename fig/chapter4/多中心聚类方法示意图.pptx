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940425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4D4"/>
    <a:srgbClr val="E1F4DE"/>
    <a:srgbClr val="D9EFD7"/>
    <a:srgbClr val="70A2DD"/>
    <a:srgbClr val="F90A00"/>
    <a:srgbClr val="D7D6D7"/>
    <a:srgbClr val="E1E5F9"/>
    <a:srgbClr val="FE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47" d="100"/>
          <a:sy n="247" d="100"/>
        </p:scale>
        <p:origin x="59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553" y="530264"/>
            <a:ext cx="4455319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1701796"/>
            <a:ext cx="4455319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DECA-479B-421A-8D3F-0F17C5A6E1E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F9D78-D7A3-44B3-BF4E-C369CE3E7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541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DECA-479B-421A-8D3F-0F17C5A6E1E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F9D78-D7A3-44B3-BF4E-C369CE3E7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89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807773"/>
            <a:ext cx="5123617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2168309"/>
            <a:ext cx="5123617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DECA-479B-421A-8D3F-0F17C5A6E1E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F9D78-D7A3-44B3-BF4E-C369CE3E7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690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862523"/>
            <a:ext cx="2524681" cy="2055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862523"/>
            <a:ext cx="2524681" cy="2055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DECA-479B-421A-8D3F-0F17C5A6E1E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F9D78-D7A3-44B3-BF4E-C369CE3E7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659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172505"/>
            <a:ext cx="5123617" cy="626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8" y="794272"/>
            <a:ext cx="2513078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8" y="1183532"/>
            <a:ext cx="2513078" cy="17407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0" y="794272"/>
            <a:ext cx="2525454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0" y="1183532"/>
            <a:ext cx="2525454" cy="17407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DECA-479B-421A-8D3F-0F17C5A6E1E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F9D78-D7A3-44B3-BF4E-C369CE3E7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667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DECA-479B-421A-8D3F-0F17C5A6E1E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F9D78-D7A3-44B3-BF4E-C369CE3E7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4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DECA-479B-421A-8D3F-0F17C5A6E1E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F9D78-D7A3-44B3-BF4E-C369CE3E7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08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216006"/>
            <a:ext cx="1915942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466513"/>
            <a:ext cx="3007340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972026"/>
            <a:ext cx="1915942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DECA-479B-421A-8D3F-0F17C5A6E1E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F9D78-D7A3-44B3-BF4E-C369CE3E7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10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216006"/>
            <a:ext cx="1915942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466513"/>
            <a:ext cx="3007340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972026"/>
            <a:ext cx="1915942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DECA-479B-421A-8D3F-0F17C5A6E1E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F9D78-D7A3-44B3-BF4E-C369CE3E7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345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DECA-479B-421A-8D3F-0F17C5A6E1E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F9D78-D7A3-44B3-BF4E-C369CE3E7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280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172505"/>
            <a:ext cx="1280904" cy="27458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4" y="172505"/>
            <a:ext cx="3768457" cy="27458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DECA-479B-421A-8D3F-0F17C5A6E1E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F9D78-D7A3-44B3-BF4E-C369CE3E7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21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172505"/>
            <a:ext cx="5123617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862523"/>
            <a:ext cx="5123617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3003082"/>
            <a:ext cx="1336596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6DECA-479B-421A-8D3F-0F17C5A6E1E3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3003082"/>
            <a:ext cx="2004893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3003082"/>
            <a:ext cx="1336596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9D78-D7A3-44B3-BF4E-C369CE3E7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60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449CFD70-A0A0-4CB6-892C-2EC0EB5BD10E}"/>
              </a:ext>
            </a:extLst>
          </p:cNvPr>
          <p:cNvGrpSpPr/>
          <p:nvPr/>
        </p:nvGrpSpPr>
        <p:grpSpPr>
          <a:xfrm>
            <a:off x="77639" y="21299"/>
            <a:ext cx="5785146" cy="3197490"/>
            <a:chOff x="1487579" y="655049"/>
            <a:chExt cx="5785146" cy="319749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40D3B1E-4233-4C3B-93ED-DCA64C8C0461}"/>
                </a:ext>
              </a:extLst>
            </p:cNvPr>
            <p:cNvSpPr/>
            <p:nvPr/>
          </p:nvSpPr>
          <p:spPr>
            <a:xfrm rot="20636323">
              <a:off x="1587500" y="1435100"/>
              <a:ext cx="3213100" cy="1765300"/>
            </a:xfrm>
            <a:prstGeom prst="ellipse">
              <a:avLst/>
            </a:prstGeom>
            <a:solidFill>
              <a:srgbClr val="FEEAEA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0992ADC8-6D3B-4559-A249-A12EF8109BB2}"/>
                </a:ext>
              </a:extLst>
            </p:cNvPr>
            <p:cNvSpPr/>
            <p:nvPr/>
          </p:nvSpPr>
          <p:spPr>
            <a:xfrm rot="18047189">
              <a:off x="3117770" y="2120019"/>
              <a:ext cx="1811408" cy="924564"/>
            </a:xfrm>
            <a:prstGeom prst="ellipse">
              <a:avLst/>
            </a:prstGeom>
            <a:solidFill>
              <a:srgbClr val="E1F4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717C9E6-03C1-4484-AA69-9A65F74BB76E}"/>
                </a:ext>
              </a:extLst>
            </p:cNvPr>
            <p:cNvSpPr/>
            <p:nvPr/>
          </p:nvSpPr>
          <p:spPr>
            <a:xfrm rot="20536519">
              <a:off x="3553340" y="1327148"/>
              <a:ext cx="3213100" cy="1765300"/>
            </a:xfrm>
            <a:prstGeom prst="ellipse">
              <a:avLst/>
            </a:prstGeom>
            <a:solidFill>
              <a:srgbClr val="E1E5F9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9EA4306-E979-46D9-AFBA-A267B8DE3511}"/>
                </a:ext>
              </a:extLst>
            </p:cNvPr>
            <p:cNvSpPr/>
            <p:nvPr/>
          </p:nvSpPr>
          <p:spPr>
            <a:xfrm rot="19792914">
              <a:off x="1782067" y="1689555"/>
              <a:ext cx="3070746" cy="1569493"/>
            </a:xfrm>
            <a:prstGeom prst="ellipse">
              <a:avLst/>
            </a:prstGeom>
            <a:noFill/>
            <a:ln>
              <a:solidFill>
                <a:srgbClr val="D7D6D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2859194-5B35-49EA-A2F4-27E1EB5DB90E}"/>
                </a:ext>
              </a:extLst>
            </p:cNvPr>
            <p:cNvSpPr/>
            <p:nvPr/>
          </p:nvSpPr>
          <p:spPr>
            <a:xfrm rot="20095622">
              <a:off x="4602946" y="1854956"/>
              <a:ext cx="1412069" cy="709685"/>
            </a:xfrm>
            <a:prstGeom prst="ellipse">
              <a:avLst/>
            </a:prstGeom>
            <a:noFill/>
            <a:ln>
              <a:solidFill>
                <a:srgbClr val="D7D6D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9533B39A-3609-438C-86D5-A0906FDB2305}"/>
                </a:ext>
              </a:extLst>
            </p:cNvPr>
            <p:cNvSpPr/>
            <p:nvPr/>
          </p:nvSpPr>
          <p:spPr>
            <a:xfrm>
              <a:off x="2611405" y="2017498"/>
              <a:ext cx="1412069" cy="600503"/>
            </a:xfrm>
            <a:prstGeom prst="ellipse">
              <a:avLst/>
            </a:prstGeom>
            <a:noFill/>
            <a:ln>
              <a:solidFill>
                <a:srgbClr val="D7D6D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8D06FBF-E457-4974-8EDB-F7F5A90F3E79}"/>
                </a:ext>
              </a:extLst>
            </p:cNvPr>
            <p:cNvSpPr/>
            <p:nvPr/>
          </p:nvSpPr>
          <p:spPr>
            <a:xfrm rot="18793359">
              <a:off x="3875758" y="1587208"/>
              <a:ext cx="2881479" cy="1461080"/>
            </a:xfrm>
            <a:prstGeom prst="ellipse">
              <a:avLst/>
            </a:prstGeom>
            <a:noFill/>
            <a:ln>
              <a:solidFill>
                <a:srgbClr val="D7D6D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流程图: 接点 14">
              <a:extLst>
                <a:ext uri="{FF2B5EF4-FFF2-40B4-BE49-F238E27FC236}">
                  <a16:creationId xmlns:a16="http://schemas.microsoft.com/office/drawing/2014/main" id="{EC523D75-27DD-49EB-86B8-DEA76F76A345}"/>
                </a:ext>
              </a:extLst>
            </p:cNvPr>
            <p:cNvSpPr/>
            <p:nvPr/>
          </p:nvSpPr>
          <p:spPr>
            <a:xfrm>
              <a:off x="6540487" y="2474301"/>
              <a:ext cx="108000" cy="108000"/>
            </a:xfrm>
            <a:prstGeom prst="flowChartConnector">
              <a:avLst/>
            </a:prstGeom>
            <a:solidFill>
              <a:srgbClr val="F90A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流程图: 接点 15">
              <a:extLst>
                <a:ext uri="{FF2B5EF4-FFF2-40B4-BE49-F238E27FC236}">
                  <a16:creationId xmlns:a16="http://schemas.microsoft.com/office/drawing/2014/main" id="{C32FA8D8-D18B-4A66-9EEC-BA00E1C9A0F5}"/>
                </a:ext>
              </a:extLst>
            </p:cNvPr>
            <p:cNvSpPr/>
            <p:nvPr/>
          </p:nvSpPr>
          <p:spPr>
            <a:xfrm>
              <a:off x="5141926" y="3050867"/>
              <a:ext cx="108000" cy="108000"/>
            </a:xfrm>
            <a:prstGeom prst="flowChartConnector">
              <a:avLst/>
            </a:prstGeom>
            <a:solidFill>
              <a:srgbClr val="F90A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流程图: 接点 16">
              <a:extLst>
                <a:ext uri="{FF2B5EF4-FFF2-40B4-BE49-F238E27FC236}">
                  <a16:creationId xmlns:a16="http://schemas.microsoft.com/office/drawing/2014/main" id="{F407C568-4821-4D5F-A418-777272F984F9}"/>
                </a:ext>
              </a:extLst>
            </p:cNvPr>
            <p:cNvSpPr/>
            <p:nvPr/>
          </p:nvSpPr>
          <p:spPr>
            <a:xfrm>
              <a:off x="2001276" y="1867415"/>
              <a:ext cx="108000" cy="108000"/>
            </a:xfrm>
            <a:prstGeom prst="flowChartConnector">
              <a:avLst/>
            </a:prstGeom>
            <a:solidFill>
              <a:srgbClr val="F90A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流程图: 接点 17">
              <a:extLst>
                <a:ext uri="{FF2B5EF4-FFF2-40B4-BE49-F238E27FC236}">
                  <a16:creationId xmlns:a16="http://schemas.microsoft.com/office/drawing/2014/main" id="{9E82B1ED-752A-40A8-91F6-08D075704F54}"/>
                </a:ext>
              </a:extLst>
            </p:cNvPr>
            <p:cNvSpPr/>
            <p:nvPr/>
          </p:nvSpPr>
          <p:spPr>
            <a:xfrm>
              <a:off x="1487579" y="3104867"/>
              <a:ext cx="108000" cy="108000"/>
            </a:xfrm>
            <a:prstGeom prst="flowChartConnector">
              <a:avLst/>
            </a:prstGeom>
            <a:solidFill>
              <a:srgbClr val="F90A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流程图: 接点 18">
              <a:extLst>
                <a:ext uri="{FF2B5EF4-FFF2-40B4-BE49-F238E27FC236}">
                  <a16:creationId xmlns:a16="http://schemas.microsoft.com/office/drawing/2014/main" id="{F8D0ACC9-C7E5-4788-9050-42C72DAC7219}"/>
                </a:ext>
              </a:extLst>
            </p:cNvPr>
            <p:cNvSpPr/>
            <p:nvPr/>
          </p:nvSpPr>
          <p:spPr>
            <a:xfrm>
              <a:off x="6432487" y="1104975"/>
              <a:ext cx="108000" cy="108000"/>
            </a:xfrm>
            <a:prstGeom prst="flowChartConnector">
              <a:avLst/>
            </a:prstGeom>
            <a:solidFill>
              <a:srgbClr val="F90A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流程图: 接点 19">
              <a:extLst>
                <a:ext uri="{FF2B5EF4-FFF2-40B4-BE49-F238E27FC236}">
                  <a16:creationId xmlns:a16="http://schemas.microsoft.com/office/drawing/2014/main" id="{5421A331-B95E-4B36-81DB-3847CBD72665}"/>
                </a:ext>
              </a:extLst>
            </p:cNvPr>
            <p:cNvSpPr/>
            <p:nvPr/>
          </p:nvSpPr>
          <p:spPr>
            <a:xfrm>
              <a:off x="5228870" y="2155798"/>
              <a:ext cx="108000" cy="108000"/>
            </a:xfrm>
            <a:prstGeom prst="flowChartConnector">
              <a:avLst/>
            </a:prstGeom>
            <a:solidFill>
              <a:srgbClr val="70A2DD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流程图: 接点 20">
              <a:extLst>
                <a:ext uri="{FF2B5EF4-FFF2-40B4-BE49-F238E27FC236}">
                  <a16:creationId xmlns:a16="http://schemas.microsoft.com/office/drawing/2014/main" id="{860944F8-F755-45AE-BEE1-7DDF147A8C1B}"/>
                </a:ext>
              </a:extLst>
            </p:cNvPr>
            <p:cNvSpPr/>
            <p:nvPr/>
          </p:nvSpPr>
          <p:spPr>
            <a:xfrm>
              <a:off x="3977166" y="2491387"/>
              <a:ext cx="108000" cy="108000"/>
            </a:xfrm>
            <a:prstGeom prst="flowChartConnector">
              <a:avLst/>
            </a:prstGeom>
            <a:solidFill>
              <a:srgbClr val="70A2DD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流程图: 接点 21">
              <a:extLst>
                <a:ext uri="{FF2B5EF4-FFF2-40B4-BE49-F238E27FC236}">
                  <a16:creationId xmlns:a16="http://schemas.microsoft.com/office/drawing/2014/main" id="{8C79028E-BCFB-47EA-8446-A0B4EAAB15E1}"/>
                </a:ext>
              </a:extLst>
            </p:cNvPr>
            <p:cNvSpPr/>
            <p:nvPr/>
          </p:nvSpPr>
          <p:spPr>
            <a:xfrm>
              <a:off x="3301855" y="2317748"/>
              <a:ext cx="108000" cy="108000"/>
            </a:xfrm>
            <a:prstGeom prst="flowChartConnector">
              <a:avLst/>
            </a:prstGeom>
            <a:solidFill>
              <a:srgbClr val="70A2DD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加号 23">
              <a:extLst>
                <a:ext uri="{FF2B5EF4-FFF2-40B4-BE49-F238E27FC236}">
                  <a16:creationId xmlns:a16="http://schemas.microsoft.com/office/drawing/2014/main" id="{E1D0F7B6-9128-43B0-9FC4-2C857CAA5793}"/>
                </a:ext>
              </a:extLst>
            </p:cNvPr>
            <p:cNvSpPr/>
            <p:nvPr/>
          </p:nvSpPr>
          <p:spPr>
            <a:xfrm>
              <a:off x="2363590" y="2344452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加号 24">
              <a:extLst>
                <a:ext uri="{FF2B5EF4-FFF2-40B4-BE49-F238E27FC236}">
                  <a16:creationId xmlns:a16="http://schemas.microsoft.com/office/drawing/2014/main" id="{E39F6BC5-C12B-4DB8-AE03-47E2C964B2C4}"/>
                </a:ext>
              </a:extLst>
            </p:cNvPr>
            <p:cNvSpPr/>
            <p:nvPr/>
          </p:nvSpPr>
          <p:spPr>
            <a:xfrm>
              <a:off x="2474018" y="2916827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加号 25">
              <a:extLst>
                <a:ext uri="{FF2B5EF4-FFF2-40B4-BE49-F238E27FC236}">
                  <a16:creationId xmlns:a16="http://schemas.microsoft.com/office/drawing/2014/main" id="{13F247F9-7511-4F02-9A9F-3BC21A695F76}"/>
                </a:ext>
              </a:extLst>
            </p:cNvPr>
            <p:cNvSpPr/>
            <p:nvPr/>
          </p:nvSpPr>
          <p:spPr>
            <a:xfrm>
              <a:off x="2826908" y="2655133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加号 26">
              <a:extLst>
                <a:ext uri="{FF2B5EF4-FFF2-40B4-BE49-F238E27FC236}">
                  <a16:creationId xmlns:a16="http://schemas.microsoft.com/office/drawing/2014/main" id="{D0F2D7BA-3040-4FF3-8895-F31C6C9EC877}"/>
                </a:ext>
              </a:extLst>
            </p:cNvPr>
            <p:cNvSpPr/>
            <p:nvPr/>
          </p:nvSpPr>
          <p:spPr>
            <a:xfrm>
              <a:off x="2747951" y="1678188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加号 27">
              <a:extLst>
                <a:ext uri="{FF2B5EF4-FFF2-40B4-BE49-F238E27FC236}">
                  <a16:creationId xmlns:a16="http://schemas.microsoft.com/office/drawing/2014/main" id="{2C7F8907-6732-4189-83B6-08EB4DCFF477}"/>
                </a:ext>
              </a:extLst>
            </p:cNvPr>
            <p:cNvSpPr/>
            <p:nvPr/>
          </p:nvSpPr>
          <p:spPr>
            <a:xfrm>
              <a:off x="3258770" y="1740181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加号 28">
              <a:extLst>
                <a:ext uri="{FF2B5EF4-FFF2-40B4-BE49-F238E27FC236}">
                  <a16:creationId xmlns:a16="http://schemas.microsoft.com/office/drawing/2014/main" id="{E8574DB0-346D-48B1-AEB5-448F4F6019C0}"/>
                </a:ext>
              </a:extLst>
            </p:cNvPr>
            <p:cNvSpPr/>
            <p:nvPr/>
          </p:nvSpPr>
          <p:spPr>
            <a:xfrm>
              <a:off x="3725839" y="1699263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加号 29">
              <a:extLst>
                <a:ext uri="{FF2B5EF4-FFF2-40B4-BE49-F238E27FC236}">
                  <a16:creationId xmlns:a16="http://schemas.microsoft.com/office/drawing/2014/main" id="{1C103A8E-9874-46AE-8BBD-B92C07E78396}"/>
                </a:ext>
              </a:extLst>
            </p:cNvPr>
            <p:cNvSpPr/>
            <p:nvPr/>
          </p:nvSpPr>
          <p:spPr>
            <a:xfrm>
              <a:off x="2968948" y="2808827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加号 30">
              <a:extLst>
                <a:ext uri="{FF2B5EF4-FFF2-40B4-BE49-F238E27FC236}">
                  <a16:creationId xmlns:a16="http://schemas.microsoft.com/office/drawing/2014/main" id="{825839D0-2350-4DF2-96E7-2729F5073A78}"/>
                </a:ext>
              </a:extLst>
            </p:cNvPr>
            <p:cNvSpPr/>
            <p:nvPr/>
          </p:nvSpPr>
          <p:spPr>
            <a:xfrm>
              <a:off x="2193329" y="2776402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加号 31">
              <a:extLst>
                <a:ext uri="{FF2B5EF4-FFF2-40B4-BE49-F238E27FC236}">
                  <a16:creationId xmlns:a16="http://schemas.microsoft.com/office/drawing/2014/main" id="{28B424D8-136A-4762-8F7D-CF7CB3C9AE1F}"/>
                </a:ext>
              </a:extLst>
            </p:cNvPr>
            <p:cNvSpPr/>
            <p:nvPr/>
          </p:nvSpPr>
          <p:spPr>
            <a:xfrm>
              <a:off x="3878239" y="1851663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加号 32">
              <a:extLst>
                <a:ext uri="{FF2B5EF4-FFF2-40B4-BE49-F238E27FC236}">
                  <a16:creationId xmlns:a16="http://schemas.microsoft.com/office/drawing/2014/main" id="{8CDE7B5E-984B-41F4-BAE3-1138EA58291F}"/>
                </a:ext>
              </a:extLst>
            </p:cNvPr>
            <p:cNvSpPr/>
            <p:nvPr/>
          </p:nvSpPr>
          <p:spPr>
            <a:xfrm>
              <a:off x="4147742" y="1851663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加号 33">
              <a:extLst>
                <a:ext uri="{FF2B5EF4-FFF2-40B4-BE49-F238E27FC236}">
                  <a16:creationId xmlns:a16="http://schemas.microsoft.com/office/drawing/2014/main" id="{1CC2786C-FA3D-48C6-866F-9B2F50CE355E}"/>
                </a:ext>
              </a:extLst>
            </p:cNvPr>
            <p:cNvSpPr/>
            <p:nvPr/>
          </p:nvSpPr>
          <p:spPr>
            <a:xfrm>
              <a:off x="5516965" y="1591263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加号 34">
              <a:extLst>
                <a:ext uri="{FF2B5EF4-FFF2-40B4-BE49-F238E27FC236}">
                  <a16:creationId xmlns:a16="http://schemas.microsoft.com/office/drawing/2014/main" id="{BEF43E15-011B-4820-8452-34B5D48DF274}"/>
                </a:ext>
              </a:extLst>
            </p:cNvPr>
            <p:cNvSpPr/>
            <p:nvPr/>
          </p:nvSpPr>
          <p:spPr>
            <a:xfrm>
              <a:off x="4948031" y="1833116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加号 35">
              <a:extLst>
                <a:ext uri="{FF2B5EF4-FFF2-40B4-BE49-F238E27FC236}">
                  <a16:creationId xmlns:a16="http://schemas.microsoft.com/office/drawing/2014/main" id="{0AE93CC2-47B6-43CF-9974-42B408257235}"/>
                </a:ext>
              </a:extLst>
            </p:cNvPr>
            <p:cNvSpPr/>
            <p:nvPr/>
          </p:nvSpPr>
          <p:spPr>
            <a:xfrm>
              <a:off x="5533445" y="2524367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加号 36">
              <a:extLst>
                <a:ext uri="{FF2B5EF4-FFF2-40B4-BE49-F238E27FC236}">
                  <a16:creationId xmlns:a16="http://schemas.microsoft.com/office/drawing/2014/main" id="{49D02D99-7307-4F06-A133-C5EE7E77FF91}"/>
                </a:ext>
              </a:extLst>
            </p:cNvPr>
            <p:cNvSpPr/>
            <p:nvPr/>
          </p:nvSpPr>
          <p:spPr>
            <a:xfrm>
              <a:off x="4391975" y="2556733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加号 37">
              <a:extLst>
                <a:ext uri="{FF2B5EF4-FFF2-40B4-BE49-F238E27FC236}">
                  <a16:creationId xmlns:a16="http://schemas.microsoft.com/office/drawing/2014/main" id="{B86DBC9F-BDD5-4628-B61C-6249434AD0CC}"/>
                </a:ext>
              </a:extLst>
            </p:cNvPr>
            <p:cNvSpPr/>
            <p:nvPr/>
          </p:nvSpPr>
          <p:spPr>
            <a:xfrm>
              <a:off x="4644129" y="2790888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加号 38">
              <a:extLst>
                <a:ext uri="{FF2B5EF4-FFF2-40B4-BE49-F238E27FC236}">
                  <a16:creationId xmlns:a16="http://schemas.microsoft.com/office/drawing/2014/main" id="{9F8BD135-1CD6-489F-B936-253E0A5913D2}"/>
                </a:ext>
              </a:extLst>
            </p:cNvPr>
            <p:cNvSpPr/>
            <p:nvPr/>
          </p:nvSpPr>
          <p:spPr>
            <a:xfrm>
              <a:off x="4293324" y="2898888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加号 39">
              <a:extLst>
                <a:ext uri="{FF2B5EF4-FFF2-40B4-BE49-F238E27FC236}">
                  <a16:creationId xmlns:a16="http://schemas.microsoft.com/office/drawing/2014/main" id="{033B4F35-7881-41E7-915C-57C367E4087D}"/>
                </a:ext>
              </a:extLst>
            </p:cNvPr>
            <p:cNvSpPr/>
            <p:nvPr/>
          </p:nvSpPr>
          <p:spPr>
            <a:xfrm>
              <a:off x="5648509" y="2155798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加号 40">
              <a:extLst>
                <a:ext uri="{FF2B5EF4-FFF2-40B4-BE49-F238E27FC236}">
                  <a16:creationId xmlns:a16="http://schemas.microsoft.com/office/drawing/2014/main" id="{CB752C91-810B-43DF-8C5A-154751A5BEBF}"/>
                </a:ext>
              </a:extLst>
            </p:cNvPr>
            <p:cNvSpPr/>
            <p:nvPr/>
          </p:nvSpPr>
          <p:spPr>
            <a:xfrm>
              <a:off x="5944180" y="1624188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加号 41">
              <a:extLst>
                <a:ext uri="{FF2B5EF4-FFF2-40B4-BE49-F238E27FC236}">
                  <a16:creationId xmlns:a16="http://schemas.microsoft.com/office/drawing/2014/main" id="{AF28B816-1CB0-40F9-B081-A7B1A8950CAD}"/>
                </a:ext>
              </a:extLst>
            </p:cNvPr>
            <p:cNvSpPr/>
            <p:nvPr/>
          </p:nvSpPr>
          <p:spPr>
            <a:xfrm>
              <a:off x="5071113" y="2432033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加号 42">
              <a:extLst>
                <a:ext uri="{FF2B5EF4-FFF2-40B4-BE49-F238E27FC236}">
                  <a16:creationId xmlns:a16="http://schemas.microsoft.com/office/drawing/2014/main" id="{89D1DC45-78BE-4088-8101-79FC4B47A621}"/>
                </a:ext>
              </a:extLst>
            </p:cNvPr>
            <p:cNvSpPr/>
            <p:nvPr/>
          </p:nvSpPr>
          <p:spPr>
            <a:xfrm>
              <a:off x="4759578" y="2290452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加号 43">
              <a:extLst>
                <a:ext uri="{FF2B5EF4-FFF2-40B4-BE49-F238E27FC236}">
                  <a16:creationId xmlns:a16="http://schemas.microsoft.com/office/drawing/2014/main" id="{C8BBFA1F-DD99-4F8E-A92A-B318CE257680}"/>
                </a:ext>
              </a:extLst>
            </p:cNvPr>
            <p:cNvSpPr/>
            <p:nvPr/>
          </p:nvSpPr>
          <p:spPr>
            <a:xfrm>
              <a:off x="3646118" y="2916827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加号 44">
              <a:extLst>
                <a:ext uri="{FF2B5EF4-FFF2-40B4-BE49-F238E27FC236}">
                  <a16:creationId xmlns:a16="http://schemas.microsoft.com/office/drawing/2014/main" id="{992454C4-F6CE-46D8-9DB4-3CF96CA76ABB}"/>
                </a:ext>
              </a:extLst>
            </p:cNvPr>
            <p:cNvSpPr/>
            <p:nvPr/>
          </p:nvSpPr>
          <p:spPr>
            <a:xfrm>
              <a:off x="3755808" y="3139764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加号 45">
              <a:extLst>
                <a:ext uri="{FF2B5EF4-FFF2-40B4-BE49-F238E27FC236}">
                  <a16:creationId xmlns:a16="http://schemas.microsoft.com/office/drawing/2014/main" id="{309D26D7-3AA5-4B60-B877-7B3318F6FCC3}"/>
                </a:ext>
              </a:extLst>
            </p:cNvPr>
            <p:cNvSpPr/>
            <p:nvPr/>
          </p:nvSpPr>
          <p:spPr>
            <a:xfrm>
              <a:off x="3407650" y="2733318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加号 46">
              <a:extLst>
                <a:ext uri="{FF2B5EF4-FFF2-40B4-BE49-F238E27FC236}">
                  <a16:creationId xmlns:a16="http://schemas.microsoft.com/office/drawing/2014/main" id="{8B180454-C5BB-4B23-8C9E-991182BA668C}"/>
                </a:ext>
              </a:extLst>
            </p:cNvPr>
            <p:cNvSpPr/>
            <p:nvPr/>
          </p:nvSpPr>
          <p:spPr>
            <a:xfrm>
              <a:off x="4239324" y="2125251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加号 47">
              <a:extLst>
                <a:ext uri="{FF2B5EF4-FFF2-40B4-BE49-F238E27FC236}">
                  <a16:creationId xmlns:a16="http://schemas.microsoft.com/office/drawing/2014/main" id="{6346842E-05BA-4B1B-B616-FA4BDD9FA52F}"/>
                </a:ext>
              </a:extLst>
            </p:cNvPr>
            <p:cNvSpPr/>
            <p:nvPr/>
          </p:nvSpPr>
          <p:spPr>
            <a:xfrm>
              <a:off x="4590170" y="1645263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加号 48">
              <a:extLst>
                <a:ext uri="{FF2B5EF4-FFF2-40B4-BE49-F238E27FC236}">
                  <a16:creationId xmlns:a16="http://schemas.microsoft.com/office/drawing/2014/main" id="{32FA8599-10CF-4E45-85DB-021F81C3CCB5}"/>
                </a:ext>
              </a:extLst>
            </p:cNvPr>
            <p:cNvSpPr/>
            <p:nvPr/>
          </p:nvSpPr>
          <p:spPr>
            <a:xfrm>
              <a:off x="5200980" y="1513613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加号 49">
              <a:extLst>
                <a:ext uri="{FF2B5EF4-FFF2-40B4-BE49-F238E27FC236}">
                  <a16:creationId xmlns:a16="http://schemas.microsoft.com/office/drawing/2014/main" id="{E735A2A5-8ABD-42CE-95D0-F26F0A8E03B4}"/>
                </a:ext>
              </a:extLst>
            </p:cNvPr>
            <p:cNvSpPr/>
            <p:nvPr/>
          </p:nvSpPr>
          <p:spPr>
            <a:xfrm>
              <a:off x="6133389" y="1867415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加号 50">
              <a:extLst>
                <a:ext uri="{FF2B5EF4-FFF2-40B4-BE49-F238E27FC236}">
                  <a16:creationId xmlns:a16="http://schemas.microsoft.com/office/drawing/2014/main" id="{9150AD7E-59DC-4F18-A638-708D4657898A}"/>
                </a:ext>
              </a:extLst>
            </p:cNvPr>
            <p:cNvSpPr/>
            <p:nvPr/>
          </p:nvSpPr>
          <p:spPr>
            <a:xfrm>
              <a:off x="5948878" y="2355042"/>
              <a:ext cx="108000" cy="108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C885D2C1-7E10-4B5E-B660-25EB27DA0BAF}"/>
                    </a:ext>
                  </a:extLst>
                </p:cNvPr>
                <p:cNvSpPr txBox="1"/>
                <p:nvPr/>
              </p:nvSpPr>
              <p:spPr>
                <a:xfrm>
                  <a:off x="3357614" y="2154729"/>
                  <a:ext cx="38504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C885D2C1-7E10-4B5E-B660-25EB27DA0B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7614" y="2154729"/>
                  <a:ext cx="385042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16C88609-E01E-40A7-81A6-F9535FA5850F}"/>
                    </a:ext>
                  </a:extLst>
                </p:cNvPr>
                <p:cNvSpPr txBox="1"/>
                <p:nvPr/>
              </p:nvSpPr>
              <p:spPr>
                <a:xfrm>
                  <a:off x="3937911" y="2546119"/>
                  <a:ext cx="38504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16C88609-E01E-40A7-81A6-F9535FA585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11" y="2546119"/>
                  <a:ext cx="385041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37775C8F-24A6-4563-BE81-C2F8968A703E}"/>
                    </a:ext>
                  </a:extLst>
                </p:cNvPr>
                <p:cNvSpPr txBox="1"/>
                <p:nvPr/>
              </p:nvSpPr>
              <p:spPr>
                <a:xfrm>
                  <a:off x="5224999" y="1973315"/>
                  <a:ext cx="38504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37775C8F-24A6-4563-BE81-C2F8968A70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4999" y="1973315"/>
                  <a:ext cx="385041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2D1F2CAA-EAA0-4938-BE96-1D61DF733A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4273" y="2248739"/>
              <a:ext cx="1013164" cy="29180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连接符: 曲线 80">
              <a:extLst>
                <a:ext uri="{FF2B5EF4-FFF2-40B4-BE49-F238E27FC236}">
                  <a16:creationId xmlns:a16="http://schemas.microsoft.com/office/drawing/2014/main" id="{B8C95453-0CE0-4566-821F-1A4C726D2F18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 rot="16200000" flipH="1">
              <a:off x="2805647" y="1875540"/>
              <a:ext cx="526688" cy="465727"/>
            </a:xfrm>
            <a:prstGeom prst="curvedConnector2">
              <a:avLst/>
            </a:prstGeom>
            <a:ln w="158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连接符: 曲线 83">
              <a:extLst>
                <a:ext uri="{FF2B5EF4-FFF2-40B4-BE49-F238E27FC236}">
                  <a16:creationId xmlns:a16="http://schemas.microsoft.com/office/drawing/2014/main" id="{9F192B8A-29CC-47AD-B375-7B84E56861E8}"/>
                </a:ext>
              </a:extLst>
            </p:cNvPr>
            <p:cNvCxnSpPr>
              <a:cxnSpLocks/>
              <a:stCxn id="38" idx="0"/>
            </p:cNvCxnSpPr>
            <p:nvPr/>
          </p:nvCxnSpPr>
          <p:spPr>
            <a:xfrm flipV="1">
              <a:off x="4737814" y="2271826"/>
              <a:ext cx="526111" cy="573062"/>
            </a:xfrm>
            <a:prstGeom prst="curvedConnector2">
              <a:avLst/>
            </a:prstGeom>
            <a:ln w="158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27742367-EFA1-4ECB-B27E-FE21EC8E3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9145" y="2135006"/>
              <a:ext cx="1568312" cy="13397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连接符: 曲线 89">
              <a:extLst>
                <a:ext uri="{FF2B5EF4-FFF2-40B4-BE49-F238E27FC236}">
                  <a16:creationId xmlns:a16="http://schemas.microsoft.com/office/drawing/2014/main" id="{1296A93D-006E-48C2-93B9-4FA267F952DD}"/>
                </a:ext>
              </a:extLst>
            </p:cNvPr>
            <p:cNvCxnSpPr>
              <a:cxnSpLocks/>
              <a:stCxn id="52" idx="2"/>
            </p:cNvCxnSpPr>
            <p:nvPr/>
          </p:nvCxnSpPr>
          <p:spPr>
            <a:xfrm rot="16200000" flipH="1">
              <a:off x="3689934" y="2291929"/>
              <a:ext cx="124304" cy="403902"/>
            </a:xfrm>
            <a:prstGeom prst="curvedConnector2">
              <a:avLst/>
            </a:prstGeom>
            <a:ln w="158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1484716B-8619-4D02-843A-031E0CFA3BF1}"/>
                </a:ext>
              </a:extLst>
            </p:cNvPr>
            <p:cNvSpPr txBox="1"/>
            <p:nvPr/>
          </p:nvSpPr>
          <p:spPr>
            <a:xfrm>
              <a:off x="5498182" y="655049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正常中心覆盖</a:t>
              </a:r>
            </a:p>
          </p:txBody>
        </p:sp>
        <p:cxnSp>
          <p:nvCxnSpPr>
            <p:cNvPr id="105" name="连接符: 曲线 104">
              <a:extLst>
                <a:ext uri="{FF2B5EF4-FFF2-40B4-BE49-F238E27FC236}">
                  <a16:creationId xmlns:a16="http://schemas.microsoft.com/office/drawing/2014/main" id="{D2416C93-8E86-4C39-97F0-B1580D6373EA}"/>
                </a:ext>
              </a:extLst>
            </p:cNvPr>
            <p:cNvCxnSpPr>
              <a:stCxn id="103" idx="1"/>
              <a:endCxn id="9" idx="0"/>
            </p:cNvCxnSpPr>
            <p:nvPr/>
          </p:nvCxnSpPr>
          <p:spPr>
            <a:xfrm rot="10800000" flipV="1">
              <a:off x="4891174" y="793549"/>
              <a:ext cx="607009" cy="575498"/>
            </a:xfrm>
            <a:prstGeom prst="curvedConnector2">
              <a:avLst/>
            </a:prstGeom>
            <a:ln w="158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3275EBA9-5CB0-417E-9EC5-0CAF08D60D0F}"/>
                    </a:ext>
                  </a:extLst>
                </p:cNvPr>
                <p:cNvSpPr txBox="1"/>
                <p:nvPr/>
              </p:nvSpPr>
              <p:spPr>
                <a:xfrm>
                  <a:off x="2801951" y="3575540"/>
                  <a:ext cx="200465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聚类中心</a:t>
                  </a:r>
                  <a14:m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𝒆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={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12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12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,..,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𝑴</m:t>
                          </m:r>
                        </m:sub>
                      </m:sSub>
                      <m:r>
                        <a:rPr lang="en-US" altLang="zh-CN" sz="12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}</m:t>
                      </m:r>
                    </m:oMath>
                  </a14:m>
                  <a:endPara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3275EBA9-5CB0-417E-9EC5-0CAF08D60D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1951" y="3575540"/>
                  <a:ext cx="2004651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A591E02A-0E96-4F05-ADFA-D6F79416665C}"/>
                </a:ext>
              </a:extLst>
            </p:cNvPr>
            <p:cNvGrpSpPr/>
            <p:nvPr/>
          </p:nvGrpSpPr>
          <p:grpSpPr>
            <a:xfrm>
              <a:off x="5977624" y="2830402"/>
              <a:ext cx="1295101" cy="955444"/>
              <a:chOff x="6736606" y="4336556"/>
              <a:chExt cx="1295101" cy="955444"/>
            </a:xfrm>
          </p:grpSpPr>
          <p:sp>
            <p:nvSpPr>
              <p:cNvPr id="107" name="矩形: 圆角 106">
                <a:extLst>
                  <a:ext uri="{FF2B5EF4-FFF2-40B4-BE49-F238E27FC236}">
                    <a16:creationId xmlns:a16="http://schemas.microsoft.com/office/drawing/2014/main" id="{B8FB7DF4-9370-4A7C-9594-DEEB350BBA17}"/>
                  </a:ext>
                </a:extLst>
              </p:cNvPr>
              <p:cNvSpPr/>
              <p:nvPr/>
            </p:nvSpPr>
            <p:spPr>
              <a:xfrm>
                <a:off x="6736606" y="4336556"/>
                <a:ext cx="1295101" cy="955444"/>
              </a:xfrm>
              <a:prstGeom prst="roundRect">
                <a:avLst/>
              </a:prstGeom>
              <a:noFill/>
              <a:ln>
                <a:solidFill>
                  <a:srgbClr val="D4D4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流程图: 接点 107">
                <a:extLst>
                  <a:ext uri="{FF2B5EF4-FFF2-40B4-BE49-F238E27FC236}">
                    <a16:creationId xmlns:a16="http://schemas.microsoft.com/office/drawing/2014/main" id="{86A6A901-2206-403D-80D4-EFF4E75B5872}"/>
                  </a:ext>
                </a:extLst>
              </p:cNvPr>
              <p:cNvSpPr/>
              <p:nvPr/>
            </p:nvSpPr>
            <p:spPr>
              <a:xfrm>
                <a:off x="6952255" y="4480589"/>
                <a:ext cx="108000" cy="108000"/>
              </a:xfrm>
              <a:prstGeom prst="flowChartConnector">
                <a:avLst/>
              </a:prstGeom>
              <a:solidFill>
                <a:srgbClr val="70A2DD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加号 108">
                <a:extLst>
                  <a:ext uri="{FF2B5EF4-FFF2-40B4-BE49-F238E27FC236}">
                    <a16:creationId xmlns:a16="http://schemas.microsoft.com/office/drawing/2014/main" id="{E4D7959D-8772-43AD-9798-7A21841B7CF8}"/>
                  </a:ext>
                </a:extLst>
              </p:cNvPr>
              <p:cNvSpPr/>
              <p:nvPr/>
            </p:nvSpPr>
            <p:spPr>
              <a:xfrm>
                <a:off x="6952255" y="4760278"/>
                <a:ext cx="108000" cy="108000"/>
              </a:xfrm>
              <a:prstGeom prst="mathPl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流程图: 接点 109">
                <a:extLst>
                  <a:ext uri="{FF2B5EF4-FFF2-40B4-BE49-F238E27FC236}">
                    <a16:creationId xmlns:a16="http://schemas.microsoft.com/office/drawing/2014/main" id="{2F45EF60-EA53-4AF8-B853-EDE192E6EB77}"/>
                  </a:ext>
                </a:extLst>
              </p:cNvPr>
              <p:cNvSpPr/>
              <p:nvPr/>
            </p:nvSpPr>
            <p:spPr>
              <a:xfrm>
                <a:off x="6952255" y="5062701"/>
                <a:ext cx="108000" cy="108000"/>
              </a:xfrm>
              <a:prstGeom prst="flowChartConnector">
                <a:avLst/>
              </a:prstGeom>
              <a:solidFill>
                <a:srgbClr val="F90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302B9234-E4D7-467C-8955-DB7C10FD7AB1}"/>
                  </a:ext>
                </a:extLst>
              </p:cNvPr>
              <p:cNvSpPr txBox="1"/>
              <p:nvPr/>
            </p:nvSpPr>
            <p:spPr>
              <a:xfrm>
                <a:off x="7060255" y="4386067"/>
                <a:ext cx="8002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聚类中心</a:t>
                </a:r>
              </a:p>
            </p:txBody>
          </p: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80FBD895-106B-464A-90E4-7387A6706720}"/>
                  </a:ext>
                </a:extLst>
              </p:cNvPr>
              <p:cNvSpPr txBox="1"/>
              <p:nvPr/>
            </p:nvSpPr>
            <p:spPr>
              <a:xfrm>
                <a:off x="7048255" y="4664995"/>
                <a:ext cx="8002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正常样本</a:t>
                </a:r>
              </a:p>
            </p:txBody>
          </p:sp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8094E3FE-D34C-4F1A-AB12-9FC5B8270AF6}"/>
                  </a:ext>
                </a:extLst>
              </p:cNvPr>
              <p:cNvSpPr txBox="1"/>
              <p:nvPr/>
            </p:nvSpPr>
            <p:spPr>
              <a:xfrm>
                <a:off x="7048255" y="4970072"/>
                <a:ext cx="8002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异常样本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2019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22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羲 王</dc:creator>
  <cp:lastModifiedBy>羲 王</cp:lastModifiedBy>
  <cp:revision>5</cp:revision>
  <dcterms:created xsi:type="dcterms:W3CDTF">2026-02-03T09:04:31Z</dcterms:created>
  <dcterms:modified xsi:type="dcterms:W3CDTF">2026-03-03T08:27:52Z</dcterms:modified>
</cp:coreProperties>
</file>