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9999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63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1C6B8-DEC0-454A-86D1-DF86D74EA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2E32CF-1A86-4C6A-B52D-6D2167468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F572B-7367-44D2-9E9D-BD093DB0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D39389-61F5-4F6A-A4C1-9B8173ED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68823-B9B0-4202-9E0F-DCAA8C1A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59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E637B-E711-43AC-85A0-77CBC6823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1E2296-C6DE-4BF6-B981-EFECE6E71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0C0BB-4C75-41D3-A55A-17FBD935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D3348-0A8C-4506-87E5-773BDD0E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6FD6C1-EDEF-4635-82E1-D5198D5D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04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B5ADC-C437-4A3D-BB1A-37BC1AEA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DCC303-B48A-40FE-8DE7-298BDF001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FA415D-F440-4E8A-BFAB-7DABF8209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E0072E-C74C-47F0-A690-AC7E2252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716702-823D-4625-B6D7-E617ACDC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91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F45FA-E4AF-485C-AAFA-C94CFE66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77DEB4-2A6C-4951-AA2B-FCD5312D1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8806C5-E760-499E-847D-789214937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1334D8-D930-4BA6-BFA2-935B4B68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14FCE8-A10A-4965-BB8B-651E3BAD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0B37D2-815E-413F-AB97-171F4CA1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04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8A6E8-54EF-4F37-B522-676F5F37E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0547D9-2951-4734-A19A-3DA779AE6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F28FED-1350-4425-9B28-E2D89B537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47CCC0-A15F-4A0C-B376-3CA03E151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EA796C-9A9A-4CCA-8506-05F17F235D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61FC7C-C8A6-4B04-9215-CB8979E5D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73E53F-FC1F-4E4F-80E5-A26FF1BE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5B53B85-44F1-4D53-A69D-3965978A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49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95AC4-284E-46B9-AEF1-41EA4CBB0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36767A-C5F2-4A63-91D2-98E699A4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35CCF5-B0C6-460C-9AB0-E5C31E7B8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B13127-3488-44EA-A330-DA5662DC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423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F7E3C0-7F2A-42D8-9B1E-9AF96E1D3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37409F-22D6-4802-B05F-E8E481BB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0181E-25B3-4A8A-BDF2-9DF028B6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72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0D955-E08A-4996-B549-A3CA22446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AB4EEA-E13E-4159-98AD-224CC57EA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4C1437-E308-438C-B604-9B5A47A42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B49675-AB79-4299-9A0E-7C2141E5D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85594A-B011-4AB4-8F2F-6535007DA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12AECA-8ED3-4FC2-A01A-A2C49EC0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23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55FA4-417A-40F1-961D-F7DF3A57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908095-6E45-442A-AFFF-A9D9D9111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178433-0DF0-4711-ACC9-80A481708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1FA62D-148E-4B4A-866D-F0F33674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FC3DBB-AA8E-471C-A929-499BEC7E9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9FF024-A9EB-4400-8D8E-6D223534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69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E3473-01C5-4D57-ACA2-83B4495E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957CC9-3DF4-47DD-86B6-8B3AEF92F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958083-8EDA-4677-AE68-FD20D6C1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3CCEC2-B5C8-474B-87EB-0904E068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4F2201-A616-42E9-832B-1839B497E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02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794007-C86C-429E-9ECC-1C7C684D1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214B30-179C-4B54-A7DD-2D12E9BCB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4C2F4-680B-48C8-8443-FF07F6FF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EEE0D9-3A59-400E-AFBD-10510CAE5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FE5691-1706-46AF-BFDB-910777A1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8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4D13D9-534B-4049-B3DE-804C2C4B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8B3401-0DC5-4A00-9F25-168427F60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F8B9B1-4BC4-4B13-AC50-E7D635737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BC32A-1E47-4A47-89E0-D30F47954B28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36ED83-0AE6-4210-A3B9-BF4DF6FCC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CCD38B-1B4B-4C9B-9E7E-C609BCD77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1267B-466B-4279-AE85-786BDB95CB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50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CDB51975-A09D-4A43-858C-8DA7805E9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37086"/>
              </p:ext>
            </p:extLst>
          </p:nvPr>
        </p:nvGraphicFramePr>
        <p:xfrm>
          <a:off x="1511300" y="954616"/>
          <a:ext cx="83375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64350162"/>
                    </a:ext>
                  </a:extLst>
                </a:gridCol>
                <a:gridCol w="1655233">
                  <a:extLst>
                    <a:ext uri="{9D8B030D-6E8A-4147-A177-3AD203B41FA5}">
                      <a16:colId xmlns:a16="http://schemas.microsoft.com/office/drawing/2014/main" val="3474206078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361800502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439170801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3934911291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1395013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Pcap Header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Packet Header1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Packet Data1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Packet Header1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Packet Data2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643516"/>
                  </a:ext>
                </a:extLst>
              </a:tr>
            </a:tbl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5F67354-6B5E-4C85-B9C1-777FD6892AFF}"/>
              </a:ext>
            </a:extLst>
          </p:cNvPr>
          <p:cNvCxnSpPr>
            <a:cxnSpLocks/>
          </p:cNvCxnSpPr>
          <p:nvPr/>
        </p:nvCxnSpPr>
        <p:spPr>
          <a:xfrm>
            <a:off x="1511300" y="460043"/>
            <a:ext cx="0" cy="33152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31DD988-9EA1-425E-86B8-1829A6A68A49}"/>
              </a:ext>
            </a:extLst>
          </p:cNvPr>
          <p:cNvCxnSpPr>
            <a:cxnSpLocks/>
          </p:cNvCxnSpPr>
          <p:nvPr/>
        </p:nvCxnSpPr>
        <p:spPr>
          <a:xfrm>
            <a:off x="2864703" y="460042"/>
            <a:ext cx="0" cy="33152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03A3060-8CC2-4E68-8C65-3CD60C7796D1}"/>
              </a:ext>
            </a:extLst>
          </p:cNvPr>
          <p:cNvCxnSpPr>
            <a:cxnSpLocks/>
          </p:cNvCxnSpPr>
          <p:nvPr/>
        </p:nvCxnSpPr>
        <p:spPr>
          <a:xfrm>
            <a:off x="4511533" y="460042"/>
            <a:ext cx="0" cy="33152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F511291-B35A-4721-A157-B82696604A9D}"/>
              </a:ext>
            </a:extLst>
          </p:cNvPr>
          <p:cNvCxnSpPr>
            <a:cxnSpLocks/>
          </p:cNvCxnSpPr>
          <p:nvPr/>
        </p:nvCxnSpPr>
        <p:spPr>
          <a:xfrm>
            <a:off x="5980942" y="460041"/>
            <a:ext cx="0" cy="33152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1407E3D-5CA0-43E3-BFDE-7B49400C5740}"/>
              </a:ext>
            </a:extLst>
          </p:cNvPr>
          <p:cNvCxnSpPr>
            <a:cxnSpLocks/>
          </p:cNvCxnSpPr>
          <p:nvPr/>
        </p:nvCxnSpPr>
        <p:spPr>
          <a:xfrm>
            <a:off x="7723306" y="471695"/>
            <a:ext cx="0" cy="33152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5C419BB-8A3D-4DBE-91A0-1A8E45834CE3}"/>
              </a:ext>
            </a:extLst>
          </p:cNvPr>
          <p:cNvCxnSpPr/>
          <p:nvPr/>
        </p:nvCxnSpPr>
        <p:spPr>
          <a:xfrm flipH="1">
            <a:off x="1511300" y="637458"/>
            <a:ext cx="361666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841A027-F331-4D17-9D7C-3486C3D3DEBF}"/>
              </a:ext>
            </a:extLst>
          </p:cNvPr>
          <p:cNvCxnSpPr>
            <a:cxnSpLocks/>
          </p:cNvCxnSpPr>
          <p:nvPr/>
        </p:nvCxnSpPr>
        <p:spPr>
          <a:xfrm>
            <a:off x="2503037" y="642568"/>
            <a:ext cx="361666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9977E05-AB4C-4488-8AD3-8F85979B7279}"/>
              </a:ext>
            </a:extLst>
          </p:cNvPr>
          <p:cNvSpPr txBox="1"/>
          <p:nvPr/>
        </p:nvSpPr>
        <p:spPr>
          <a:xfrm>
            <a:off x="1807450" y="45301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24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2E87734-4755-468C-BD59-F19ED0572AB5}"/>
              </a:ext>
            </a:extLst>
          </p:cNvPr>
          <p:cNvCxnSpPr/>
          <p:nvPr/>
        </p:nvCxnSpPr>
        <p:spPr>
          <a:xfrm flipH="1">
            <a:off x="2869287" y="641928"/>
            <a:ext cx="361666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D48BF4D-AB8B-4AF9-8BE3-7138CB3DEC69}"/>
              </a:ext>
            </a:extLst>
          </p:cNvPr>
          <p:cNvCxnSpPr>
            <a:cxnSpLocks/>
          </p:cNvCxnSpPr>
          <p:nvPr/>
        </p:nvCxnSpPr>
        <p:spPr>
          <a:xfrm>
            <a:off x="4147632" y="647038"/>
            <a:ext cx="361666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5DE78A6-D054-466A-92B3-6AA9FAF71A66}"/>
              </a:ext>
            </a:extLst>
          </p:cNvPr>
          <p:cNvSpPr txBox="1"/>
          <p:nvPr/>
        </p:nvSpPr>
        <p:spPr>
          <a:xfrm>
            <a:off x="3288269" y="45748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9C5CA99-B936-44B2-86B0-445660ECB399}"/>
              </a:ext>
            </a:extLst>
          </p:cNvPr>
          <p:cNvCxnSpPr/>
          <p:nvPr/>
        </p:nvCxnSpPr>
        <p:spPr>
          <a:xfrm flipH="1">
            <a:off x="5987417" y="644485"/>
            <a:ext cx="361666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B84E50A-B371-4F23-A260-80F739A88B5F}"/>
              </a:ext>
            </a:extLst>
          </p:cNvPr>
          <p:cNvCxnSpPr>
            <a:cxnSpLocks/>
          </p:cNvCxnSpPr>
          <p:nvPr/>
        </p:nvCxnSpPr>
        <p:spPr>
          <a:xfrm>
            <a:off x="7361298" y="649595"/>
            <a:ext cx="361666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EE707F0-0D36-4E5F-928F-38EFD36FEBD3}"/>
              </a:ext>
            </a:extLst>
          </p:cNvPr>
          <p:cNvSpPr txBox="1"/>
          <p:nvPr/>
        </p:nvSpPr>
        <p:spPr>
          <a:xfrm>
            <a:off x="6467815" y="460041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</a:p>
        </p:txBody>
      </p:sp>
      <p:graphicFrame>
        <p:nvGraphicFramePr>
          <p:cNvPr id="28" name="表格 28">
            <a:extLst>
              <a:ext uri="{FF2B5EF4-FFF2-40B4-BE49-F238E27FC236}">
                <a16:creationId xmlns:a16="http://schemas.microsoft.com/office/drawing/2014/main" id="{366ED5FB-1370-4F8C-B88B-57B1C7E06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751627"/>
              </p:ext>
            </p:extLst>
          </p:nvPr>
        </p:nvGraphicFramePr>
        <p:xfrm>
          <a:off x="1511300" y="1834470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26519616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6974992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839741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124069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92037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Magic(4B)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Magic(2B)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Magic(2B)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ThisZone(4B)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SigFigs(4B)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26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SnapLen(4B)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LinkType(4B)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569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Timestamp(4B)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Timestamp(4B)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Caplen(4B)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Len(4B)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207842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Data...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490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Timestamp(4B)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Timestamp(4B)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Caplen(4B)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Len(4B)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364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Data...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021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Timestamp(4B)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Timestamp(4B)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Caplen(4B)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Len(4B)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24111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Data...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797261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...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928007"/>
                  </a:ext>
                </a:extLst>
              </a:tr>
            </a:tbl>
          </a:graphicData>
        </a:graphic>
      </p:graphicFrame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C1FD261-6BA0-403F-85C6-36E2FDD3F988}"/>
              </a:ext>
            </a:extLst>
          </p:cNvPr>
          <p:cNvCxnSpPr>
            <a:cxnSpLocks/>
          </p:cNvCxnSpPr>
          <p:nvPr/>
        </p:nvCxnSpPr>
        <p:spPr>
          <a:xfrm flipH="1">
            <a:off x="1078174" y="1834470"/>
            <a:ext cx="36033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5776475-1421-4E52-B51D-E2719339D016}"/>
              </a:ext>
            </a:extLst>
          </p:cNvPr>
          <p:cNvCxnSpPr>
            <a:cxnSpLocks/>
          </p:cNvCxnSpPr>
          <p:nvPr/>
        </p:nvCxnSpPr>
        <p:spPr>
          <a:xfrm flipH="1">
            <a:off x="9714836" y="2581100"/>
            <a:ext cx="36033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3E0FA4D-4A90-4DF1-B230-FE84F3BE6954}"/>
              </a:ext>
            </a:extLst>
          </p:cNvPr>
          <p:cNvCxnSpPr>
            <a:cxnSpLocks/>
          </p:cNvCxnSpPr>
          <p:nvPr/>
        </p:nvCxnSpPr>
        <p:spPr>
          <a:xfrm>
            <a:off x="1258343" y="1834470"/>
            <a:ext cx="0" cy="74663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E0B1C40-BC10-41F8-81EF-B4464FD3BB5E}"/>
              </a:ext>
            </a:extLst>
          </p:cNvPr>
          <p:cNvCxnSpPr>
            <a:cxnSpLocks/>
          </p:cNvCxnSpPr>
          <p:nvPr/>
        </p:nvCxnSpPr>
        <p:spPr>
          <a:xfrm flipH="1">
            <a:off x="9726683" y="2938217"/>
            <a:ext cx="36033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1A66B87-34B5-4280-B101-F3CEF0B54637}"/>
              </a:ext>
            </a:extLst>
          </p:cNvPr>
          <p:cNvCxnSpPr>
            <a:cxnSpLocks/>
          </p:cNvCxnSpPr>
          <p:nvPr/>
        </p:nvCxnSpPr>
        <p:spPr>
          <a:xfrm>
            <a:off x="9895005" y="2581100"/>
            <a:ext cx="0" cy="35711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6EBBECA-6BA1-4FA5-8818-2E19AF51624A}"/>
              </a:ext>
            </a:extLst>
          </p:cNvPr>
          <p:cNvCxnSpPr>
            <a:cxnSpLocks/>
          </p:cNvCxnSpPr>
          <p:nvPr/>
        </p:nvCxnSpPr>
        <p:spPr>
          <a:xfrm flipH="1">
            <a:off x="1090021" y="3302157"/>
            <a:ext cx="36033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C30AF8F-8200-4E21-ADC3-236DC21C7D2F}"/>
              </a:ext>
            </a:extLst>
          </p:cNvPr>
          <p:cNvCxnSpPr>
            <a:cxnSpLocks/>
          </p:cNvCxnSpPr>
          <p:nvPr/>
        </p:nvCxnSpPr>
        <p:spPr>
          <a:xfrm>
            <a:off x="1258343" y="2945040"/>
            <a:ext cx="0" cy="35711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33611D84-8821-4CB8-BFD2-28D8E199B520}"/>
              </a:ext>
            </a:extLst>
          </p:cNvPr>
          <p:cNvSpPr txBox="1"/>
          <p:nvPr/>
        </p:nvSpPr>
        <p:spPr>
          <a:xfrm>
            <a:off x="-42990" y="2022310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Pcap Header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CB37025-21B2-4DAA-B083-D4B51CD6DFA6}"/>
              </a:ext>
            </a:extLst>
          </p:cNvPr>
          <p:cNvSpPr txBox="1"/>
          <p:nvPr/>
        </p:nvSpPr>
        <p:spPr>
          <a:xfrm>
            <a:off x="-260021" y="2574278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Packet Header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599ECDD-B889-4A06-8237-2FE2FDA9B099}"/>
              </a:ext>
            </a:extLst>
          </p:cNvPr>
          <p:cNvSpPr txBox="1"/>
          <p:nvPr/>
        </p:nvSpPr>
        <p:spPr>
          <a:xfrm>
            <a:off x="-66683" y="2931395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Packet Data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1DA828A-0EB1-4197-83F6-1AF3D59A75B2}"/>
              </a:ext>
            </a:extLst>
          </p:cNvPr>
          <p:cNvCxnSpPr>
            <a:cxnSpLocks/>
          </p:cNvCxnSpPr>
          <p:nvPr/>
        </p:nvCxnSpPr>
        <p:spPr>
          <a:xfrm flipH="1">
            <a:off x="9712087" y="1834470"/>
            <a:ext cx="36033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3DC4638-3A15-49EE-9C3A-8BB67DEF9B0F}"/>
              </a:ext>
            </a:extLst>
          </p:cNvPr>
          <p:cNvCxnSpPr>
            <a:cxnSpLocks/>
          </p:cNvCxnSpPr>
          <p:nvPr/>
        </p:nvCxnSpPr>
        <p:spPr>
          <a:xfrm flipH="1">
            <a:off x="9712087" y="2581100"/>
            <a:ext cx="36033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1F7809B-D6CD-4F5C-B0A0-9394179B657C}"/>
              </a:ext>
            </a:extLst>
          </p:cNvPr>
          <p:cNvCxnSpPr>
            <a:cxnSpLocks/>
          </p:cNvCxnSpPr>
          <p:nvPr/>
        </p:nvCxnSpPr>
        <p:spPr>
          <a:xfrm>
            <a:off x="9892256" y="1834470"/>
            <a:ext cx="0" cy="74663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6F02CBF9-E5B7-4EBB-B4E3-DA3D6F0E8D39}"/>
              </a:ext>
            </a:extLst>
          </p:cNvPr>
          <p:cNvSpPr txBox="1"/>
          <p:nvPr/>
        </p:nvSpPr>
        <p:spPr>
          <a:xfrm>
            <a:off x="9880410" y="2025204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24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563B1EA-5DBC-4136-918E-8EEBC0585154}"/>
              </a:ext>
            </a:extLst>
          </p:cNvPr>
          <p:cNvSpPr txBox="1"/>
          <p:nvPr/>
        </p:nvSpPr>
        <p:spPr>
          <a:xfrm>
            <a:off x="9925272" y="256781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</a:p>
        </p:txBody>
      </p:sp>
    </p:spTree>
    <p:extLst>
      <p:ext uri="{BB962C8B-B14F-4D97-AF65-F5344CB8AC3E}">
        <p14:creationId xmlns:p14="http://schemas.microsoft.com/office/powerpoint/2010/main" val="2292058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110</Words>
  <Application>Microsoft Office PowerPoint</Application>
  <PresentationFormat>宽屏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5</cp:revision>
  <dcterms:created xsi:type="dcterms:W3CDTF">2026-03-16T02:58:48Z</dcterms:created>
  <dcterms:modified xsi:type="dcterms:W3CDTF">2026-03-16T08:15:12Z</dcterms:modified>
</cp:coreProperties>
</file>